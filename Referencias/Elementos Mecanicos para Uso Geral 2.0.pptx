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7" r:id="rId28"/>
    <p:sldId id="282" r:id="rId29"/>
    <p:sldId id="283" r:id="rId30"/>
    <p:sldId id="284" r:id="rId31"/>
    <p:sldId id="285" r:id="rId32"/>
    <p:sldId id="286" r:id="rId3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hRCwyLX0zCAdeCoFnN358Gq7SB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1A7441-950B-4B75-9565-A3825C8F48D5}" v="10" dt="2025-08-28T13:59:43.916"/>
  </p1510:revLst>
</p1510:revInfo>
</file>

<file path=ppt/tableStyles.xml><?xml version="1.0" encoding="utf-8"?>
<a:tblStyleLst xmlns:a="http://schemas.openxmlformats.org/drawingml/2006/main" def="{EDF8EA8C-BF68-4FC3-9363-9B5E0039C9DF}">
  <a:tblStyle styleId="{EDF8EA8C-BF68-4FC3-9363-9B5E0039C9D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illo Álvaro Borges de Sousa" userId="02386067-c46f-46e6-bf61-8f6a774af0e5" providerId="ADAL" clId="{311A7441-950B-4B75-9565-A3825C8F48D5}"/>
    <pc:docChg chg="undo custSel addSld modSld">
      <pc:chgData name="Murillo Álvaro Borges de Sousa" userId="02386067-c46f-46e6-bf61-8f6a774af0e5" providerId="ADAL" clId="{311A7441-950B-4B75-9565-A3825C8F48D5}" dt="2025-08-28T14:00:18.435" v="119" actId="20577"/>
      <pc:docMkLst>
        <pc:docMk/>
      </pc:docMkLst>
      <pc:sldChg chg="modSp mod">
        <pc:chgData name="Murillo Álvaro Borges de Sousa" userId="02386067-c46f-46e6-bf61-8f6a774af0e5" providerId="ADAL" clId="{311A7441-950B-4B75-9565-A3825C8F48D5}" dt="2025-08-28T13:49:47.946" v="1" actId="1076"/>
        <pc:sldMkLst>
          <pc:docMk/>
          <pc:sldMk cId="0" sldId="281"/>
        </pc:sldMkLst>
        <pc:grpChg chg="mod">
          <ac:chgData name="Murillo Álvaro Borges de Sousa" userId="02386067-c46f-46e6-bf61-8f6a774af0e5" providerId="ADAL" clId="{311A7441-950B-4B75-9565-A3825C8F48D5}" dt="2025-08-28T13:49:47.946" v="1" actId="1076"/>
          <ac:grpSpMkLst>
            <pc:docMk/>
            <pc:sldMk cId="0" sldId="281"/>
            <ac:grpSpMk id="1688" creationId="{00000000-0000-0000-0000-000000000000}"/>
          </ac:grpSpMkLst>
        </pc:grpChg>
      </pc:sldChg>
      <pc:sldChg chg="addSp delSp modSp add mod">
        <pc:chgData name="Murillo Álvaro Borges de Sousa" userId="02386067-c46f-46e6-bf61-8f6a774af0e5" providerId="ADAL" clId="{311A7441-950B-4B75-9565-A3825C8F48D5}" dt="2025-08-28T14:00:18.435" v="119" actId="20577"/>
        <pc:sldMkLst>
          <pc:docMk/>
          <pc:sldMk cId="2016911562" sldId="287"/>
        </pc:sldMkLst>
        <pc:spChg chg="add del mod">
          <ac:chgData name="Murillo Álvaro Borges de Sousa" userId="02386067-c46f-46e6-bf61-8f6a774af0e5" providerId="ADAL" clId="{311A7441-950B-4B75-9565-A3825C8F48D5}" dt="2025-08-28T13:54:04.521" v="78" actId="478"/>
          <ac:spMkLst>
            <pc:docMk/>
            <pc:sldMk cId="2016911562" sldId="287"/>
            <ac:spMk id="3" creationId="{60820A6E-8E70-F8B7-F4C0-7A6BA3F9B1C4}"/>
          </ac:spMkLst>
        </pc:spChg>
        <pc:spChg chg="add del mod">
          <ac:chgData name="Murillo Álvaro Borges de Sousa" userId="02386067-c46f-46e6-bf61-8f6a774af0e5" providerId="ADAL" clId="{311A7441-950B-4B75-9565-A3825C8F48D5}" dt="2025-08-28T13:54:02.793" v="77" actId="478"/>
          <ac:spMkLst>
            <pc:docMk/>
            <pc:sldMk cId="2016911562" sldId="287"/>
            <ac:spMk id="4" creationId="{87259D5A-6B89-8015-39D0-C63F66808586}"/>
          </ac:spMkLst>
        </pc:spChg>
        <pc:spChg chg="add del mod">
          <ac:chgData name="Murillo Álvaro Borges de Sousa" userId="02386067-c46f-46e6-bf61-8f6a774af0e5" providerId="ADAL" clId="{311A7441-950B-4B75-9565-A3825C8F48D5}" dt="2025-08-28T13:53:01.273" v="64" actId="478"/>
          <ac:spMkLst>
            <pc:docMk/>
            <pc:sldMk cId="2016911562" sldId="287"/>
            <ac:spMk id="5" creationId="{593FF638-3B50-70FD-9DD7-BDD72E5094B6}"/>
          </ac:spMkLst>
        </pc:spChg>
        <pc:spChg chg="add del mod">
          <ac:chgData name="Murillo Álvaro Borges de Sousa" userId="02386067-c46f-46e6-bf61-8f6a774af0e5" providerId="ADAL" clId="{311A7441-950B-4B75-9565-A3825C8F48D5}" dt="2025-08-28T13:53:45.561" v="76" actId="478"/>
          <ac:spMkLst>
            <pc:docMk/>
            <pc:sldMk cId="2016911562" sldId="287"/>
            <ac:spMk id="6" creationId="{43E5E198-F3A8-443D-3574-58703BDDBDA9}"/>
          </ac:spMkLst>
        </pc:spChg>
        <pc:spChg chg="add mod">
          <ac:chgData name="Murillo Álvaro Borges de Sousa" userId="02386067-c46f-46e6-bf61-8f6a774af0e5" providerId="ADAL" clId="{311A7441-950B-4B75-9565-A3825C8F48D5}" dt="2025-08-28T13:57:39.632" v="90" actId="1076"/>
          <ac:spMkLst>
            <pc:docMk/>
            <pc:sldMk cId="2016911562" sldId="287"/>
            <ac:spMk id="7" creationId="{00B49731-6D73-7960-2239-F6990CF2F3C4}"/>
          </ac:spMkLst>
        </pc:spChg>
        <pc:spChg chg="add mod">
          <ac:chgData name="Murillo Álvaro Borges de Sousa" userId="02386067-c46f-46e6-bf61-8f6a774af0e5" providerId="ADAL" clId="{311A7441-950B-4B75-9565-A3825C8F48D5}" dt="2025-08-28T13:57:51.817" v="95" actId="1076"/>
          <ac:spMkLst>
            <pc:docMk/>
            <pc:sldMk cId="2016911562" sldId="287"/>
            <ac:spMk id="8" creationId="{10C1DC6A-6BDD-4D5A-92F0-EB005E96ED14}"/>
          </ac:spMkLst>
        </pc:spChg>
        <pc:spChg chg="add mod">
          <ac:chgData name="Murillo Álvaro Borges de Sousa" userId="02386067-c46f-46e6-bf61-8f6a774af0e5" providerId="ADAL" clId="{311A7441-950B-4B75-9565-A3825C8F48D5}" dt="2025-08-28T13:57:59.458" v="99" actId="20577"/>
          <ac:spMkLst>
            <pc:docMk/>
            <pc:sldMk cId="2016911562" sldId="287"/>
            <ac:spMk id="9" creationId="{86FF1C13-0092-7EDD-0771-B9A1051A94EF}"/>
          </ac:spMkLst>
        </pc:spChg>
        <pc:spChg chg="add mod">
          <ac:chgData name="Murillo Álvaro Borges de Sousa" userId="02386067-c46f-46e6-bf61-8f6a774af0e5" providerId="ADAL" clId="{311A7441-950B-4B75-9565-A3825C8F48D5}" dt="2025-08-28T14:00:10.251" v="115" actId="1076"/>
          <ac:spMkLst>
            <pc:docMk/>
            <pc:sldMk cId="2016911562" sldId="287"/>
            <ac:spMk id="10" creationId="{2F7C7EC1-1656-77D8-D399-C1608EA8FEA5}"/>
          </ac:spMkLst>
        </pc:spChg>
        <pc:spChg chg="add mod">
          <ac:chgData name="Murillo Álvaro Borges de Sousa" userId="02386067-c46f-46e6-bf61-8f6a774af0e5" providerId="ADAL" clId="{311A7441-950B-4B75-9565-A3825C8F48D5}" dt="2025-08-28T14:00:11.916" v="116" actId="20577"/>
          <ac:spMkLst>
            <pc:docMk/>
            <pc:sldMk cId="2016911562" sldId="287"/>
            <ac:spMk id="11" creationId="{F5AEFEFB-3E91-994B-D993-1283F8BB8DE7}"/>
          </ac:spMkLst>
        </pc:spChg>
        <pc:spChg chg="add mod">
          <ac:chgData name="Murillo Álvaro Borges de Sousa" userId="02386067-c46f-46e6-bf61-8f6a774af0e5" providerId="ADAL" clId="{311A7441-950B-4B75-9565-A3825C8F48D5}" dt="2025-08-28T14:00:16.518" v="118" actId="1076"/>
          <ac:spMkLst>
            <pc:docMk/>
            <pc:sldMk cId="2016911562" sldId="287"/>
            <ac:spMk id="12" creationId="{0C0B3669-EBAF-E7C9-CAC7-67CB8096E654}"/>
          </ac:spMkLst>
        </pc:spChg>
        <pc:spChg chg="add mod">
          <ac:chgData name="Murillo Álvaro Borges de Sousa" userId="02386067-c46f-46e6-bf61-8f6a774af0e5" providerId="ADAL" clId="{311A7441-950B-4B75-9565-A3825C8F48D5}" dt="2025-08-28T14:00:18.435" v="119" actId="20577"/>
          <ac:spMkLst>
            <pc:docMk/>
            <pc:sldMk cId="2016911562" sldId="287"/>
            <ac:spMk id="13" creationId="{76CDEDC5-6B16-89C8-A5A0-E180C801B0C3}"/>
          </ac:spMkLst>
        </pc:spChg>
        <pc:spChg chg="del">
          <ac:chgData name="Murillo Álvaro Borges de Sousa" userId="02386067-c46f-46e6-bf61-8f6a774af0e5" providerId="ADAL" clId="{311A7441-950B-4B75-9565-A3825C8F48D5}" dt="2025-08-28T13:49:59.310" v="3" actId="478"/>
          <ac:spMkLst>
            <pc:docMk/>
            <pc:sldMk cId="2016911562" sldId="287"/>
            <ac:spMk id="1655" creationId="{52CFCF7D-8BF3-0DB3-0583-87001867957B}"/>
          </ac:spMkLst>
        </pc:spChg>
        <pc:spChg chg="del">
          <ac:chgData name="Murillo Álvaro Borges de Sousa" userId="02386067-c46f-46e6-bf61-8f6a774af0e5" providerId="ADAL" clId="{311A7441-950B-4B75-9565-A3825C8F48D5}" dt="2025-08-28T13:50:38.336" v="38" actId="478"/>
          <ac:spMkLst>
            <pc:docMk/>
            <pc:sldMk cId="2016911562" sldId="287"/>
            <ac:spMk id="1670" creationId="{65028AC3-73BB-B3F2-ED83-27283D27525B}"/>
          </ac:spMkLst>
        </pc:spChg>
        <pc:spChg chg="del">
          <ac:chgData name="Murillo Álvaro Borges de Sousa" userId="02386067-c46f-46e6-bf61-8f6a774af0e5" providerId="ADAL" clId="{311A7441-950B-4B75-9565-A3825C8F48D5}" dt="2025-08-28T13:50:35.512" v="37" actId="478"/>
          <ac:spMkLst>
            <pc:docMk/>
            <pc:sldMk cId="2016911562" sldId="287"/>
            <ac:spMk id="1671" creationId="{E0D3A3BA-113F-6199-A7C3-39310CFFB82A}"/>
          </ac:spMkLst>
        </pc:spChg>
        <pc:spChg chg="mod">
          <ac:chgData name="Murillo Álvaro Borges de Sousa" userId="02386067-c46f-46e6-bf61-8f6a774af0e5" providerId="ADAL" clId="{311A7441-950B-4B75-9565-A3825C8F48D5}" dt="2025-08-28T13:53:24.116" v="69" actId="1076"/>
          <ac:spMkLst>
            <pc:docMk/>
            <pc:sldMk cId="2016911562" sldId="287"/>
            <ac:spMk id="1673" creationId="{D85C7F3F-9BA7-A156-8F97-69D6DC120ABE}"/>
          </ac:spMkLst>
        </pc:spChg>
        <pc:spChg chg="mod">
          <ac:chgData name="Murillo Álvaro Borges de Sousa" userId="02386067-c46f-46e6-bf61-8f6a774af0e5" providerId="ADAL" clId="{311A7441-950B-4B75-9565-A3825C8F48D5}" dt="2025-08-28T13:53:24.116" v="69" actId="1076"/>
          <ac:spMkLst>
            <pc:docMk/>
            <pc:sldMk cId="2016911562" sldId="287"/>
            <ac:spMk id="1674" creationId="{FC7CFF9F-334A-00B2-4205-4DADDA007E6B}"/>
          </ac:spMkLst>
        </pc:spChg>
        <pc:spChg chg="mod">
          <ac:chgData name="Murillo Álvaro Borges de Sousa" userId="02386067-c46f-46e6-bf61-8f6a774af0e5" providerId="ADAL" clId="{311A7441-950B-4B75-9565-A3825C8F48D5}" dt="2025-08-28T13:52:02.606" v="46" actId="1076"/>
          <ac:spMkLst>
            <pc:docMk/>
            <pc:sldMk cId="2016911562" sldId="287"/>
            <ac:spMk id="1676" creationId="{B293DB2C-2B7E-F72C-C623-BB71917CDE7F}"/>
          </ac:spMkLst>
        </pc:spChg>
        <pc:spChg chg="mod">
          <ac:chgData name="Murillo Álvaro Borges de Sousa" userId="02386067-c46f-46e6-bf61-8f6a774af0e5" providerId="ADAL" clId="{311A7441-950B-4B75-9565-A3825C8F48D5}" dt="2025-08-28T13:51:59.544" v="45" actId="1076"/>
          <ac:spMkLst>
            <pc:docMk/>
            <pc:sldMk cId="2016911562" sldId="287"/>
            <ac:spMk id="1677" creationId="{B732BC0D-0569-5BF8-A421-5124BC4AC411}"/>
          </ac:spMkLst>
        </pc:spChg>
        <pc:spChg chg="del">
          <ac:chgData name="Murillo Álvaro Borges de Sousa" userId="02386067-c46f-46e6-bf61-8f6a774af0e5" providerId="ADAL" clId="{311A7441-950B-4B75-9565-A3825C8F48D5}" dt="2025-08-28T13:53:08.281" v="65" actId="478"/>
          <ac:spMkLst>
            <pc:docMk/>
            <pc:sldMk cId="2016911562" sldId="287"/>
            <ac:spMk id="1681" creationId="{57D60B76-C3AF-B108-85DD-41002E1C2ABC}"/>
          </ac:spMkLst>
        </pc:spChg>
        <pc:spChg chg="del">
          <ac:chgData name="Murillo Álvaro Borges de Sousa" userId="02386067-c46f-46e6-bf61-8f6a774af0e5" providerId="ADAL" clId="{311A7441-950B-4B75-9565-A3825C8F48D5}" dt="2025-08-28T13:50:56.641" v="40" actId="478"/>
          <ac:spMkLst>
            <pc:docMk/>
            <pc:sldMk cId="2016911562" sldId="287"/>
            <ac:spMk id="1682" creationId="{E804A6F5-0580-2362-EE77-BFCFA5571A77}"/>
          </ac:spMkLst>
        </pc:spChg>
        <pc:spChg chg="del">
          <ac:chgData name="Murillo Álvaro Borges de Sousa" userId="02386067-c46f-46e6-bf61-8f6a774af0e5" providerId="ADAL" clId="{311A7441-950B-4B75-9565-A3825C8F48D5}" dt="2025-08-28T13:50:41.208" v="39" actId="478"/>
          <ac:spMkLst>
            <pc:docMk/>
            <pc:sldMk cId="2016911562" sldId="287"/>
            <ac:spMk id="1683" creationId="{D5D3EF4C-2CA8-25F9-1338-DCA1E25CA7FF}"/>
          </ac:spMkLst>
        </pc:spChg>
        <pc:spChg chg="del">
          <ac:chgData name="Murillo Álvaro Borges de Sousa" userId="02386067-c46f-46e6-bf61-8f6a774af0e5" providerId="ADAL" clId="{311A7441-950B-4B75-9565-A3825C8F48D5}" dt="2025-08-28T13:50:03.463" v="5" actId="478"/>
          <ac:spMkLst>
            <pc:docMk/>
            <pc:sldMk cId="2016911562" sldId="287"/>
            <ac:spMk id="1686" creationId="{8CF850AF-B337-057A-52B2-E08D5EE0F38B}"/>
          </ac:spMkLst>
        </pc:spChg>
        <pc:spChg chg="del">
          <ac:chgData name="Murillo Álvaro Borges de Sousa" userId="02386067-c46f-46e6-bf61-8f6a774af0e5" providerId="ADAL" clId="{311A7441-950B-4B75-9565-A3825C8F48D5}" dt="2025-08-28T13:50:01.071" v="4" actId="478"/>
          <ac:spMkLst>
            <pc:docMk/>
            <pc:sldMk cId="2016911562" sldId="287"/>
            <ac:spMk id="1687" creationId="{C097B2D9-14A9-57C8-875C-F4973B9B7754}"/>
          </ac:spMkLst>
        </pc:spChg>
        <pc:spChg chg="del">
          <ac:chgData name="Murillo Álvaro Borges de Sousa" userId="02386067-c46f-46e6-bf61-8f6a774af0e5" providerId="ADAL" clId="{311A7441-950B-4B75-9565-A3825C8F48D5}" dt="2025-08-28T13:50:11.057" v="7" actId="478"/>
          <ac:spMkLst>
            <pc:docMk/>
            <pc:sldMk cId="2016911562" sldId="287"/>
            <ac:spMk id="1779" creationId="{70927396-C22F-06B2-39D2-4F4A56E21D2B}"/>
          </ac:spMkLst>
        </pc:spChg>
        <pc:spChg chg="del">
          <ac:chgData name="Murillo Álvaro Borges de Sousa" userId="02386067-c46f-46e6-bf61-8f6a774af0e5" providerId="ADAL" clId="{311A7441-950B-4B75-9565-A3825C8F48D5}" dt="2025-08-28T13:50:13.282" v="8" actId="478"/>
          <ac:spMkLst>
            <pc:docMk/>
            <pc:sldMk cId="2016911562" sldId="287"/>
            <ac:spMk id="1780" creationId="{35A44534-DED8-669D-EB42-73E9849F8C99}"/>
          </ac:spMkLst>
        </pc:spChg>
        <pc:spChg chg="del">
          <ac:chgData name="Murillo Álvaro Borges de Sousa" userId="02386067-c46f-46e6-bf61-8f6a774af0e5" providerId="ADAL" clId="{311A7441-950B-4B75-9565-A3825C8F48D5}" dt="2025-08-28T13:50:07.890" v="6" actId="478"/>
          <ac:spMkLst>
            <pc:docMk/>
            <pc:sldMk cId="2016911562" sldId="287"/>
            <ac:spMk id="1781" creationId="{BBFB0388-BE1D-B74A-67A0-E3D4FF797083}"/>
          </ac:spMkLst>
        </pc:spChg>
        <pc:spChg chg="del">
          <ac:chgData name="Murillo Álvaro Borges de Sousa" userId="02386067-c46f-46e6-bf61-8f6a774af0e5" providerId="ADAL" clId="{311A7441-950B-4B75-9565-A3825C8F48D5}" dt="2025-08-28T13:50:14.505" v="9" actId="478"/>
          <ac:spMkLst>
            <pc:docMk/>
            <pc:sldMk cId="2016911562" sldId="287"/>
            <ac:spMk id="1782" creationId="{22886805-5731-D6D4-B727-4FEAB5B0A830}"/>
          </ac:spMkLst>
        </pc:spChg>
        <pc:grpChg chg="del">
          <ac:chgData name="Murillo Álvaro Borges de Sousa" userId="02386067-c46f-46e6-bf61-8f6a774af0e5" providerId="ADAL" clId="{311A7441-950B-4B75-9565-A3825C8F48D5}" dt="2025-08-28T13:53:12.297" v="67" actId="478"/>
          <ac:grpSpMkLst>
            <pc:docMk/>
            <pc:sldMk cId="2016911562" sldId="287"/>
            <ac:grpSpMk id="1678" creationId="{3DB4B0E0-BE3C-463D-68DE-3A9660C8FB30}"/>
          </ac:grpSpMkLst>
        </pc:grpChg>
        <pc:grpChg chg="mod">
          <ac:chgData name="Murillo Álvaro Borges de Sousa" userId="02386067-c46f-46e6-bf61-8f6a774af0e5" providerId="ADAL" clId="{311A7441-950B-4B75-9565-A3825C8F48D5}" dt="2025-08-28T13:50:23.682" v="36" actId="1036"/>
          <ac:grpSpMkLst>
            <pc:docMk/>
            <pc:sldMk cId="2016911562" sldId="287"/>
            <ac:grpSpMk id="1688" creationId="{1A0F8810-CA58-7A8D-C9B8-855ECBFD45CE}"/>
          </ac:grpSpMkLst>
        </pc:grpChg>
        <pc:grpChg chg="del">
          <ac:chgData name="Murillo Álvaro Borges de Sousa" userId="02386067-c46f-46e6-bf61-8f6a774af0e5" providerId="ADAL" clId="{311A7441-950B-4B75-9565-A3825C8F48D5}" dt="2025-08-28T13:49:59.310" v="3" actId="478"/>
          <ac:grpSpMkLst>
            <pc:docMk/>
            <pc:sldMk cId="2016911562" sldId="287"/>
            <ac:grpSpMk id="1783" creationId="{98DBAECE-6738-7E4B-9485-1E4061CB2650}"/>
          </ac:grpSpMkLst>
        </pc:grpChg>
        <pc:cxnChg chg="mod">
          <ac:chgData name="Murillo Álvaro Borges de Sousa" userId="02386067-c46f-46e6-bf61-8f6a774af0e5" providerId="ADAL" clId="{311A7441-950B-4B75-9565-A3825C8F48D5}" dt="2025-08-28T13:52:14.253" v="49" actId="1076"/>
          <ac:cxnSpMkLst>
            <pc:docMk/>
            <pc:sldMk cId="2016911562" sldId="287"/>
            <ac:cxnSpMk id="1672" creationId="{29D0176A-D222-7F69-AB7F-3EC4DFBAB98C}"/>
          </ac:cxnSpMkLst>
        </pc:cxnChg>
        <pc:cxnChg chg="del">
          <ac:chgData name="Murillo Álvaro Borges de Sousa" userId="02386067-c46f-46e6-bf61-8f6a774af0e5" providerId="ADAL" clId="{311A7441-950B-4B75-9565-A3825C8F48D5}" dt="2025-08-28T13:53:10.417" v="66" actId="478"/>
          <ac:cxnSpMkLst>
            <pc:docMk/>
            <pc:sldMk cId="2016911562" sldId="287"/>
            <ac:cxnSpMk id="1679" creationId="{E9FE2A60-94D6-6AD1-9A92-CADE0C30F27E}"/>
          </ac:cxnSpMkLst>
        </pc:cxnChg>
        <pc:cxnChg chg="del">
          <ac:chgData name="Murillo Álvaro Borges de Sousa" userId="02386067-c46f-46e6-bf61-8f6a774af0e5" providerId="ADAL" clId="{311A7441-950B-4B75-9565-A3825C8F48D5}" dt="2025-08-28T13:53:12.297" v="67" actId="478"/>
          <ac:cxnSpMkLst>
            <pc:docMk/>
            <pc:sldMk cId="2016911562" sldId="287"/>
            <ac:cxnSpMk id="1680" creationId="{9CB3F8AC-0783-8EBF-49A0-D5FA1F8ADCDE}"/>
          </ac:cxnSpMkLst>
        </pc:cxnChg>
        <pc:cxnChg chg="del">
          <ac:chgData name="Murillo Álvaro Borges de Sousa" userId="02386067-c46f-46e6-bf61-8f6a774af0e5" providerId="ADAL" clId="{311A7441-950B-4B75-9565-A3825C8F48D5}" dt="2025-08-28T13:53:13.985" v="68" actId="478"/>
          <ac:cxnSpMkLst>
            <pc:docMk/>
            <pc:sldMk cId="2016911562" sldId="287"/>
            <ac:cxnSpMk id="1684" creationId="{33F3E16D-7D29-A82D-9F43-D338EACC78F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7" name="Google Shape;128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3" name="Google Shape;147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9" name="Google Shape;150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0" name="Google Shape;156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3" name="Google Shape;165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1">
          <a:extLst>
            <a:ext uri="{FF2B5EF4-FFF2-40B4-BE49-F238E27FC236}">
              <a16:creationId xmlns:a16="http://schemas.microsoft.com/office/drawing/2014/main" id="{4986A571-D764-B25C-1316-8786B558F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26:notes">
            <a:extLst>
              <a:ext uri="{FF2B5EF4-FFF2-40B4-BE49-F238E27FC236}">
                <a16:creationId xmlns:a16="http://schemas.microsoft.com/office/drawing/2014/main" id="{9105FB48-67B1-154B-6551-7FCC7AE325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3" name="Google Shape;1653;p26:notes">
            <a:extLst>
              <a:ext uri="{FF2B5EF4-FFF2-40B4-BE49-F238E27FC236}">
                <a16:creationId xmlns:a16="http://schemas.microsoft.com/office/drawing/2014/main" id="{87A894AD-B179-A349-458F-420D1D0F0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25506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6" name="Google Shape;185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0" name="Google Shape;200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g19301af8f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4" name="Google Shape;2084;g19301af8f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g19301af8f5b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8" name="Google Shape;2088;g19301af8f5b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3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2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3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3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3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4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5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5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35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5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8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8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9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9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16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35.png"/><Relationship Id="rId7" Type="http://schemas.openxmlformats.org/officeDocument/2006/relationships/image" Target="../media/image79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37.png"/><Relationship Id="rId5" Type="http://schemas.openxmlformats.org/officeDocument/2006/relationships/image" Target="../media/image77.png"/><Relationship Id="rId10" Type="http://schemas.openxmlformats.org/officeDocument/2006/relationships/image" Target="../media/image36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89.png"/><Relationship Id="rId7" Type="http://schemas.openxmlformats.org/officeDocument/2006/relationships/image" Target="../media/image45.pn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93.png"/><Relationship Id="rId5" Type="http://schemas.openxmlformats.org/officeDocument/2006/relationships/image" Target="../media/image37.png"/><Relationship Id="rId10" Type="http://schemas.openxmlformats.org/officeDocument/2006/relationships/image" Target="../media/image92.png"/><Relationship Id="rId4" Type="http://schemas.openxmlformats.org/officeDocument/2006/relationships/image" Target="../media/image35.png"/><Relationship Id="rId9" Type="http://schemas.openxmlformats.org/officeDocument/2006/relationships/image" Target="../media/image9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18" Type="http://schemas.openxmlformats.org/officeDocument/2006/relationships/image" Target="../media/image128.png"/><Relationship Id="rId3" Type="http://schemas.openxmlformats.org/officeDocument/2006/relationships/image" Target="../media/image113.png"/><Relationship Id="rId21" Type="http://schemas.openxmlformats.org/officeDocument/2006/relationships/image" Target="../media/image131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17" Type="http://schemas.openxmlformats.org/officeDocument/2006/relationships/image" Target="../media/image127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26.png"/><Relationship Id="rId20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5" Type="http://schemas.openxmlformats.org/officeDocument/2006/relationships/image" Target="../media/image125.png"/><Relationship Id="rId10" Type="http://schemas.openxmlformats.org/officeDocument/2006/relationships/image" Target="../media/image120.png"/><Relationship Id="rId19" Type="http://schemas.openxmlformats.org/officeDocument/2006/relationships/image" Target="../media/image129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4" Type="http://schemas.openxmlformats.org/officeDocument/2006/relationships/image" Target="../media/image124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4.png"/><Relationship Id="rId26" Type="http://schemas.openxmlformats.org/officeDocument/2006/relationships/image" Target="../media/image152.png"/><Relationship Id="rId39" Type="http://schemas.openxmlformats.org/officeDocument/2006/relationships/image" Target="../media/image165.png"/><Relationship Id="rId21" Type="http://schemas.openxmlformats.org/officeDocument/2006/relationships/image" Target="../media/image147.png"/><Relationship Id="rId34" Type="http://schemas.openxmlformats.org/officeDocument/2006/relationships/image" Target="../media/image160.png"/><Relationship Id="rId7" Type="http://schemas.openxmlformats.org/officeDocument/2006/relationships/image" Target="../media/image120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5" Type="http://schemas.openxmlformats.org/officeDocument/2006/relationships/image" Target="../media/image151.png"/><Relationship Id="rId33" Type="http://schemas.openxmlformats.org/officeDocument/2006/relationships/image" Target="../media/image159.png"/><Relationship Id="rId38" Type="http://schemas.openxmlformats.org/officeDocument/2006/relationships/image" Target="../media/image164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42.png"/><Relationship Id="rId20" Type="http://schemas.openxmlformats.org/officeDocument/2006/relationships/image" Target="../media/image146.png"/><Relationship Id="rId29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11" Type="http://schemas.openxmlformats.org/officeDocument/2006/relationships/image" Target="../media/image128.png"/><Relationship Id="rId24" Type="http://schemas.openxmlformats.org/officeDocument/2006/relationships/image" Target="../media/image150.png"/><Relationship Id="rId32" Type="http://schemas.openxmlformats.org/officeDocument/2006/relationships/image" Target="../media/image158.png"/><Relationship Id="rId37" Type="http://schemas.openxmlformats.org/officeDocument/2006/relationships/image" Target="../media/image163.png"/><Relationship Id="rId5" Type="http://schemas.openxmlformats.org/officeDocument/2006/relationships/image" Target="../media/image121.png"/><Relationship Id="rId15" Type="http://schemas.openxmlformats.org/officeDocument/2006/relationships/image" Target="../media/image141.png"/><Relationship Id="rId23" Type="http://schemas.openxmlformats.org/officeDocument/2006/relationships/image" Target="../media/image149.png"/><Relationship Id="rId28" Type="http://schemas.openxmlformats.org/officeDocument/2006/relationships/image" Target="../media/image154.png"/><Relationship Id="rId36" Type="http://schemas.openxmlformats.org/officeDocument/2006/relationships/image" Target="../media/image162.png"/><Relationship Id="rId10" Type="http://schemas.openxmlformats.org/officeDocument/2006/relationships/image" Target="../media/image137.png"/><Relationship Id="rId19" Type="http://schemas.openxmlformats.org/officeDocument/2006/relationships/image" Target="../media/image145.png"/><Relationship Id="rId31" Type="http://schemas.openxmlformats.org/officeDocument/2006/relationships/image" Target="../media/image157.png"/><Relationship Id="rId4" Type="http://schemas.openxmlformats.org/officeDocument/2006/relationships/image" Target="../media/image133.png"/><Relationship Id="rId9" Type="http://schemas.openxmlformats.org/officeDocument/2006/relationships/image" Target="../media/image136.png"/><Relationship Id="rId14" Type="http://schemas.openxmlformats.org/officeDocument/2006/relationships/image" Target="../media/image140.png"/><Relationship Id="rId22" Type="http://schemas.openxmlformats.org/officeDocument/2006/relationships/image" Target="../media/image148.png"/><Relationship Id="rId27" Type="http://schemas.openxmlformats.org/officeDocument/2006/relationships/image" Target="../media/image153.png"/><Relationship Id="rId30" Type="http://schemas.openxmlformats.org/officeDocument/2006/relationships/image" Target="../media/image156.png"/><Relationship Id="rId35" Type="http://schemas.openxmlformats.org/officeDocument/2006/relationships/image" Target="../media/image161.png"/><Relationship Id="rId8" Type="http://schemas.openxmlformats.org/officeDocument/2006/relationships/image" Target="../media/image135.png"/><Relationship Id="rId3" Type="http://schemas.openxmlformats.org/officeDocument/2006/relationships/image" Target="../media/image13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72.png"/><Relationship Id="rId3" Type="http://schemas.openxmlformats.org/officeDocument/2006/relationships/image" Target="../media/image166.png"/><Relationship Id="rId7" Type="http://schemas.openxmlformats.org/officeDocument/2006/relationships/image" Target="../media/image170.png"/><Relationship Id="rId12" Type="http://schemas.openxmlformats.org/officeDocument/2006/relationships/image" Target="../media/image1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58.png"/><Relationship Id="rId5" Type="http://schemas.openxmlformats.org/officeDocument/2006/relationships/image" Target="../media/image168.png"/><Relationship Id="rId10" Type="http://schemas.openxmlformats.org/officeDocument/2006/relationships/image" Target="../media/image57.png"/><Relationship Id="rId4" Type="http://schemas.openxmlformats.org/officeDocument/2006/relationships/image" Target="../media/image167.png"/><Relationship Id="rId9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5" Type="http://schemas.openxmlformats.org/officeDocument/2006/relationships/image" Target="../media/image170.png"/><Relationship Id="rId4" Type="http://schemas.openxmlformats.org/officeDocument/2006/relationships/image" Target="../media/image16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image" Target="../media/image173.png"/><Relationship Id="rId7" Type="http://schemas.openxmlformats.org/officeDocument/2006/relationships/image" Target="../media/image17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3" Type="http://schemas.openxmlformats.org/officeDocument/2006/relationships/image" Target="../media/image179.png"/><Relationship Id="rId7" Type="http://schemas.openxmlformats.org/officeDocument/2006/relationships/image" Target="../media/image18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4" Type="http://schemas.openxmlformats.org/officeDocument/2006/relationships/image" Target="../media/image180.png"/><Relationship Id="rId9" Type="http://schemas.openxmlformats.org/officeDocument/2006/relationships/image" Target="../media/image18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547687" y="1030741"/>
            <a:ext cx="4048126" cy="739548"/>
            <a:chOff x="647700" y="2986087"/>
            <a:chExt cx="4048126" cy="739548"/>
          </a:xfrm>
        </p:grpSpPr>
        <p:sp>
          <p:nvSpPr>
            <p:cNvPr id="85" name="Google Shape;85;p1"/>
            <p:cNvSpPr/>
            <p:nvPr/>
          </p:nvSpPr>
          <p:spPr>
            <a:xfrm>
              <a:off x="1833562" y="2986087"/>
              <a:ext cx="357187" cy="739548"/>
            </a:xfrm>
            <a:prstGeom prst="arc">
              <a:avLst>
                <a:gd name="adj1" fmla="val 16111471"/>
                <a:gd name="adj2" fmla="val 10811537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1833563" y="2986087"/>
              <a:ext cx="847725" cy="739548"/>
            </a:xfrm>
            <a:prstGeom prst="arc">
              <a:avLst>
                <a:gd name="adj1" fmla="val 10790931"/>
                <a:gd name="adj2" fmla="val 16194641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1581149" y="2986087"/>
              <a:ext cx="357187" cy="739548"/>
            </a:xfrm>
            <a:prstGeom prst="arc">
              <a:avLst>
                <a:gd name="adj1" fmla="val 16111471"/>
                <a:gd name="adj2" fmla="val 10811537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1581150" y="2986087"/>
              <a:ext cx="847725" cy="739548"/>
            </a:xfrm>
            <a:prstGeom prst="arc">
              <a:avLst>
                <a:gd name="adj1" fmla="val 10790931"/>
                <a:gd name="adj2" fmla="val 16194641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1328737" y="2986087"/>
              <a:ext cx="357187" cy="739548"/>
            </a:xfrm>
            <a:prstGeom prst="arc">
              <a:avLst>
                <a:gd name="adj1" fmla="val 16111471"/>
                <a:gd name="adj2" fmla="val 10811537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1328738" y="2986087"/>
              <a:ext cx="847725" cy="739548"/>
            </a:xfrm>
            <a:prstGeom prst="arc">
              <a:avLst>
                <a:gd name="adj1" fmla="val 10790931"/>
                <a:gd name="adj2" fmla="val 16194641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1076324" y="2986087"/>
              <a:ext cx="357187" cy="739548"/>
            </a:xfrm>
            <a:prstGeom prst="arc">
              <a:avLst>
                <a:gd name="adj1" fmla="val 16111471"/>
                <a:gd name="adj2" fmla="val 10811537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1076325" y="2986087"/>
              <a:ext cx="847725" cy="739548"/>
            </a:xfrm>
            <a:prstGeom prst="arc">
              <a:avLst>
                <a:gd name="adj1" fmla="val 10790931"/>
                <a:gd name="adj2" fmla="val 16194641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2843212" y="2986087"/>
              <a:ext cx="357187" cy="739548"/>
            </a:xfrm>
            <a:prstGeom prst="arc">
              <a:avLst>
                <a:gd name="adj1" fmla="val 16111471"/>
                <a:gd name="adj2" fmla="val 10811537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2843213" y="2986087"/>
              <a:ext cx="847725" cy="739548"/>
            </a:xfrm>
            <a:prstGeom prst="arc">
              <a:avLst>
                <a:gd name="adj1" fmla="val 10790931"/>
                <a:gd name="adj2" fmla="val 16194641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2590799" y="2986087"/>
              <a:ext cx="357187" cy="739548"/>
            </a:xfrm>
            <a:prstGeom prst="arc">
              <a:avLst>
                <a:gd name="adj1" fmla="val 16111471"/>
                <a:gd name="adj2" fmla="val 10811537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2590800" y="2986087"/>
              <a:ext cx="847725" cy="739548"/>
            </a:xfrm>
            <a:prstGeom prst="arc">
              <a:avLst>
                <a:gd name="adj1" fmla="val 10790931"/>
                <a:gd name="adj2" fmla="val 16194641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2338387" y="2986087"/>
              <a:ext cx="357187" cy="739548"/>
            </a:xfrm>
            <a:prstGeom prst="arc">
              <a:avLst>
                <a:gd name="adj1" fmla="val 16111471"/>
                <a:gd name="adj2" fmla="val 10811537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2338388" y="2986087"/>
              <a:ext cx="847725" cy="739548"/>
            </a:xfrm>
            <a:prstGeom prst="arc">
              <a:avLst>
                <a:gd name="adj1" fmla="val 10790931"/>
                <a:gd name="adj2" fmla="val 16194641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2085974" y="2986087"/>
              <a:ext cx="357187" cy="739548"/>
            </a:xfrm>
            <a:prstGeom prst="arc">
              <a:avLst>
                <a:gd name="adj1" fmla="val 16111471"/>
                <a:gd name="adj2" fmla="val 10811537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2085975" y="2986087"/>
              <a:ext cx="847725" cy="739548"/>
            </a:xfrm>
            <a:prstGeom prst="arc">
              <a:avLst>
                <a:gd name="adj1" fmla="val 10790931"/>
                <a:gd name="adj2" fmla="val 16194641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3848100" y="2986087"/>
              <a:ext cx="357187" cy="739548"/>
            </a:xfrm>
            <a:prstGeom prst="arc">
              <a:avLst>
                <a:gd name="adj1" fmla="val 16111471"/>
                <a:gd name="adj2" fmla="val 10811537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3848101" y="2986087"/>
              <a:ext cx="847725" cy="739548"/>
            </a:xfrm>
            <a:prstGeom prst="arc">
              <a:avLst>
                <a:gd name="adj1" fmla="val 10790931"/>
                <a:gd name="adj2" fmla="val 16194641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3595687" y="2986087"/>
              <a:ext cx="357187" cy="739548"/>
            </a:xfrm>
            <a:prstGeom prst="arc">
              <a:avLst>
                <a:gd name="adj1" fmla="val 16111471"/>
                <a:gd name="adj2" fmla="val 10811537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3595688" y="2986087"/>
              <a:ext cx="847725" cy="739548"/>
            </a:xfrm>
            <a:prstGeom prst="arc">
              <a:avLst>
                <a:gd name="adj1" fmla="val 10790931"/>
                <a:gd name="adj2" fmla="val 16194641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3343275" y="2986087"/>
              <a:ext cx="357187" cy="739548"/>
            </a:xfrm>
            <a:prstGeom prst="arc">
              <a:avLst>
                <a:gd name="adj1" fmla="val 16111471"/>
                <a:gd name="adj2" fmla="val 10811537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3343276" y="2986087"/>
              <a:ext cx="847725" cy="739548"/>
            </a:xfrm>
            <a:prstGeom prst="arc">
              <a:avLst>
                <a:gd name="adj1" fmla="val 10790931"/>
                <a:gd name="adj2" fmla="val 16194641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3090862" y="2986087"/>
              <a:ext cx="357187" cy="739548"/>
            </a:xfrm>
            <a:prstGeom prst="arc">
              <a:avLst>
                <a:gd name="adj1" fmla="val 16111471"/>
                <a:gd name="adj2" fmla="val 10811537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3090863" y="2986087"/>
              <a:ext cx="847725" cy="739548"/>
            </a:xfrm>
            <a:prstGeom prst="arc">
              <a:avLst>
                <a:gd name="adj1" fmla="val 10790931"/>
                <a:gd name="adj2" fmla="val 16194641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823913" y="2986087"/>
              <a:ext cx="847725" cy="739548"/>
            </a:xfrm>
            <a:prstGeom prst="arc">
              <a:avLst>
                <a:gd name="adj1" fmla="val 10679173"/>
                <a:gd name="adj2" fmla="val 16194641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4090987" y="2986087"/>
              <a:ext cx="357187" cy="739548"/>
            </a:xfrm>
            <a:prstGeom prst="arc">
              <a:avLst>
                <a:gd name="adj1" fmla="val 16111471"/>
                <a:gd name="adj2" fmla="val 21589035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1" name="Google Shape;111;p1"/>
            <p:cNvCxnSpPr/>
            <p:nvPr/>
          </p:nvCxnSpPr>
          <p:spPr>
            <a:xfrm>
              <a:off x="4438650" y="3357563"/>
              <a:ext cx="180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2" name="Google Shape;112;p1"/>
            <p:cNvCxnSpPr/>
            <p:nvPr/>
          </p:nvCxnSpPr>
          <p:spPr>
            <a:xfrm>
              <a:off x="647700" y="3357563"/>
              <a:ext cx="180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3" name="Google Shape;113;p1"/>
          <p:cNvSpPr txBox="1"/>
          <p:nvPr/>
        </p:nvSpPr>
        <p:spPr>
          <a:xfrm>
            <a:off x="798959" y="439256"/>
            <a:ext cx="6671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Mola</a:t>
            </a:r>
            <a:endParaRPr/>
          </a:p>
        </p:txBody>
      </p:sp>
      <p:grpSp>
        <p:nvGrpSpPr>
          <p:cNvPr id="114" name="Google Shape;114;p1"/>
          <p:cNvGrpSpPr/>
          <p:nvPr/>
        </p:nvGrpSpPr>
        <p:grpSpPr>
          <a:xfrm>
            <a:off x="838200" y="3150593"/>
            <a:ext cx="3195638" cy="324036"/>
            <a:chOff x="1208315" y="3596907"/>
            <a:chExt cx="3195638" cy="324036"/>
          </a:xfrm>
        </p:grpSpPr>
        <p:cxnSp>
          <p:nvCxnSpPr>
            <p:cNvPr id="115" name="Google Shape;115;p1"/>
            <p:cNvCxnSpPr/>
            <p:nvPr/>
          </p:nvCxnSpPr>
          <p:spPr>
            <a:xfrm>
              <a:off x="1208315" y="3758925"/>
              <a:ext cx="1361051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sp>
          <p:nvSpPr>
            <p:cNvPr id="116" name="Google Shape;116;p1"/>
            <p:cNvSpPr/>
            <p:nvPr/>
          </p:nvSpPr>
          <p:spPr>
            <a:xfrm>
              <a:off x="2497358" y="3686917"/>
              <a:ext cx="216024" cy="144016"/>
            </a:xfrm>
            <a:prstGeom prst="flowChartMagneticDrum">
              <a:avLst/>
            </a:prstGeom>
            <a:solidFill>
              <a:srgbClr val="7F7F7F"/>
            </a:solidFill>
            <a:ln w="19050" cap="flat" cmpd="sng">
              <a:solidFill>
                <a:srgbClr val="0C0C0C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2605370" y="3596907"/>
              <a:ext cx="396044" cy="324036"/>
            </a:xfrm>
            <a:prstGeom prst="flowChartMagneticDrum">
              <a:avLst/>
            </a:prstGeom>
            <a:solidFill>
              <a:srgbClr val="7F7F7F"/>
            </a:solidFill>
            <a:ln w="19050" cap="flat" cmpd="sng">
              <a:solidFill>
                <a:srgbClr val="0C0C0C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2929406" y="3686917"/>
              <a:ext cx="216024" cy="144016"/>
            </a:xfrm>
            <a:prstGeom prst="flowChartMagneticDrum">
              <a:avLst/>
            </a:prstGeom>
            <a:solidFill>
              <a:srgbClr val="7F7F7F"/>
            </a:solidFill>
            <a:ln w="19050" cap="flat" cmpd="sng">
              <a:solidFill>
                <a:srgbClr val="0C0C0C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9" name="Google Shape;119;p1"/>
            <p:cNvCxnSpPr/>
            <p:nvPr/>
          </p:nvCxnSpPr>
          <p:spPr>
            <a:xfrm>
              <a:off x="3109426" y="3758925"/>
              <a:ext cx="129452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</p:grpSp>
      <p:sp>
        <p:nvSpPr>
          <p:cNvPr id="120" name="Google Shape;120;p1"/>
          <p:cNvSpPr txBox="1"/>
          <p:nvPr/>
        </p:nvSpPr>
        <p:spPr>
          <a:xfrm>
            <a:off x="798959" y="2485770"/>
            <a:ext cx="14309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Amortecedor</a:t>
            </a:r>
            <a:endParaRPr/>
          </a:p>
        </p:txBody>
      </p:sp>
      <p:grpSp>
        <p:nvGrpSpPr>
          <p:cNvPr id="121" name="Google Shape;121;p1"/>
          <p:cNvGrpSpPr/>
          <p:nvPr/>
        </p:nvGrpSpPr>
        <p:grpSpPr>
          <a:xfrm>
            <a:off x="1551269" y="5020769"/>
            <a:ext cx="522709" cy="647546"/>
            <a:chOff x="1551269" y="5020769"/>
            <a:chExt cx="522709" cy="647546"/>
          </a:xfrm>
        </p:grpSpPr>
        <p:sp>
          <p:nvSpPr>
            <p:cNvPr id="122" name="Google Shape;122;p1"/>
            <p:cNvSpPr/>
            <p:nvPr/>
          </p:nvSpPr>
          <p:spPr>
            <a:xfrm>
              <a:off x="1929962" y="5272534"/>
              <a:ext cx="144016" cy="144016"/>
            </a:xfrm>
            <a:prstGeom prst="ellipse">
              <a:avLst/>
            </a:prstGeom>
            <a:solidFill>
              <a:srgbClr val="595959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1551269" y="5272534"/>
              <a:ext cx="144016" cy="144016"/>
            </a:xfrm>
            <a:prstGeom prst="ellipse">
              <a:avLst/>
            </a:prstGeom>
            <a:solidFill>
              <a:srgbClr val="595959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1633251" y="5020769"/>
              <a:ext cx="358745" cy="647546"/>
            </a:xfrm>
            <a:prstGeom prst="rect">
              <a:avLst/>
            </a:prstGeom>
            <a:solidFill>
              <a:srgbClr val="595959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18009" y="4400295"/>
            <a:ext cx="7825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Massa</a:t>
            </a:r>
            <a:endParaRPr/>
          </a:p>
        </p:txBody>
      </p:sp>
      <p:grpSp>
        <p:nvGrpSpPr>
          <p:cNvPr id="126" name="Google Shape;126;p1"/>
          <p:cNvGrpSpPr/>
          <p:nvPr/>
        </p:nvGrpSpPr>
        <p:grpSpPr>
          <a:xfrm>
            <a:off x="3290888" y="4545035"/>
            <a:ext cx="288032" cy="1749176"/>
            <a:chOff x="1835696" y="2240868"/>
            <a:chExt cx="288032" cy="1749176"/>
          </a:xfrm>
        </p:grpSpPr>
        <p:sp>
          <p:nvSpPr>
            <p:cNvPr id="127" name="Google Shape;127;p1"/>
            <p:cNvSpPr/>
            <p:nvPr/>
          </p:nvSpPr>
          <p:spPr>
            <a:xfrm>
              <a:off x="2051720" y="2456892"/>
              <a:ext cx="72008" cy="1296144"/>
            </a:xfrm>
            <a:prstGeom prst="rect">
              <a:avLst/>
            </a:prstGeom>
            <a:solidFill>
              <a:srgbClr val="595959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8" name="Google Shape;128;p1"/>
            <p:cNvCxnSpPr/>
            <p:nvPr/>
          </p:nvCxnSpPr>
          <p:spPr>
            <a:xfrm>
              <a:off x="1933422" y="2363108"/>
              <a:ext cx="118298" cy="17072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9" name="Google Shape;129;p1"/>
            <p:cNvCxnSpPr/>
            <p:nvPr/>
          </p:nvCxnSpPr>
          <p:spPr>
            <a:xfrm>
              <a:off x="1933422" y="2515508"/>
              <a:ext cx="118298" cy="17072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0" name="Google Shape;130;p1"/>
            <p:cNvCxnSpPr/>
            <p:nvPr/>
          </p:nvCxnSpPr>
          <p:spPr>
            <a:xfrm>
              <a:off x="1933422" y="2667908"/>
              <a:ext cx="118298" cy="17072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1" name="Google Shape;131;p1"/>
            <p:cNvCxnSpPr/>
            <p:nvPr/>
          </p:nvCxnSpPr>
          <p:spPr>
            <a:xfrm>
              <a:off x="1933422" y="2820308"/>
              <a:ext cx="118298" cy="17072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2" name="Google Shape;132;p1"/>
            <p:cNvCxnSpPr/>
            <p:nvPr/>
          </p:nvCxnSpPr>
          <p:spPr>
            <a:xfrm>
              <a:off x="1933422" y="2972708"/>
              <a:ext cx="118298" cy="17072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3" name="Google Shape;133;p1"/>
            <p:cNvCxnSpPr/>
            <p:nvPr/>
          </p:nvCxnSpPr>
          <p:spPr>
            <a:xfrm>
              <a:off x="1933422" y="3125108"/>
              <a:ext cx="118298" cy="17072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4" name="Google Shape;134;p1"/>
            <p:cNvCxnSpPr/>
            <p:nvPr/>
          </p:nvCxnSpPr>
          <p:spPr>
            <a:xfrm>
              <a:off x="1933422" y="3277508"/>
              <a:ext cx="118298" cy="17072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5" name="Google Shape;135;p1"/>
            <p:cNvCxnSpPr/>
            <p:nvPr/>
          </p:nvCxnSpPr>
          <p:spPr>
            <a:xfrm>
              <a:off x="1933422" y="3429908"/>
              <a:ext cx="118298" cy="17072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6" name="Google Shape;136;p1"/>
            <p:cNvCxnSpPr/>
            <p:nvPr/>
          </p:nvCxnSpPr>
          <p:spPr>
            <a:xfrm>
              <a:off x="1933422" y="3582308"/>
              <a:ext cx="118298" cy="17072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" name="Google Shape;137;p1"/>
            <p:cNvCxnSpPr/>
            <p:nvPr/>
          </p:nvCxnSpPr>
          <p:spPr>
            <a:xfrm>
              <a:off x="1943708" y="3734708"/>
              <a:ext cx="118298" cy="17072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8" name="Google Shape;138;p1"/>
            <p:cNvSpPr/>
            <p:nvPr/>
          </p:nvSpPr>
          <p:spPr>
            <a:xfrm>
              <a:off x="1835696" y="2240868"/>
              <a:ext cx="180020" cy="18002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 rot="-2146318">
              <a:off x="1909799" y="3785865"/>
              <a:ext cx="140753" cy="18002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1"/>
          <p:cNvSpPr txBox="1"/>
          <p:nvPr/>
        </p:nvSpPr>
        <p:spPr>
          <a:xfrm>
            <a:off x="3161703" y="4300147"/>
            <a:ext cx="9110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Engaste</a:t>
            </a:r>
            <a:endParaRPr/>
          </a:p>
        </p:txBody>
      </p:sp>
      <p:cxnSp>
        <p:nvCxnSpPr>
          <p:cNvPr id="141" name="Google Shape;141;p1"/>
          <p:cNvCxnSpPr/>
          <p:nvPr/>
        </p:nvCxnSpPr>
        <p:spPr>
          <a:xfrm>
            <a:off x="6661223" y="1776930"/>
            <a:ext cx="504056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42" name="Google Shape;142;p1"/>
          <p:cNvCxnSpPr/>
          <p:nvPr/>
        </p:nvCxnSpPr>
        <p:spPr>
          <a:xfrm rot="10800000">
            <a:off x="6604192" y="1710400"/>
            <a:ext cx="0" cy="79208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3" name="Google Shape;143;p1"/>
          <p:cNvCxnSpPr/>
          <p:nvPr/>
        </p:nvCxnSpPr>
        <p:spPr>
          <a:xfrm>
            <a:off x="6661216" y="2128256"/>
            <a:ext cx="504056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44" name="Google Shape;144;p1"/>
          <p:cNvSpPr txBox="1"/>
          <p:nvPr/>
        </p:nvSpPr>
        <p:spPr>
          <a:xfrm>
            <a:off x="6733224" y="1804220"/>
            <a:ext cx="4010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x1</a:t>
            </a:r>
            <a:endParaRPr/>
          </a:p>
        </p:txBody>
      </p:sp>
      <p:sp>
        <p:nvSpPr>
          <p:cNvPr id="145" name="Google Shape;145;p1"/>
          <p:cNvSpPr txBox="1"/>
          <p:nvPr/>
        </p:nvSpPr>
        <p:spPr>
          <a:xfrm>
            <a:off x="6648239" y="1363214"/>
            <a:ext cx="3722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endParaRPr/>
          </a:p>
        </p:txBody>
      </p:sp>
      <p:sp>
        <p:nvSpPr>
          <p:cNvPr id="146" name="Google Shape;146;p1"/>
          <p:cNvSpPr txBox="1"/>
          <p:nvPr/>
        </p:nvSpPr>
        <p:spPr>
          <a:xfrm>
            <a:off x="7231962" y="2437007"/>
            <a:ext cx="4860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endParaRPr/>
          </a:p>
        </p:txBody>
      </p:sp>
      <p:sp>
        <p:nvSpPr>
          <p:cNvPr id="147" name="Google Shape;147;p1"/>
          <p:cNvSpPr txBox="1"/>
          <p:nvPr/>
        </p:nvSpPr>
        <p:spPr>
          <a:xfrm>
            <a:off x="7374683" y="1845627"/>
            <a:ext cx="4058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k1</a:t>
            </a:r>
            <a:endParaRPr/>
          </a:p>
        </p:txBody>
      </p:sp>
      <p:sp>
        <p:nvSpPr>
          <p:cNvPr id="148" name="Google Shape;148;p1"/>
          <p:cNvSpPr txBox="1"/>
          <p:nvPr/>
        </p:nvSpPr>
        <p:spPr>
          <a:xfrm>
            <a:off x="6742330" y="2387166"/>
            <a:ext cx="4395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pt-BR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149" name="Google Shape;149;p1"/>
          <p:cNvSpPr txBox="1"/>
          <p:nvPr/>
        </p:nvSpPr>
        <p:spPr>
          <a:xfrm>
            <a:off x="6329446" y="827604"/>
            <a:ext cx="17318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Setas e números</a:t>
            </a:r>
            <a:endParaRPr/>
          </a:p>
        </p:txBody>
      </p:sp>
      <p:cxnSp>
        <p:nvCxnSpPr>
          <p:cNvPr id="150" name="Google Shape;150;p1"/>
          <p:cNvCxnSpPr/>
          <p:nvPr/>
        </p:nvCxnSpPr>
        <p:spPr>
          <a:xfrm>
            <a:off x="4883797" y="656495"/>
            <a:ext cx="0" cy="5400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cxnSp>
      <p:grpSp>
        <p:nvGrpSpPr>
          <p:cNvPr id="151" name="Google Shape;151;p1"/>
          <p:cNvGrpSpPr/>
          <p:nvPr/>
        </p:nvGrpSpPr>
        <p:grpSpPr>
          <a:xfrm>
            <a:off x="6291204" y="5393646"/>
            <a:ext cx="1152000" cy="573570"/>
            <a:chOff x="2876246" y="5420791"/>
            <a:chExt cx="1187312" cy="573570"/>
          </a:xfrm>
        </p:grpSpPr>
        <p:grpSp>
          <p:nvGrpSpPr>
            <p:cNvPr id="152" name="Google Shape;152;p1"/>
            <p:cNvGrpSpPr/>
            <p:nvPr/>
          </p:nvGrpSpPr>
          <p:grpSpPr>
            <a:xfrm rot="10800000" flipH="1">
              <a:off x="3031610" y="5759005"/>
              <a:ext cx="911299" cy="235356"/>
              <a:chOff x="406024" y="5316991"/>
              <a:chExt cx="2584826" cy="426584"/>
            </a:xfrm>
          </p:grpSpPr>
          <p:sp>
            <p:nvSpPr>
              <p:cNvPr id="153" name="Google Shape;153;p1"/>
              <p:cNvSpPr/>
              <p:nvPr/>
            </p:nvSpPr>
            <p:spPr>
              <a:xfrm>
                <a:off x="1511633" y="5316991"/>
                <a:ext cx="339118" cy="426584"/>
              </a:xfrm>
              <a:prstGeom prst="arc">
                <a:avLst>
                  <a:gd name="adj1" fmla="val 16111471"/>
                  <a:gd name="adj2" fmla="val 10811537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1"/>
              <p:cNvSpPr/>
              <p:nvPr/>
            </p:nvSpPr>
            <p:spPr>
              <a:xfrm>
                <a:off x="1511634" y="5316991"/>
                <a:ext cx="804840" cy="426584"/>
              </a:xfrm>
              <a:prstGeom prst="arc">
                <a:avLst>
                  <a:gd name="adj1" fmla="val 10790931"/>
                  <a:gd name="adj2" fmla="val 16194641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1"/>
              <p:cNvSpPr/>
              <p:nvPr/>
            </p:nvSpPr>
            <p:spPr>
              <a:xfrm>
                <a:off x="1271989" y="5316991"/>
                <a:ext cx="339118" cy="426584"/>
              </a:xfrm>
              <a:prstGeom prst="arc">
                <a:avLst>
                  <a:gd name="adj1" fmla="val 16111471"/>
                  <a:gd name="adj2" fmla="val 10811537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"/>
              <p:cNvSpPr/>
              <p:nvPr/>
            </p:nvSpPr>
            <p:spPr>
              <a:xfrm>
                <a:off x="1271990" y="5316991"/>
                <a:ext cx="804840" cy="426584"/>
              </a:xfrm>
              <a:prstGeom prst="arc">
                <a:avLst>
                  <a:gd name="adj1" fmla="val 10790931"/>
                  <a:gd name="adj2" fmla="val 16194641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"/>
              <p:cNvSpPr/>
              <p:nvPr/>
            </p:nvSpPr>
            <p:spPr>
              <a:xfrm>
                <a:off x="1032346" y="5316991"/>
                <a:ext cx="339118" cy="426584"/>
              </a:xfrm>
              <a:prstGeom prst="arc">
                <a:avLst>
                  <a:gd name="adj1" fmla="val 16111471"/>
                  <a:gd name="adj2" fmla="val 10811537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1"/>
              <p:cNvSpPr/>
              <p:nvPr/>
            </p:nvSpPr>
            <p:spPr>
              <a:xfrm>
                <a:off x="1032347" y="5316991"/>
                <a:ext cx="804840" cy="426584"/>
              </a:xfrm>
              <a:prstGeom prst="arc">
                <a:avLst>
                  <a:gd name="adj1" fmla="val 10790931"/>
                  <a:gd name="adj2" fmla="val 16194641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1"/>
              <p:cNvSpPr/>
              <p:nvPr/>
            </p:nvSpPr>
            <p:spPr>
              <a:xfrm>
                <a:off x="792703" y="5316991"/>
                <a:ext cx="339118" cy="426584"/>
              </a:xfrm>
              <a:prstGeom prst="arc">
                <a:avLst>
                  <a:gd name="adj1" fmla="val 16111471"/>
                  <a:gd name="adj2" fmla="val 10811537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1"/>
              <p:cNvSpPr/>
              <p:nvPr/>
            </p:nvSpPr>
            <p:spPr>
              <a:xfrm>
                <a:off x="792704" y="5316991"/>
                <a:ext cx="804840" cy="426584"/>
              </a:xfrm>
              <a:prstGeom prst="arc">
                <a:avLst>
                  <a:gd name="adj1" fmla="val 10790931"/>
                  <a:gd name="adj2" fmla="val 16194641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1"/>
              <p:cNvSpPr/>
              <p:nvPr/>
            </p:nvSpPr>
            <p:spPr>
              <a:xfrm>
                <a:off x="1751276" y="5316991"/>
                <a:ext cx="339118" cy="426584"/>
              </a:xfrm>
              <a:prstGeom prst="arc">
                <a:avLst>
                  <a:gd name="adj1" fmla="val 16111471"/>
                  <a:gd name="adj2" fmla="val 10811537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1"/>
              <p:cNvSpPr/>
              <p:nvPr/>
            </p:nvSpPr>
            <p:spPr>
              <a:xfrm>
                <a:off x="1751277" y="5316991"/>
                <a:ext cx="804840" cy="426584"/>
              </a:xfrm>
              <a:prstGeom prst="arc">
                <a:avLst>
                  <a:gd name="adj1" fmla="val 10790931"/>
                  <a:gd name="adj2" fmla="val 16194641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"/>
              <p:cNvSpPr/>
              <p:nvPr/>
            </p:nvSpPr>
            <p:spPr>
              <a:xfrm>
                <a:off x="2186009" y="5316991"/>
                <a:ext cx="339118" cy="426584"/>
              </a:xfrm>
              <a:prstGeom prst="arc">
                <a:avLst>
                  <a:gd name="adj1" fmla="val 16111471"/>
                  <a:gd name="adj2" fmla="val 10811537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"/>
              <p:cNvSpPr/>
              <p:nvPr/>
            </p:nvSpPr>
            <p:spPr>
              <a:xfrm>
                <a:off x="2186010" y="5316991"/>
                <a:ext cx="804840" cy="426584"/>
              </a:xfrm>
              <a:prstGeom prst="arc">
                <a:avLst>
                  <a:gd name="adj1" fmla="val 10790931"/>
                  <a:gd name="adj2" fmla="val 16194641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"/>
              <p:cNvSpPr/>
              <p:nvPr/>
            </p:nvSpPr>
            <p:spPr>
              <a:xfrm>
                <a:off x="1946365" y="5316991"/>
                <a:ext cx="339118" cy="426584"/>
              </a:xfrm>
              <a:prstGeom prst="arc">
                <a:avLst>
                  <a:gd name="adj1" fmla="val 16111471"/>
                  <a:gd name="adj2" fmla="val 10811537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"/>
              <p:cNvSpPr/>
              <p:nvPr/>
            </p:nvSpPr>
            <p:spPr>
              <a:xfrm>
                <a:off x="1946366" y="5316991"/>
                <a:ext cx="804840" cy="426584"/>
              </a:xfrm>
              <a:prstGeom prst="arc">
                <a:avLst>
                  <a:gd name="adj1" fmla="val 10790931"/>
                  <a:gd name="adj2" fmla="val 16194641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"/>
              <p:cNvSpPr/>
              <p:nvPr/>
            </p:nvSpPr>
            <p:spPr>
              <a:xfrm>
                <a:off x="553061" y="5316991"/>
                <a:ext cx="804840" cy="426584"/>
              </a:xfrm>
              <a:prstGeom prst="arc">
                <a:avLst>
                  <a:gd name="adj1" fmla="val 10679173"/>
                  <a:gd name="adj2" fmla="val 16194641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1"/>
              <p:cNvSpPr/>
              <p:nvPr/>
            </p:nvSpPr>
            <p:spPr>
              <a:xfrm>
                <a:off x="2416609" y="5316991"/>
                <a:ext cx="339118" cy="426584"/>
              </a:xfrm>
              <a:prstGeom prst="arc">
                <a:avLst>
                  <a:gd name="adj1" fmla="val 16111471"/>
                  <a:gd name="adj2" fmla="val 21589035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69" name="Google Shape;169;p1"/>
              <p:cNvCxnSpPr/>
              <p:nvPr/>
            </p:nvCxnSpPr>
            <p:spPr>
              <a:xfrm>
                <a:off x="2733178" y="5518319"/>
                <a:ext cx="170894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0" name="Google Shape;170;p1"/>
              <p:cNvCxnSpPr/>
              <p:nvPr/>
            </p:nvCxnSpPr>
            <p:spPr>
              <a:xfrm>
                <a:off x="406024" y="5518319"/>
                <a:ext cx="170894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71" name="Google Shape;171;p1"/>
            <p:cNvGrpSpPr/>
            <p:nvPr/>
          </p:nvGrpSpPr>
          <p:grpSpPr>
            <a:xfrm>
              <a:off x="3015484" y="5420791"/>
              <a:ext cx="900000" cy="252000"/>
              <a:chOff x="2068305" y="3596907"/>
              <a:chExt cx="1544362" cy="324036"/>
            </a:xfrm>
          </p:grpSpPr>
          <p:cxnSp>
            <p:nvCxnSpPr>
              <p:cNvPr id="172" name="Google Shape;172;p1"/>
              <p:cNvCxnSpPr/>
              <p:nvPr/>
            </p:nvCxnSpPr>
            <p:spPr>
              <a:xfrm>
                <a:off x="2068305" y="3758925"/>
                <a:ext cx="501061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sp>
            <p:nvSpPr>
              <p:cNvPr id="173" name="Google Shape;173;p1"/>
              <p:cNvSpPr/>
              <p:nvPr/>
            </p:nvSpPr>
            <p:spPr>
              <a:xfrm>
                <a:off x="2497358" y="3686917"/>
                <a:ext cx="216024" cy="144016"/>
              </a:xfrm>
              <a:prstGeom prst="flowChartMagneticDrum">
                <a:avLst/>
              </a:prstGeom>
              <a:solidFill>
                <a:srgbClr val="7F7F7F"/>
              </a:solidFill>
              <a:ln w="19050" cap="flat" cmpd="sng">
                <a:solidFill>
                  <a:srgbClr val="0C0C0C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2605370" y="3596907"/>
                <a:ext cx="396044" cy="324036"/>
              </a:xfrm>
              <a:prstGeom prst="flowChartMagneticDrum">
                <a:avLst/>
              </a:prstGeom>
              <a:solidFill>
                <a:srgbClr val="7F7F7F"/>
              </a:solidFill>
              <a:ln w="19050" cap="flat" cmpd="sng">
                <a:solidFill>
                  <a:srgbClr val="0C0C0C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2929406" y="3686917"/>
                <a:ext cx="216024" cy="144016"/>
              </a:xfrm>
              <a:prstGeom prst="flowChartMagneticDrum">
                <a:avLst/>
              </a:prstGeom>
              <a:solidFill>
                <a:srgbClr val="7F7F7F"/>
              </a:solidFill>
              <a:ln w="19050" cap="flat" cmpd="sng">
                <a:solidFill>
                  <a:srgbClr val="0C0C0C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6" name="Google Shape;176;p1"/>
              <p:cNvCxnSpPr/>
              <p:nvPr/>
            </p:nvCxnSpPr>
            <p:spPr>
              <a:xfrm>
                <a:off x="3109425" y="3749400"/>
                <a:ext cx="50324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</p:grpSp>
        <p:cxnSp>
          <p:nvCxnSpPr>
            <p:cNvPr id="177" name="Google Shape;177;p1"/>
            <p:cNvCxnSpPr/>
            <p:nvPr/>
          </p:nvCxnSpPr>
          <p:spPr>
            <a:xfrm>
              <a:off x="3026848" y="5544621"/>
              <a:ext cx="0" cy="34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178" name="Google Shape;178;p1"/>
            <p:cNvCxnSpPr/>
            <p:nvPr/>
          </p:nvCxnSpPr>
          <p:spPr>
            <a:xfrm>
              <a:off x="3919558" y="5534051"/>
              <a:ext cx="0" cy="360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179" name="Google Shape;179;p1"/>
            <p:cNvCxnSpPr/>
            <p:nvPr/>
          </p:nvCxnSpPr>
          <p:spPr>
            <a:xfrm>
              <a:off x="2876246" y="5710900"/>
              <a:ext cx="144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180" name="Google Shape;180;p1"/>
            <p:cNvCxnSpPr/>
            <p:nvPr/>
          </p:nvCxnSpPr>
          <p:spPr>
            <a:xfrm>
              <a:off x="3919558" y="5710900"/>
              <a:ext cx="144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</p:grpSp>
      <p:grpSp>
        <p:nvGrpSpPr>
          <p:cNvPr id="181" name="Google Shape;181;p1"/>
          <p:cNvGrpSpPr/>
          <p:nvPr/>
        </p:nvGrpSpPr>
        <p:grpSpPr>
          <a:xfrm>
            <a:off x="6298897" y="4400309"/>
            <a:ext cx="1136921" cy="549832"/>
            <a:chOff x="3104340" y="5525757"/>
            <a:chExt cx="1136921" cy="549832"/>
          </a:xfrm>
        </p:grpSpPr>
        <p:cxnSp>
          <p:nvCxnSpPr>
            <p:cNvPr id="182" name="Google Shape;182;p1"/>
            <p:cNvCxnSpPr/>
            <p:nvPr/>
          </p:nvCxnSpPr>
          <p:spPr>
            <a:xfrm>
              <a:off x="3260780" y="5604158"/>
              <a:ext cx="0" cy="342000"/>
            </a:xfrm>
            <a:prstGeom prst="straightConnector1">
              <a:avLst/>
            </a:prstGeom>
            <a:noFill/>
            <a:ln w="69850" cap="flat" cmpd="dbl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183" name="Google Shape;183;p1"/>
            <p:cNvCxnSpPr/>
            <p:nvPr/>
          </p:nvCxnSpPr>
          <p:spPr>
            <a:xfrm>
              <a:off x="4082496" y="5593588"/>
              <a:ext cx="0" cy="360000"/>
            </a:xfrm>
            <a:prstGeom prst="straightConnector1">
              <a:avLst/>
            </a:prstGeom>
            <a:noFill/>
            <a:ln w="69850" cap="flat" cmpd="dbl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184" name="Google Shape;184;p1"/>
            <p:cNvCxnSpPr/>
            <p:nvPr/>
          </p:nvCxnSpPr>
          <p:spPr>
            <a:xfrm>
              <a:off x="3104340" y="5770437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185" name="Google Shape;185;p1"/>
            <p:cNvCxnSpPr/>
            <p:nvPr/>
          </p:nvCxnSpPr>
          <p:spPr>
            <a:xfrm>
              <a:off x="4101544" y="5770437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186" name="Google Shape;186;p1"/>
            <p:cNvCxnSpPr/>
            <p:nvPr/>
          </p:nvCxnSpPr>
          <p:spPr>
            <a:xfrm>
              <a:off x="3240882" y="5604158"/>
              <a:ext cx="396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187" name="Google Shape;187;p1"/>
            <p:cNvCxnSpPr/>
            <p:nvPr/>
          </p:nvCxnSpPr>
          <p:spPr>
            <a:xfrm>
              <a:off x="3240883" y="5947035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188" name="Google Shape;188;p1"/>
            <p:cNvCxnSpPr/>
            <p:nvPr/>
          </p:nvCxnSpPr>
          <p:spPr>
            <a:xfrm>
              <a:off x="3718162" y="5604158"/>
              <a:ext cx="39528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189" name="Google Shape;189;p1"/>
            <p:cNvCxnSpPr/>
            <p:nvPr/>
          </p:nvCxnSpPr>
          <p:spPr>
            <a:xfrm>
              <a:off x="3973732" y="5946826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grpSp>
          <p:nvGrpSpPr>
            <p:cNvPr id="190" name="Google Shape;190;p1"/>
            <p:cNvGrpSpPr/>
            <p:nvPr/>
          </p:nvGrpSpPr>
          <p:grpSpPr>
            <a:xfrm>
              <a:off x="3578445" y="5525757"/>
              <a:ext cx="139717" cy="162027"/>
              <a:chOff x="3578445" y="5525757"/>
              <a:chExt cx="139717" cy="162027"/>
            </a:xfrm>
          </p:grpSpPr>
          <p:cxnSp>
            <p:nvCxnSpPr>
              <p:cNvPr id="191" name="Google Shape;191;p1"/>
              <p:cNvCxnSpPr/>
              <p:nvPr/>
            </p:nvCxnSpPr>
            <p:spPr>
              <a:xfrm>
                <a:off x="3644739" y="5568457"/>
                <a:ext cx="0" cy="7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92" name="Google Shape;192;p1"/>
              <p:cNvCxnSpPr/>
              <p:nvPr/>
            </p:nvCxnSpPr>
            <p:spPr>
              <a:xfrm>
                <a:off x="3718162" y="5525757"/>
                <a:ext cx="0" cy="162027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93" name="Google Shape;193;p1"/>
              <p:cNvCxnSpPr/>
              <p:nvPr/>
            </p:nvCxnSpPr>
            <p:spPr>
              <a:xfrm>
                <a:off x="3578445" y="5525757"/>
                <a:ext cx="139717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94" name="Google Shape;194;p1"/>
              <p:cNvCxnSpPr/>
              <p:nvPr/>
            </p:nvCxnSpPr>
            <p:spPr>
              <a:xfrm>
                <a:off x="3578445" y="5687784"/>
                <a:ext cx="139717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</p:grpSp>
        <p:grpSp>
          <p:nvGrpSpPr>
            <p:cNvPr id="195" name="Google Shape;195;p1"/>
            <p:cNvGrpSpPr/>
            <p:nvPr/>
          </p:nvGrpSpPr>
          <p:grpSpPr>
            <a:xfrm>
              <a:off x="3377482" y="5818598"/>
              <a:ext cx="596249" cy="256991"/>
              <a:chOff x="3345762" y="6036793"/>
              <a:chExt cx="645068" cy="256991"/>
            </a:xfrm>
          </p:grpSpPr>
          <p:cxnSp>
            <p:nvCxnSpPr>
              <p:cNvPr id="196" name="Google Shape;196;p1"/>
              <p:cNvCxnSpPr/>
              <p:nvPr/>
            </p:nvCxnSpPr>
            <p:spPr>
              <a:xfrm rot="10800000" flipH="1">
                <a:off x="3345762" y="6042641"/>
                <a:ext cx="54000" cy="127221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97" name="Google Shape;197;p1"/>
              <p:cNvCxnSpPr/>
              <p:nvPr/>
            </p:nvCxnSpPr>
            <p:spPr>
              <a:xfrm rot="10800000">
                <a:off x="3399762" y="6039192"/>
                <a:ext cx="108000" cy="25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98" name="Google Shape;198;p1"/>
              <p:cNvCxnSpPr/>
              <p:nvPr/>
            </p:nvCxnSpPr>
            <p:spPr>
              <a:xfrm rot="10800000" flipH="1">
                <a:off x="3505106" y="6041784"/>
                <a:ext cx="108000" cy="25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99" name="Google Shape;199;p1"/>
              <p:cNvCxnSpPr/>
              <p:nvPr/>
            </p:nvCxnSpPr>
            <p:spPr>
              <a:xfrm rot="10800000">
                <a:off x="3612818" y="6039192"/>
                <a:ext cx="108000" cy="25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200" name="Google Shape;200;p1"/>
              <p:cNvCxnSpPr/>
              <p:nvPr/>
            </p:nvCxnSpPr>
            <p:spPr>
              <a:xfrm rot="10800000" flipH="1">
                <a:off x="3718162" y="6041784"/>
                <a:ext cx="108000" cy="25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201" name="Google Shape;201;p1"/>
              <p:cNvCxnSpPr/>
              <p:nvPr/>
            </p:nvCxnSpPr>
            <p:spPr>
              <a:xfrm rot="10800000">
                <a:off x="3830159" y="6036793"/>
                <a:ext cx="108000" cy="25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202" name="Google Shape;202;p1"/>
              <p:cNvCxnSpPr/>
              <p:nvPr/>
            </p:nvCxnSpPr>
            <p:spPr>
              <a:xfrm rot="10800000" flipH="1">
                <a:off x="3936830" y="6161572"/>
                <a:ext cx="54000" cy="127221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</p:grpSp>
      </p:grpSp>
      <p:sp>
        <p:nvSpPr>
          <p:cNvPr id="203" name="Google Shape;203;p1"/>
          <p:cNvSpPr txBox="1"/>
          <p:nvPr/>
        </p:nvSpPr>
        <p:spPr>
          <a:xfrm>
            <a:off x="5997392" y="3761004"/>
            <a:ext cx="16845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Outros modelos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2"/>
          <p:cNvGrpSpPr/>
          <p:nvPr/>
        </p:nvGrpSpPr>
        <p:grpSpPr>
          <a:xfrm>
            <a:off x="946681" y="3746898"/>
            <a:ext cx="2764790" cy="2708912"/>
            <a:chOff x="-35560" y="81899"/>
            <a:chExt cx="2764790" cy="2709466"/>
          </a:xfrm>
        </p:grpSpPr>
        <p:cxnSp>
          <p:nvCxnSpPr>
            <p:cNvPr id="209" name="Google Shape;209;p2"/>
            <p:cNvCxnSpPr/>
            <p:nvPr/>
          </p:nvCxnSpPr>
          <p:spPr>
            <a:xfrm flipH="1">
              <a:off x="1696085" y="1931670"/>
              <a:ext cx="342900" cy="342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0" name="Google Shape;210;p2"/>
            <p:cNvCxnSpPr/>
            <p:nvPr/>
          </p:nvCxnSpPr>
          <p:spPr>
            <a:xfrm>
              <a:off x="2038985" y="928370"/>
              <a:ext cx="0" cy="100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1" name="Google Shape;211;p2"/>
            <p:cNvCxnSpPr/>
            <p:nvPr/>
          </p:nvCxnSpPr>
          <p:spPr>
            <a:xfrm flipH="1">
              <a:off x="1696085" y="922020"/>
              <a:ext cx="342900" cy="342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2" name="Google Shape;212;p2"/>
            <p:cNvCxnSpPr/>
            <p:nvPr/>
          </p:nvCxnSpPr>
          <p:spPr>
            <a:xfrm>
              <a:off x="876935" y="922020"/>
              <a:ext cx="116205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3" name="Google Shape;213;p2"/>
            <p:cNvCxnSpPr/>
            <p:nvPr/>
          </p:nvCxnSpPr>
          <p:spPr>
            <a:xfrm>
              <a:off x="1689735" y="1264920"/>
              <a:ext cx="0" cy="100965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4" name="Google Shape;214;p2"/>
            <p:cNvCxnSpPr/>
            <p:nvPr/>
          </p:nvCxnSpPr>
          <p:spPr>
            <a:xfrm>
              <a:off x="540385" y="1264285"/>
              <a:ext cx="115633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5" name="Google Shape;215;p2"/>
            <p:cNvCxnSpPr/>
            <p:nvPr/>
          </p:nvCxnSpPr>
          <p:spPr>
            <a:xfrm>
              <a:off x="881380" y="1925320"/>
              <a:ext cx="163512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216" name="Google Shape;216;p2"/>
            <p:cNvCxnSpPr/>
            <p:nvPr/>
          </p:nvCxnSpPr>
          <p:spPr>
            <a:xfrm rot="10800000">
              <a:off x="881380" y="377825"/>
              <a:ext cx="0" cy="15468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217" name="Google Shape;217;p2"/>
            <p:cNvCxnSpPr/>
            <p:nvPr/>
          </p:nvCxnSpPr>
          <p:spPr>
            <a:xfrm flipH="1">
              <a:off x="215265" y="1925320"/>
              <a:ext cx="667385" cy="66738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218" name="Google Shape;218;p2"/>
            <p:cNvCxnSpPr/>
            <p:nvPr/>
          </p:nvCxnSpPr>
          <p:spPr>
            <a:xfrm rot="10800000">
              <a:off x="1376184" y="222523"/>
              <a:ext cx="319722" cy="103885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19" name="Google Shape;219;p2"/>
            <p:cNvCxnSpPr/>
            <p:nvPr/>
          </p:nvCxnSpPr>
          <p:spPr>
            <a:xfrm>
              <a:off x="534035" y="1264920"/>
              <a:ext cx="0" cy="1003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0" name="Google Shape;220;p2"/>
            <p:cNvCxnSpPr/>
            <p:nvPr/>
          </p:nvCxnSpPr>
          <p:spPr>
            <a:xfrm>
              <a:off x="540385" y="2274570"/>
              <a:ext cx="114935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221" name="Google Shape;221;p2"/>
            <p:cNvCxnSpPr/>
            <p:nvPr/>
          </p:nvCxnSpPr>
          <p:spPr>
            <a:xfrm flipH="1">
              <a:off x="534035" y="922020"/>
              <a:ext cx="342900" cy="342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sp>
          <p:nvSpPr>
            <p:cNvPr id="222" name="Google Shape;222;p2"/>
            <p:cNvSpPr txBox="1"/>
            <p:nvPr/>
          </p:nvSpPr>
          <p:spPr>
            <a:xfrm>
              <a:off x="1167130" y="1717675"/>
              <a:ext cx="250825" cy="2959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i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p2"/>
            <p:cNvSpPr txBox="1"/>
            <p:nvPr/>
          </p:nvSpPr>
          <p:spPr>
            <a:xfrm>
              <a:off x="2229485" y="951230"/>
              <a:ext cx="250825" cy="2959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i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p2"/>
            <p:cNvSpPr txBox="1"/>
            <p:nvPr/>
          </p:nvSpPr>
          <p:spPr>
            <a:xfrm>
              <a:off x="1377456" y="81899"/>
              <a:ext cx="250825" cy="2959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i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p2"/>
            <p:cNvSpPr txBox="1"/>
            <p:nvPr/>
          </p:nvSpPr>
          <p:spPr>
            <a:xfrm>
              <a:off x="2478405" y="1798955"/>
              <a:ext cx="250825" cy="2959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i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p2"/>
            <p:cNvSpPr txBox="1"/>
            <p:nvPr/>
          </p:nvSpPr>
          <p:spPr>
            <a:xfrm>
              <a:off x="-35560" y="2495455"/>
              <a:ext cx="250825" cy="2959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i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p2"/>
            <p:cNvSpPr txBox="1"/>
            <p:nvPr/>
          </p:nvSpPr>
          <p:spPr>
            <a:xfrm>
              <a:off x="737870" y="137160"/>
              <a:ext cx="250825" cy="2959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i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p2"/>
            <p:cNvSpPr txBox="1"/>
            <p:nvPr/>
          </p:nvSpPr>
          <p:spPr>
            <a:xfrm>
              <a:off x="1022350" y="2221230"/>
              <a:ext cx="250825" cy="2959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i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p2"/>
            <p:cNvSpPr txBox="1"/>
            <p:nvPr/>
          </p:nvSpPr>
          <p:spPr>
            <a:xfrm>
              <a:off x="293370" y="1630045"/>
              <a:ext cx="250825" cy="2959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i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p2"/>
            <p:cNvSpPr txBox="1"/>
            <p:nvPr/>
          </p:nvSpPr>
          <p:spPr>
            <a:xfrm>
              <a:off x="525145" y="873760"/>
              <a:ext cx="250825" cy="2959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i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p2"/>
            <p:cNvSpPr txBox="1"/>
            <p:nvPr/>
          </p:nvSpPr>
          <p:spPr>
            <a:xfrm>
              <a:off x="626110" y="1770380"/>
              <a:ext cx="250825" cy="2959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i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 rot="4476208">
              <a:off x="893706" y="898207"/>
              <a:ext cx="1612900" cy="729615"/>
            </a:xfrm>
            <a:prstGeom prst="can">
              <a:avLst>
                <a:gd name="adj" fmla="val 50000"/>
              </a:avLst>
            </a:prstGeom>
            <a:solidFill>
              <a:srgbClr val="7F7F7F">
                <a:alpha val="51764"/>
              </a:srgbClr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3" name="Google Shape;233;p2"/>
            <p:cNvCxnSpPr/>
            <p:nvPr/>
          </p:nvCxnSpPr>
          <p:spPr>
            <a:xfrm flipH="1">
              <a:off x="1377456" y="1261381"/>
              <a:ext cx="318450" cy="5816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34" name="Google Shape;234;p2"/>
            <p:cNvCxnSpPr/>
            <p:nvPr/>
          </p:nvCxnSpPr>
          <p:spPr>
            <a:xfrm rot="10800000" flipH="1">
              <a:off x="1695906" y="1115969"/>
              <a:ext cx="578802" cy="14541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235" name="Google Shape;235;p2"/>
          <p:cNvSpPr txBox="1"/>
          <p:nvPr/>
        </p:nvSpPr>
        <p:spPr>
          <a:xfrm>
            <a:off x="211439" y="93165"/>
            <a:ext cx="469699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Adaptacao do disco, Cavalini 2013, para o paper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 Composites - Vergilio</a:t>
            </a:r>
            <a:endParaRPr/>
          </a:p>
        </p:txBody>
      </p:sp>
      <p:grpSp>
        <p:nvGrpSpPr>
          <p:cNvPr id="236" name="Google Shape;236;p2"/>
          <p:cNvGrpSpPr/>
          <p:nvPr/>
        </p:nvGrpSpPr>
        <p:grpSpPr>
          <a:xfrm>
            <a:off x="4856640" y="2498467"/>
            <a:ext cx="2423739" cy="2496862"/>
            <a:chOff x="4856640" y="2498467"/>
            <a:chExt cx="2423739" cy="2496862"/>
          </a:xfrm>
        </p:grpSpPr>
        <p:sp>
          <p:nvSpPr>
            <p:cNvPr id="237" name="Google Shape;237;p2"/>
            <p:cNvSpPr/>
            <p:nvPr/>
          </p:nvSpPr>
          <p:spPr>
            <a:xfrm rot="4476208">
              <a:off x="5610838" y="3305864"/>
              <a:ext cx="1612570" cy="729615"/>
            </a:xfrm>
            <a:prstGeom prst="can">
              <a:avLst>
                <a:gd name="adj" fmla="val 50000"/>
              </a:avLst>
            </a:prstGeom>
            <a:gradFill>
              <a:gsLst>
                <a:gs pos="0">
                  <a:srgbClr val="FFFF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18900000" scaled="0"/>
            </a:gra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2"/>
            <p:cNvSpPr/>
            <p:nvPr/>
          </p:nvSpPr>
          <p:spPr>
            <a:xfrm rot="9900000">
              <a:off x="6576335" y="3469683"/>
              <a:ext cx="72000" cy="2880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50000">
                  <a:srgbClr val="7F7F7F"/>
                </a:gs>
                <a:gs pos="100000">
                  <a:srgbClr val="FFFFFF"/>
                </a:gs>
              </a:gsLst>
              <a:lin ang="10800000" scaled="0"/>
            </a:gra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9" name="Google Shape;239;p2"/>
            <p:cNvCxnSpPr/>
            <p:nvPr/>
          </p:nvCxnSpPr>
          <p:spPr>
            <a:xfrm flipH="1">
              <a:off x="6417814" y="4334429"/>
              <a:ext cx="342900" cy="34283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0" name="Google Shape;240;p2"/>
            <p:cNvCxnSpPr/>
            <p:nvPr/>
          </p:nvCxnSpPr>
          <p:spPr>
            <a:xfrm>
              <a:off x="6760714" y="3331334"/>
              <a:ext cx="0" cy="100309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1" name="Google Shape;241;p2"/>
            <p:cNvCxnSpPr/>
            <p:nvPr/>
          </p:nvCxnSpPr>
          <p:spPr>
            <a:xfrm flipH="1">
              <a:off x="6417814" y="3324985"/>
              <a:ext cx="342900" cy="34283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2" name="Google Shape;242;p2"/>
            <p:cNvCxnSpPr/>
            <p:nvPr/>
          </p:nvCxnSpPr>
          <p:spPr>
            <a:xfrm>
              <a:off x="5598664" y="3324985"/>
              <a:ext cx="116205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3" name="Google Shape;243;p2"/>
            <p:cNvCxnSpPr/>
            <p:nvPr/>
          </p:nvCxnSpPr>
          <p:spPr>
            <a:xfrm>
              <a:off x="6411464" y="3667815"/>
              <a:ext cx="0" cy="100944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4" name="Google Shape;244;p2"/>
            <p:cNvCxnSpPr/>
            <p:nvPr/>
          </p:nvCxnSpPr>
          <p:spPr>
            <a:xfrm>
              <a:off x="5262114" y="3667180"/>
              <a:ext cx="115633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245" name="Google Shape;245;p2"/>
            <p:cNvCxnSpPr/>
            <p:nvPr/>
          </p:nvCxnSpPr>
          <p:spPr>
            <a:xfrm>
              <a:off x="5603109" y="4328080"/>
              <a:ext cx="163512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246" name="Google Shape;246;p2"/>
            <p:cNvCxnSpPr/>
            <p:nvPr/>
          </p:nvCxnSpPr>
          <p:spPr>
            <a:xfrm rot="10800000">
              <a:off x="5603109" y="2780901"/>
              <a:ext cx="0" cy="154654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247" name="Google Shape;247;p2"/>
            <p:cNvCxnSpPr/>
            <p:nvPr/>
          </p:nvCxnSpPr>
          <p:spPr>
            <a:xfrm flipH="1">
              <a:off x="4936994" y="4328080"/>
              <a:ext cx="667385" cy="66724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248" name="Google Shape;248;p2"/>
            <p:cNvCxnSpPr/>
            <p:nvPr/>
          </p:nvCxnSpPr>
          <p:spPr>
            <a:xfrm rot="10800000">
              <a:off x="6097913" y="2625631"/>
              <a:ext cx="319722" cy="103864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49" name="Google Shape;249;p2"/>
            <p:cNvCxnSpPr/>
            <p:nvPr/>
          </p:nvCxnSpPr>
          <p:spPr>
            <a:xfrm>
              <a:off x="5255764" y="3667815"/>
              <a:ext cx="0" cy="100309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0" name="Google Shape;250;p2"/>
            <p:cNvCxnSpPr/>
            <p:nvPr/>
          </p:nvCxnSpPr>
          <p:spPr>
            <a:xfrm>
              <a:off x="5262114" y="4677259"/>
              <a:ext cx="114935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1" name="Google Shape;251;p2"/>
            <p:cNvCxnSpPr/>
            <p:nvPr/>
          </p:nvCxnSpPr>
          <p:spPr>
            <a:xfrm flipH="1">
              <a:off x="5255764" y="3324985"/>
              <a:ext cx="342900" cy="34283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sp>
          <p:nvSpPr>
            <p:cNvPr id="252" name="Google Shape;252;p2"/>
            <p:cNvSpPr txBox="1"/>
            <p:nvPr/>
          </p:nvSpPr>
          <p:spPr>
            <a:xfrm>
              <a:off x="5870149" y="3978902"/>
              <a:ext cx="250825" cy="29584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53" name="Google Shape;253;p2"/>
            <p:cNvSpPr txBox="1"/>
            <p:nvPr/>
          </p:nvSpPr>
          <p:spPr>
            <a:xfrm>
              <a:off x="6137403" y="2498467"/>
              <a:ext cx="250825" cy="29584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54" name="Google Shape;254;p2"/>
            <p:cNvSpPr txBox="1"/>
            <p:nvPr/>
          </p:nvSpPr>
          <p:spPr>
            <a:xfrm>
              <a:off x="7029554" y="4030255"/>
              <a:ext cx="250825" cy="29584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55" name="Google Shape;255;p2"/>
            <p:cNvSpPr txBox="1"/>
            <p:nvPr/>
          </p:nvSpPr>
          <p:spPr>
            <a:xfrm>
              <a:off x="4856640" y="4623929"/>
              <a:ext cx="250825" cy="29584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56" name="Google Shape;256;p2"/>
            <p:cNvSpPr txBox="1"/>
            <p:nvPr/>
          </p:nvSpPr>
          <p:spPr>
            <a:xfrm>
              <a:off x="5568524" y="2764877"/>
              <a:ext cx="250825" cy="29584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57" name="Google Shape;257;p2"/>
            <p:cNvSpPr txBox="1"/>
            <p:nvPr/>
          </p:nvSpPr>
          <p:spPr>
            <a:xfrm>
              <a:off x="5728188" y="4410343"/>
              <a:ext cx="259035" cy="326918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58" name="Google Shape;258;p2"/>
            <p:cNvSpPr txBox="1"/>
            <p:nvPr/>
          </p:nvSpPr>
          <p:spPr>
            <a:xfrm>
              <a:off x="5015099" y="4032865"/>
              <a:ext cx="250825" cy="29584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59" name="Google Shape;259;p2"/>
            <p:cNvSpPr txBox="1"/>
            <p:nvPr/>
          </p:nvSpPr>
          <p:spPr>
            <a:xfrm>
              <a:off x="5246874" y="3276735"/>
              <a:ext cx="250825" cy="295849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60" name="Google Shape;260;p2"/>
            <p:cNvSpPr txBox="1"/>
            <p:nvPr/>
          </p:nvSpPr>
          <p:spPr>
            <a:xfrm>
              <a:off x="5392289" y="4109672"/>
              <a:ext cx="250825" cy="295849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261" name="Google Shape;261;p2"/>
            <p:cNvCxnSpPr/>
            <p:nvPr/>
          </p:nvCxnSpPr>
          <p:spPr>
            <a:xfrm flipH="1">
              <a:off x="6099185" y="3664277"/>
              <a:ext cx="318450" cy="58154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62" name="Google Shape;262;p2"/>
            <p:cNvCxnSpPr/>
            <p:nvPr/>
          </p:nvCxnSpPr>
          <p:spPr>
            <a:xfrm rot="10800000" flipH="1">
              <a:off x="6417635" y="3518895"/>
              <a:ext cx="578802" cy="14538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63" name="Google Shape;263;p2"/>
            <p:cNvSpPr/>
            <p:nvPr/>
          </p:nvSpPr>
          <p:spPr>
            <a:xfrm rot="9900000">
              <a:off x="6056989" y="2908202"/>
              <a:ext cx="360000" cy="1612800"/>
            </a:xfrm>
            <a:prstGeom prst="ellipse">
              <a:avLst/>
            </a:prstGeom>
            <a:noFill/>
            <a:ln w="1270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2"/>
            <p:cNvSpPr/>
            <p:nvPr/>
          </p:nvSpPr>
          <p:spPr>
            <a:xfrm rot="4476208">
              <a:off x="6293571" y="3445661"/>
              <a:ext cx="288000" cy="436091"/>
            </a:xfrm>
            <a:prstGeom prst="can">
              <a:avLst>
                <a:gd name="adj" fmla="val 25565"/>
              </a:avLst>
            </a:prstGeom>
            <a:noFill/>
            <a:ln w="1270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2"/>
            <p:cNvSpPr/>
            <p:nvPr/>
          </p:nvSpPr>
          <p:spPr>
            <a:xfrm rot="9900000">
              <a:off x="6223516" y="3567562"/>
              <a:ext cx="72000" cy="288000"/>
            </a:xfrm>
            <a:prstGeom prst="ellipse">
              <a:avLst/>
            </a:prstGeom>
            <a:noFill/>
            <a:ln w="1270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2"/>
            <p:cNvSpPr txBox="1"/>
            <p:nvPr/>
          </p:nvSpPr>
          <p:spPr>
            <a:xfrm>
              <a:off x="6827846" y="3182079"/>
              <a:ext cx="250825" cy="295849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612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"/>
          <p:cNvSpPr txBox="1"/>
          <p:nvPr/>
        </p:nvSpPr>
        <p:spPr>
          <a:xfrm>
            <a:off x="211439" y="93165"/>
            <a:ext cx="62743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Adaptacao da massa desbalanceada, Cavalini 2013, para o paper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 Composites - Vergilio</a:t>
            </a:r>
            <a:endParaRPr/>
          </a:p>
        </p:txBody>
      </p:sp>
      <p:grpSp>
        <p:nvGrpSpPr>
          <p:cNvPr id="272" name="Google Shape;272;p3"/>
          <p:cNvGrpSpPr/>
          <p:nvPr/>
        </p:nvGrpSpPr>
        <p:grpSpPr>
          <a:xfrm>
            <a:off x="3989133" y="2897969"/>
            <a:ext cx="1715453" cy="1746555"/>
            <a:chOff x="3989133" y="2897969"/>
            <a:chExt cx="1715453" cy="1746555"/>
          </a:xfrm>
        </p:grpSpPr>
        <p:cxnSp>
          <p:nvCxnSpPr>
            <p:cNvPr id="273" name="Google Shape;273;p3"/>
            <p:cNvCxnSpPr/>
            <p:nvPr/>
          </p:nvCxnSpPr>
          <p:spPr>
            <a:xfrm rot="10800000">
              <a:off x="3989133" y="4612774"/>
              <a:ext cx="166878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274" name="Google Shape;274;p3"/>
            <p:cNvCxnSpPr/>
            <p:nvPr/>
          </p:nvCxnSpPr>
          <p:spPr>
            <a:xfrm rot="10800000">
              <a:off x="5660136" y="2913037"/>
              <a:ext cx="0" cy="170116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275" name="Google Shape;275;p3"/>
            <p:cNvCxnSpPr/>
            <p:nvPr/>
          </p:nvCxnSpPr>
          <p:spPr>
            <a:xfrm>
              <a:off x="4834001" y="3855854"/>
              <a:ext cx="0" cy="75882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sp>
          <p:nvSpPr>
            <p:cNvPr id="276" name="Google Shape;276;p3"/>
            <p:cNvSpPr txBox="1"/>
            <p:nvPr/>
          </p:nvSpPr>
          <p:spPr>
            <a:xfrm>
              <a:off x="4623815" y="4253520"/>
              <a:ext cx="250825" cy="29591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77" name="Google Shape;277;p3"/>
            <p:cNvSpPr txBox="1"/>
            <p:nvPr/>
          </p:nvSpPr>
          <p:spPr>
            <a:xfrm>
              <a:off x="5231511" y="3602520"/>
              <a:ext cx="250825" cy="29591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78" name="Google Shape;278;p3"/>
            <p:cNvSpPr txBox="1"/>
            <p:nvPr/>
          </p:nvSpPr>
          <p:spPr>
            <a:xfrm>
              <a:off x="5423282" y="4316925"/>
              <a:ext cx="250825" cy="29591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279" name="Google Shape;279;p3"/>
            <p:cNvCxnSpPr/>
            <p:nvPr/>
          </p:nvCxnSpPr>
          <p:spPr>
            <a:xfrm rot="10800000">
              <a:off x="4835906" y="3856489"/>
              <a:ext cx="828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0" name="Google Shape;280;p3"/>
            <p:cNvCxnSpPr/>
            <p:nvPr/>
          </p:nvCxnSpPr>
          <p:spPr>
            <a:xfrm rot="10800000">
              <a:off x="4436491" y="3458979"/>
              <a:ext cx="398145" cy="398145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81" name="Google Shape;281;p3"/>
            <p:cNvSpPr/>
            <p:nvPr/>
          </p:nvSpPr>
          <p:spPr>
            <a:xfrm>
              <a:off x="4360291" y="3384684"/>
              <a:ext cx="144000" cy="1440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18900000" scaled="0"/>
            </a:gra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3"/>
            <p:cNvSpPr txBox="1"/>
            <p:nvPr/>
          </p:nvSpPr>
          <p:spPr>
            <a:xfrm>
              <a:off x="4393058" y="3499461"/>
              <a:ext cx="250825" cy="29591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4562896" y="3585763"/>
              <a:ext cx="540000" cy="540000"/>
            </a:xfrm>
            <a:prstGeom prst="arc">
              <a:avLst>
                <a:gd name="adj1" fmla="val 13588658"/>
                <a:gd name="adj2" fmla="val 10812126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3"/>
            <p:cNvSpPr txBox="1"/>
            <p:nvPr/>
          </p:nvSpPr>
          <p:spPr>
            <a:xfrm>
              <a:off x="4305998" y="3099887"/>
              <a:ext cx="443230" cy="29591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85" name="Google Shape;285;p3"/>
            <p:cNvSpPr txBox="1"/>
            <p:nvPr/>
          </p:nvSpPr>
          <p:spPr>
            <a:xfrm>
              <a:off x="4011740" y="4348675"/>
              <a:ext cx="250825" cy="29584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86" name="Google Shape;286;p3"/>
            <p:cNvSpPr txBox="1"/>
            <p:nvPr/>
          </p:nvSpPr>
          <p:spPr>
            <a:xfrm>
              <a:off x="5453761" y="2897969"/>
              <a:ext cx="250825" cy="29584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87" name="Google Shape;287;p3"/>
            <p:cNvSpPr txBox="1"/>
            <p:nvPr/>
          </p:nvSpPr>
          <p:spPr>
            <a:xfrm>
              <a:off x="4819078" y="3339988"/>
              <a:ext cx="250825" cy="29591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r="-1463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88" name="Google Shape;288;p3"/>
            <p:cNvSpPr txBox="1"/>
            <p:nvPr/>
          </p:nvSpPr>
          <p:spPr>
            <a:xfrm>
              <a:off x="4770288" y="3754889"/>
              <a:ext cx="250729" cy="295836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4817271" y="3841535"/>
              <a:ext cx="36000" cy="3600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18900000" scaled="0"/>
            </a:gra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4"/>
          <p:cNvGrpSpPr/>
          <p:nvPr/>
        </p:nvGrpSpPr>
        <p:grpSpPr>
          <a:xfrm>
            <a:off x="998220" y="3371850"/>
            <a:ext cx="1375410" cy="1504950"/>
            <a:chOff x="0" y="0"/>
            <a:chExt cx="1331595" cy="1608125"/>
          </a:xfrm>
        </p:grpSpPr>
        <p:sp>
          <p:nvSpPr>
            <p:cNvPr id="295" name="Google Shape;295;p4"/>
            <p:cNvSpPr txBox="1"/>
            <p:nvPr/>
          </p:nvSpPr>
          <p:spPr>
            <a:xfrm>
              <a:off x="306553" y="0"/>
              <a:ext cx="7461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4"/>
            <p:cNvSpPr txBox="1"/>
            <p:nvPr/>
          </p:nvSpPr>
          <p:spPr>
            <a:xfrm>
              <a:off x="321183" y="1272845"/>
              <a:ext cx="7461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7" name="Google Shape;297;p4"/>
            <p:cNvPicPr preferRelativeResize="0"/>
            <p:nvPr/>
          </p:nvPicPr>
          <p:blipFill rotWithShape="1">
            <a:blip r:embed="rId3">
              <a:alphaModFix/>
            </a:blip>
            <a:srcRect t="11589" b="11574"/>
            <a:stretch/>
          </p:blipFill>
          <p:spPr>
            <a:xfrm rot="5400000">
              <a:off x="120015" y="157278"/>
              <a:ext cx="1091565" cy="13315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8" name="Google Shape;298;p4"/>
          <p:cNvSpPr txBox="1"/>
          <p:nvPr/>
        </p:nvSpPr>
        <p:spPr>
          <a:xfrm>
            <a:off x="211439" y="93165"/>
            <a:ext cx="901067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Adaptacao modelo de amortecedor de kelvin-voight, (Fonte: Wasilkoski (2006))., para o paper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 Composites - Vergilio</a:t>
            </a:r>
            <a:endParaRPr/>
          </a:p>
        </p:txBody>
      </p:sp>
      <p:pic>
        <p:nvPicPr>
          <p:cNvPr id="299" name="Google Shape;299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94176" y="4693311"/>
            <a:ext cx="561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29483" y="3371850"/>
            <a:ext cx="533400" cy="19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4"/>
          <p:cNvGrpSpPr/>
          <p:nvPr/>
        </p:nvGrpSpPr>
        <p:grpSpPr>
          <a:xfrm>
            <a:off x="4069075" y="2300380"/>
            <a:ext cx="2007875" cy="1555034"/>
            <a:chOff x="4069075" y="2300380"/>
            <a:chExt cx="2007875" cy="1555034"/>
          </a:xfrm>
        </p:grpSpPr>
        <p:grpSp>
          <p:nvGrpSpPr>
            <p:cNvPr id="302" name="Google Shape;302;p4"/>
            <p:cNvGrpSpPr/>
            <p:nvPr/>
          </p:nvGrpSpPr>
          <p:grpSpPr>
            <a:xfrm rot="10800000" flipH="1">
              <a:off x="4069075" y="2698749"/>
              <a:ext cx="2007875" cy="768351"/>
              <a:chOff x="3104340" y="5525757"/>
              <a:chExt cx="1136921" cy="549832"/>
            </a:xfrm>
          </p:grpSpPr>
          <p:cxnSp>
            <p:nvCxnSpPr>
              <p:cNvPr id="303" name="Google Shape;303;p4"/>
              <p:cNvCxnSpPr/>
              <p:nvPr/>
            </p:nvCxnSpPr>
            <p:spPr>
              <a:xfrm>
                <a:off x="3249992" y="5604157"/>
                <a:ext cx="0" cy="34200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304" name="Google Shape;304;p4"/>
              <p:cNvCxnSpPr/>
              <p:nvPr/>
            </p:nvCxnSpPr>
            <p:spPr>
              <a:xfrm>
                <a:off x="4106769" y="5593588"/>
                <a:ext cx="0" cy="36000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305" name="Google Shape;305;p4"/>
              <p:cNvCxnSpPr/>
              <p:nvPr/>
            </p:nvCxnSpPr>
            <p:spPr>
              <a:xfrm>
                <a:off x="3104340" y="5770437"/>
                <a:ext cx="139717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306" name="Google Shape;306;p4"/>
              <p:cNvCxnSpPr/>
              <p:nvPr/>
            </p:nvCxnSpPr>
            <p:spPr>
              <a:xfrm>
                <a:off x="4101544" y="5770437"/>
                <a:ext cx="139717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307" name="Google Shape;307;p4"/>
              <p:cNvCxnSpPr/>
              <p:nvPr/>
            </p:nvCxnSpPr>
            <p:spPr>
              <a:xfrm>
                <a:off x="3240882" y="5604158"/>
                <a:ext cx="396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308" name="Google Shape;308;p4"/>
              <p:cNvCxnSpPr/>
              <p:nvPr/>
            </p:nvCxnSpPr>
            <p:spPr>
              <a:xfrm>
                <a:off x="3240883" y="5947035"/>
                <a:ext cx="139717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309" name="Google Shape;309;p4"/>
              <p:cNvCxnSpPr/>
              <p:nvPr/>
            </p:nvCxnSpPr>
            <p:spPr>
              <a:xfrm>
                <a:off x="3718162" y="5604158"/>
                <a:ext cx="395287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310" name="Google Shape;310;p4"/>
              <p:cNvCxnSpPr/>
              <p:nvPr/>
            </p:nvCxnSpPr>
            <p:spPr>
              <a:xfrm>
                <a:off x="3973732" y="5946826"/>
                <a:ext cx="139717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grpSp>
            <p:nvGrpSpPr>
              <p:cNvPr id="311" name="Google Shape;311;p4"/>
              <p:cNvGrpSpPr/>
              <p:nvPr/>
            </p:nvGrpSpPr>
            <p:grpSpPr>
              <a:xfrm>
                <a:off x="3578445" y="5525757"/>
                <a:ext cx="139717" cy="162027"/>
                <a:chOff x="3578445" y="5525757"/>
                <a:chExt cx="139717" cy="162027"/>
              </a:xfrm>
            </p:grpSpPr>
            <p:cxnSp>
              <p:nvCxnSpPr>
                <p:cNvPr id="312" name="Google Shape;312;p4"/>
                <p:cNvCxnSpPr/>
                <p:nvPr/>
              </p:nvCxnSpPr>
              <p:spPr>
                <a:xfrm>
                  <a:off x="3644739" y="5568457"/>
                  <a:ext cx="0" cy="7200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  <p:cxnSp>
              <p:nvCxnSpPr>
                <p:cNvPr id="313" name="Google Shape;313;p4"/>
                <p:cNvCxnSpPr/>
                <p:nvPr/>
              </p:nvCxnSpPr>
              <p:spPr>
                <a:xfrm>
                  <a:off x="3718162" y="5525757"/>
                  <a:ext cx="0" cy="162027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  <p:cxnSp>
              <p:nvCxnSpPr>
                <p:cNvPr id="314" name="Google Shape;314;p4"/>
                <p:cNvCxnSpPr/>
                <p:nvPr/>
              </p:nvCxnSpPr>
              <p:spPr>
                <a:xfrm>
                  <a:off x="3578445" y="5525757"/>
                  <a:ext cx="139717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  <p:cxnSp>
              <p:nvCxnSpPr>
                <p:cNvPr id="315" name="Google Shape;315;p4"/>
                <p:cNvCxnSpPr/>
                <p:nvPr/>
              </p:nvCxnSpPr>
              <p:spPr>
                <a:xfrm>
                  <a:off x="3578445" y="5687784"/>
                  <a:ext cx="139717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</p:grpSp>
          <p:grpSp>
            <p:nvGrpSpPr>
              <p:cNvPr id="316" name="Google Shape;316;p4"/>
              <p:cNvGrpSpPr/>
              <p:nvPr/>
            </p:nvGrpSpPr>
            <p:grpSpPr>
              <a:xfrm>
                <a:off x="3377482" y="5818598"/>
                <a:ext cx="596249" cy="256991"/>
                <a:chOff x="3345762" y="6036793"/>
                <a:chExt cx="645068" cy="256991"/>
              </a:xfrm>
            </p:grpSpPr>
            <p:cxnSp>
              <p:nvCxnSpPr>
                <p:cNvPr id="317" name="Google Shape;317;p4"/>
                <p:cNvCxnSpPr/>
                <p:nvPr/>
              </p:nvCxnSpPr>
              <p:spPr>
                <a:xfrm rot="10800000" flipH="1">
                  <a:off x="3345762" y="6042641"/>
                  <a:ext cx="54000" cy="127221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  <p:cxnSp>
              <p:nvCxnSpPr>
                <p:cNvPr id="318" name="Google Shape;318;p4"/>
                <p:cNvCxnSpPr/>
                <p:nvPr/>
              </p:nvCxnSpPr>
              <p:spPr>
                <a:xfrm rot="10800000">
                  <a:off x="3399762" y="6039192"/>
                  <a:ext cx="108000" cy="25200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  <p:cxnSp>
              <p:nvCxnSpPr>
                <p:cNvPr id="319" name="Google Shape;319;p4"/>
                <p:cNvCxnSpPr/>
                <p:nvPr/>
              </p:nvCxnSpPr>
              <p:spPr>
                <a:xfrm rot="10800000" flipH="1">
                  <a:off x="3505106" y="6041784"/>
                  <a:ext cx="108000" cy="25200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  <p:cxnSp>
              <p:nvCxnSpPr>
                <p:cNvPr id="320" name="Google Shape;320;p4"/>
                <p:cNvCxnSpPr/>
                <p:nvPr/>
              </p:nvCxnSpPr>
              <p:spPr>
                <a:xfrm rot="10800000">
                  <a:off x="3612818" y="6039192"/>
                  <a:ext cx="108000" cy="25200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  <p:cxnSp>
              <p:nvCxnSpPr>
                <p:cNvPr id="321" name="Google Shape;321;p4"/>
                <p:cNvCxnSpPr/>
                <p:nvPr/>
              </p:nvCxnSpPr>
              <p:spPr>
                <a:xfrm rot="10800000" flipH="1">
                  <a:off x="3718162" y="6041784"/>
                  <a:ext cx="108000" cy="25200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  <p:cxnSp>
              <p:nvCxnSpPr>
                <p:cNvPr id="322" name="Google Shape;322;p4"/>
                <p:cNvCxnSpPr/>
                <p:nvPr/>
              </p:nvCxnSpPr>
              <p:spPr>
                <a:xfrm rot="10800000">
                  <a:off x="3830159" y="6036793"/>
                  <a:ext cx="108000" cy="25200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  <p:cxnSp>
              <p:nvCxnSpPr>
                <p:cNvPr id="323" name="Google Shape;323;p4"/>
                <p:cNvCxnSpPr/>
                <p:nvPr/>
              </p:nvCxnSpPr>
              <p:spPr>
                <a:xfrm rot="10800000" flipH="1">
                  <a:off x="3936830" y="6161572"/>
                  <a:ext cx="54000" cy="127221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</p:grpSp>
        </p:grpSp>
        <p:sp>
          <p:nvSpPr>
            <p:cNvPr id="324" name="Google Shape;324;p4"/>
            <p:cNvSpPr/>
            <p:nvPr/>
          </p:nvSpPr>
          <p:spPr>
            <a:xfrm>
              <a:off x="4551461" y="2300380"/>
              <a:ext cx="1108701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4557360" y="3486082"/>
              <a:ext cx="1102802" cy="36933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-6666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"/>
          <p:cNvSpPr txBox="1"/>
          <p:nvPr/>
        </p:nvSpPr>
        <p:spPr>
          <a:xfrm>
            <a:off x="211439" y="93165"/>
            <a:ext cx="554408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coordenada para cada camada., para o paper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 Composites - Vergilio</a:t>
            </a:r>
            <a:endParaRPr/>
          </a:p>
        </p:txBody>
      </p:sp>
      <p:pic>
        <p:nvPicPr>
          <p:cNvPr id="331" name="Google Shape;33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29" y="4803688"/>
            <a:ext cx="2896235" cy="19469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5"/>
          <p:cNvGrpSpPr/>
          <p:nvPr/>
        </p:nvGrpSpPr>
        <p:grpSpPr>
          <a:xfrm>
            <a:off x="2374990" y="1260488"/>
            <a:ext cx="5487210" cy="3438734"/>
            <a:chOff x="2374990" y="1260488"/>
            <a:chExt cx="5487210" cy="3438734"/>
          </a:xfrm>
        </p:grpSpPr>
        <p:sp>
          <p:nvSpPr>
            <p:cNvPr id="333" name="Google Shape;333;p5"/>
            <p:cNvSpPr/>
            <p:nvPr/>
          </p:nvSpPr>
          <p:spPr>
            <a:xfrm>
              <a:off x="3492170" y="2665050"/>
              <a:ext cx="3758184" cy="1488907"/>
            </a:xfrm>
            <a:prstGeom prst="cube">
              <a:avLst>
                <a:gd name="adj" fmla="val 65296"/>
              </a:avLst>
            </a:prstGeom>
            <a:noFill/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3492170" y="1628569"/>
              <a:ext cx="3758184" cy="1488907"/>
            </a:xfrm>
            <a:prstGeom prst="cube">
              <a:avLst>
                <a:gd name="adj" fmla="val 65296"/>
              </a:avLst>
            </a:prstGeom>
            <a:noFill/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5" name="Google Shape;335;p5"/>
            <p:cNvCxnSpPr/>
            <p:nvPr/>
          </p:nvCxnSpPr>
          <p:spPr>
            <a:xfrm rot="10800000">
              <a:off x="4467224" y="2146819"/>
              <a:ext cx="0" cy="540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sp>
          <p:nvSpPr>
            <p:cNvPr id="336" name="Google Shape;336;p5"/>
            <p:cNvSpPr/>
            <p:nvPr/>
          </p:nvSpPr>
          <p:spPr>
            <a:xfrm>
              <a:off x="3494750" y="3189969"/>
              <a:ext cx="3747984" cy="965224"/>
            </a:xfrm>
            <a:prstGeom prst="parallelogram">
              <a:avLst>
                <a:gd name="adj" fmla="val 100372"/>
              </a:avLst>
            </a:prstGeom>
            <a:noFill/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3494750" y="2671809"/>
              <a:ext cx="3747984" cy="965224"/>
            </a:xfrm>
            <a:prstGeom prst="parallelogram">
              <a:avLst>
                <a:gd name="adj" fmla="val 100372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8" name="Google Shape;338;p5"/>
            <p:cNvCxnSpPr/>
            <p:nvPr/>
          </p:nvCxnSpPr>
          <p:spPr>
            <a:xfrm rot="10800000">
              <a:off x="4467224" y="1629563"/>
              <a:ext cx="0" cy="540000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339" name="Google Shape;339;p5"/>
            <p:cNvCxnSpPr/>
            <p:nvPr/>
          </p:nvCxnSpPr>
          <p:spPr>
            <a:xfrm rot="10800000">
              <a:off x="4476748" y="2655200"/>
              <a:ext cx="0" cy="540000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340" name="Google Shape;340;p5"/>
            <p:cNvCxnSpPr/>
            <p:nvPr/>
          </p:nvCxnSpPr>
          <p:spPr>
            <a:xfrm rot="10800000">
              <a:off x="4224015" y="2798852"/>
              <a:ext cx="0" cy="720000"/>
            </a:xfrm>
            <a:prstGeom prst="straightConnector1">
              <a:avLst/>
            </a:prstGeom>
            <a:noFill/>
            <a:ln w="69850" cap="flat" cmpd="tri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341" name="Google Shape;341;p5"/>
            <p:cNvCxnSpPr/>
            <p:nvPr/>
          </p:nvCxnSpPr>
          <p:spPr>
            <a:xfrm rot="10800000">
              <a:off x="4537392" y="2561244"/>
              <a:ext cx="0" cy="1044000"/>
            </a:xfrm>
            <a:prstGeom prst="straightConnector1">
              <a:avLst/>
            </a:prstGeom>
            <a:noFill/>
            <a:ln w="69850" cap="flat" cmpd="tri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342" name="Google Shape;342;p5"/>
            <p:cNvCxnSpPr/>
            <p:nvPr/>
          </p:nvCxnSpPr>
          <p:spPr>
            <a:xfrm rot="10800000">
              <a:off x="4857756" y="2304915"/>
              <a:ext cx="0" cy="1368000"/>
            </a:xfrm>
            <a:prstGeom prst="straightConnector1">
              <a:avLst/>
            </a:prstGeom>
            <a:noFill/>
            <a:ln w="69850" cap="flat" cmpd="tri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343" name="Google Shape;343;p5"/>
            <p:cNvCxnSpPr/>
            <p:nvPr/>
          </p:nvCxnSpPr>
          <p:spPr>
            <a:xfrm rot="10800000">
              <a:off x="5167971" y="2052496"/>
              <a:ext cx="0" cy="1692000"/>
            </a:xfrm>
            <a:prstGeom prst="straightConnector1">
              <a:avLst/>
            </a:prstGeom>
            <a:noFill/>
            <a:ln w="69850" cap="flat" cmpd="tri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344" name="Google Shape;344;p5"/>
            <p:cNvCxnSpPr/>
            <p:nvPr/>
          </p:nvCxnSpPr>
          <p:spPr>
            <a:xfrm rot="10800000">
              <a:off x="5576249" y="2032285"/>
              <a:ext cx="0" cy="1692000"/>
            </a:xfrm>
            <a:prstGeom prst="straightConnector1">
              <a:avLst/>
            </a:prstGeom>
            <a:noFill/>
            <a:ln w="69850" cap="flat" cmpd="tri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345" name="Google Shape;345;p5"/>
            <p:cNvCxnSpPr/>
            <p:nvPr/>
          </p:nvCxnSpPr>
          <p:spPr>
            <a:xfrm rot="10800000">
              <a:off x="5909262" y="2099960"/>
              <a:ext cx="0" cy="1368000"/>
            </a:xfrm>
            <a:prstGeom prst="straightConnector1">
              <a:avLst/>
            </a:prstGeom>
            <a:noFill/>
            <a:ln w="69850" cap="flat" cmpd="tri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346" name="Google Shape;346;p5"/>
            <p:cNvCxnSpPr/>
            <p:nvPr/>
          </p:nvCxnSpPr>
          <p:spPr>
            <a:xfrm rot="10800000">
              <a:off x="6250308" y="2187037"/>
              <a:ext cx="0" cy="1008000"/>
            </a:xfrm>
            <a:prstGeom prst="straightConnector1">
              <a:avLst/>
            </a:prstGeom>
            <a:noFill/>
            <a:ln w="69850" cap="flat" cmpd="tri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347" name="Google Shape;347;p5"/>
            <p:cNvCxnSpPr/>
            <p:nvPr/>
          </p:nvCxnSpPr>
          <p:spPr>
            <a:xfrm rot="10800000">
              <a:off x="6596928" y="2258454"/>
              <a:ext cx="0" cy="684000"/>
            </a:xfrm>
            <a:prstGeom prst="straightConnector1">
              <a:avLst/>
            </a:prstGeom>
            <a:noFill/>
            <a:ln w="69850" cap="flat" cmpd="tri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348" name="Google Shape;348;p5"/>
            <p:cNvCxnSpPr/>
            <p:nvPr/>
          </p:nvCxnSpPr>
          <p:spPr>
            <a:xfrm rot="10800000">
              <a:off x="6938674" y="2318085"/>
              <a:ext cx="0" cy="360000"/>
            </a:xfrm>
            <a:prstGeom prst="straightConnector1">
              <a:avLst/>
            </a:prstGeom>
            <a:noFill/>
            <a:ln w="69850" cap="flat" cmpd="tri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349" name="Google Shape;349;p5"/>
            <p:cNvCxnSpPr/>
            <p:nvPr/>
          </p:nvCxnSpPr>
          <p:spPr>
            <a:xfrm rot="10800000">
              <a:off x="3906559" y="3086620"/>
              <a:ext cx="0" cy="360000"/>
            </a:xfrm>
            <a:prstGeom prst="straightConnector1">
              <a:avLst/>
            </a:prstGeom>
            <a:noFill/>
            <a:ln w="69850" cap="flat" cmpd="tri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sp>
          <p:nvSpPr>
            <p:cNvPr id="350" name="Google Shape;350;p5"/>
            <p:cNvSpPr/>
            <p:nvPr/>
          </p:nvSpPr>
          <p:spPr>
            <a:xfrm>
              <a:off x="3492170" y="2147751"/>
              <a:ext cx="3758184" cy="1488907"/>
            </a:xfrm>
            <a:prstGeom prst="cube">
              <a:avLst>
                <a:gd name="adj" fmla="val 65296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5"/>
            <p:cNvSpPr/>
            <p:nvPr/>
          </p:nvSpPr>
          <p:spPr>
            <a:xfrm>
              <a:off x="3279853" y="2591187"/>
              <a:ext cx="134923" cy="527813"/>
            </a:xfrm>
            <a:prstGeom prst="leftBrace">
              <a:avLst>
                <a:gd name="adj1" fmla="val 41030"/>
                <a:gd name="adj2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5"/>
            <p:cNvSpPr/>
            <p:nvPr/>
          </p:nvSpPr>
          <p:spPr>
            <a:xfrm>
              <a:off x="3272061" y="3120071"/>
              <a:ext cx="134923" cy="527813"/>
            </a:xfrm>
            <a:prstGeom prst="leftBrace">
              <a:avLst>
                <a:gd name="adj1" fmla="val 41030"/>
                <a:gd name="adj2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5"/>
            <p:cNvSpPr/>
            <p:nvPr/>
          </p:nvSpPr>
          <p:spPr>
            <a:xfrm>
              <a:off x="3279853" y="3649004"/>
              <a:ext cx="134923" cy="527813"/>
            </a:xfrm>
            <a:prstGeom prst="leftBrace">
              <a:avLst>
                <a:gd name="adj1" fmla="val 41030"/>
                <a:gd name="adj2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5"/>
            <p:cNvSpPr txBox="1"/>
            <p:nvPr/>
          </p:nvSpPr>
          <p:spPr>
            <a:xfrm>
              <a:off x="2648678" y="3189969"/>
              <a:ext cx="563188" cy="29591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1224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55" name="Google Shape;355;p5"/>
            <p:cNvSpPr txBox="1"/>
            <p:nvPr/>
          </p:nvSpPr>
          <p:spPr>
            <a:xfrm>
              <a:off x="2375818" y="2676961"/>
              <a:ext cx="897071" cy="29591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1224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56" name="Google Shape;356;p5"/>
            <p:cNvSpPr txBox="1"/>
            <p:nvPr/>
          </p:nvSpPr>
          <p:spPr>
            <a:xfrm>
              <a:off x="2374990" y="3719315"/>
              <a:ext cx="897071" cy="29591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12244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357" name="Google Shape;357;p5"/>
            <p:cNvCxnSpPr/>
            <p:nvPr/>
          </p:nvCxnSpPr>
          <p:spPr>
            <a:xfrm rot="10800000">
              <a:off x="5342200" y="1309433"/>
              <a:ext cx="0" cy="1620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lg" len="lg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358" name="Google Shape;358;p5"/>
            <p:cNvCxnSpPr/>
            <p:nvPr/>
          </p:nvCxnSpPr>
          <p:spPr>
            <a:xfrm>
              <a:off x="5342200" y="2925200"/>
              <a:ext cx="252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lg" len="lg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359" name="Google Shape;359;p5"/>
            <p:cNvCxnSpPr/>
            <p:nvPr/>
          </p:nvCxnSpPr>
          <p:spPr>
            <a:xfrm rot="8100000">
              <a:off x="3203754" y="3808267"/>
              <a:ext cx="252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lg" len="lg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360" name="Google Shape;360;p5"/>
            <p:cNvCxnSpPr/>
            <p:nvPr/>
          </p:nvCxnSpPr>
          <p:spPr>
            <a:xfrm rot="10800000">
              <a:off x="5342199" y="1844315"/>
              <a:ext cx="0" cy="1080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stealth" w="lg" len="lg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361" name="Google Shape;361;p5"/>
            <p:cNvCxnSpPr/>
            <p:nvPr/>
          </p:nvCxnSpPr>
          <p:spPr>
            <a:xfrm rot="-2040000">
              <a:off x="5129297" y="2227679"/>
              <a:ext cx="252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stealth" w="lg" len="lg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362" name="Google Shape;362;p5"/>
            <p:cNvCxnSpPr/>
            <p:nvPr/>
          </p:nvCxnSpPr>
          <p:spPr>
            <a:xfrm rot="2040000">
              <a:off x="5123374" y="3629515"/>
              <a:ext cx="252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stealth" w="lg" len="lg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sp>
          <p:nvSpPr>
            <p:cNvPr id="363" name="Google Shape;363;p5"/>
            <p:cNvSpPr txBox="1"/>
            <p:nvPr/>
          </p:nvSpPr>
          <p:spPr>
            <a:xfrm>
              <a:off x="5388706" y="1260488"/>
              <a:ext cx="250825" cy="29584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64" name="Google Shape;364;p5"/>
            <p:cNvSpPr txBox="1"/>
            <p:nvPr/>
          </p:nvSpPr>
          <p:spPr>
            <a:xfrm>
              <a:off x="5368742" y="1739267"/>
              <a:ext cx="250825" cy="29584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65" name="Google Shape;365;p5"/>
            <p:cNvSpPr txBox="1"/>
            <p:nvPr/>
          </p:nvSpPr>
          <p:spPr>
            <a:xfrm>
              <a:off x="7562428" y="2574524"/>
              <a:ext cx="250825" cy="29584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66" name="Google Shape;366;p5"/>
            <p:cNvSpPr txBox="1"/>
            <p:nvPr/>
          </p:nvSpPr>
          <p:spPr>
            <a:xfrm>
              <a:off x="7308472" y="1555312"/>
              <a:ext cx="250825" cy="295849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67" name="Google Shape;367;p5"/>
            <p:cNvSpPr txBox="1"/>
            <p:nvPr/>
          </p:nvSpPr>
          <p:spPr>
            <a:xfrm>
              <a:off x="3760959" y="4391994"/>
              <a:ext cx="250825" cy="295849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68" name="Google Shape;368;p5"/>
            <p:cNvSpPr txBox="1"/>
            <p:nvPr/>
          </p:nvSpPr>
          <p:spPr>
            <a:xfrm>
              <a:off x="7183059" y="3880968"/>
              <a:ext cx="250825" cy="295849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4954909" y="1941076"/>
              <a:ext cx="2401127" cy="2048906"/>
            </a:xfrm>
            <a:prstGeom prst="arc">
              <a:avLst>
                <a:gd name="adj1" fmla="val 21508444"/>
                <a:gd name="adj2" fmla="val 342418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stealth" w="lg" len="lg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5"/>
            <p:cNvSpPr txBox="1"/>
            <p:nvPr/>
          </p:nvSpPr>
          <p:spPr>
            <a:xfrm>
              <a:off x="7175440" y="3251399"/>
              <a:ext cx="250825" cy="295849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r="-24388" b="-2244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"/>
          <p:cNvSpPr txBox="1"/>
          <p:nvPr/>
        </p:nvSpPr>
        <p:spPr>
          <a:xfrm>
            <a:off x="211439" y="93165"/>
            <a:ext cx="821936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do rotor composto com os componentes e distancias indicados, para o paper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 Composites - Vergilio</a:t>
            </a:r>
            <a:endParaRPr/>
          </a:p>
        </p:txBody>
      </p:sp>
      <p:sp>
        <p:nvSpPr>
          <p:cNvPr id="376" name="Google Shape;376;p6"/>
          <p:cNvSpPr/>
          <p:nvPr/>
        </p:nvSpPr>
        <p:spPr>
          <a:xfrm>
            <a:off x="8288600" y="3497190"/>
            <a:ext cx="346430" cy="61677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7" name="Google Shape;377;p6"/>
          <p:cNvGrpSpPr/>
          <p:nvPr/>
        </p:nvGrpSpPr>
        <p:grpSpPr>
          <a:xfrm>
            <a:off x="722290" y="1355409"/>
            <a:ext cx="7852191" cy="2111543"/>
            <a:chOff x="773695" y="2745909"/>
            <a:chExt cx="7852191" cy="2111543"/>
          </a:xfrm>
        </p:grpSpPr>
        <p:sp>
          <p:nvSpPr>
            <p:cNvPr id="378" name="Google Shape;378;p6"/>
            <p:cNvSpPr/>
            <p:nvPr/>
          </p:nvSpPr>
          <p:spPr>
            <a:xfrm rot="-8953144">
              <a:off x="3714227" y="3359323"/>
              <a:ext cx="98039" cy="324450"/>
            </a:xfrm>
            <a:prstGeom prst="can">
              <a:avLst>
                <a:gd name="adj" fmla="val 100738"/>
              </a:avLst>
            </a:prstGeom>
            <a:gradFill>
              <a:gsLst>
                <a:gs pos="0">
                  <a:srgbClr val="FEF8F4"/>
                </a:gs>
                <a:gs pos="52999">
                  <a:srgbClr val="F7C4A1"/>
                </a:gs>
                <a:gs pos="83000">
                  <a:srgbClr val="F4B081"/>
                </a:gs>
                <a:gs pos="100000">
                  <a:srgbClr val="FF0000"/>
                </a:gs>
              </a:gsLst>
              <a:lin ang="540000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6"/>
            <p:cNvSpPr/>
            <p:nvPr/>
          </p:nvSpPr>
          <p:spPr>
            <a:xfrm rot="-8953144">
              <a:off x="7720274" y="3367458"/>
              <a:ext cx="98039" cy="324450"/>
            </a:xfrm>
            <a:prstGeom prst="can">
              <a:avLst>
                <a:gd name="adj" fmla="val 100738"/>
              </a:avLst>
            </a:prstGeom>
            <a:gradFill>
              <a:gsLst>
                <a:gs pos="0">
                  <a:srgbClr val="FEF8F4"/>
                </a:gs>
                <a:gs pos="52999">
                  <a:srgbClr val="F7C4A1"/>
                </a:gs>
                <a:gs pos="83000">
                  <a:srgbClr val="F4B081"/>
                </a:gs>
                <a:gs pos="100000">
                  <a:srgbClr val="FF0000"/>
                </a:gs>
              </a:gsLst>
              <a:lin ang="540000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0" name="Google Shape;380;p6"/>
            <p:cNvGrpSpPr/>
            <p:nvPr/>
          </p:nvGrpSpPr>
          <p:grpSpPr>
            <a:xfrm>
              <a:off x="773695" y="3908670"/>
              <a:ext cx="7852191" cy="919739"/>
              <a:chOff x="575003" y="5745192"/>
              <a:chExt cx="7852191" cy="919739"/>
            </a:xfrm>
          </p:grpSpPr>
          <p:grpSp>
            <p:nvGrpSpPr>
              <p:cNvPr id="381" name="Google Shape;381;p6"/>
              <p:cNvGrpSpPr/>
              <p:nvPr/>
            </p:nvGrpSpPr>
            <p:grpSpPr>
              <a:xfrm>
                <a:off x="634023" y="6466814"/>
                <a:ext cx="7051694" cy="180787"/>
                <a:chOff x="652414" y="4781313"/>
                <a:chExt cx="7051694" cy="180787"/>
              </a:xfrm>
            </p:grpSpPr>
            <p:grpSp>
              <p:nvGrpSpPr>
                <p:cNvPr id="382" name="Google Shape;382;p6"/>
                <p:cNvGrpSpPr/>
                <p:nvPr/>
              </p:nvGrpSpPr>
              <p:grpSpPr>
                <a:xfrm rot="-5400000">
                  <a:off x="1144131" y="4289596"/>
                  <a:ext cx="180787" cy="1164223"/>
                  <a:chOff x="1870459" y="2363108"/>
                  <a:chExt cx="253269" cy="1626936"/>
                </a:xfrm>
              </p:grpSpPr>
              <p:sp>
                <p:nvSpPr>
                  <p:cNvPr id="383" name="Google Shape;383;p6"/>
                  <p:cNvSpPr/>
                  <p:nvPr/>
                </p:nvSpPr>
                <p:spPr>
                  <a:xfrm>
                    <a:off x="2051720" y="2456892"/>
                    <a:ext cx="72008" cy="1296144"/>
                  </a:xfrm>
                  <a:prstGeom prst="rect">
                    <a:avLst/>
                  </a:prstGeom>
                  <a:solidFill>
                    <a:srgbClr val="595959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384" name="Google Shape;384;p6"/>
                  <p:cNvCxnSpPr/>
                  <p:nvPr/>
                </p:nvCxnSpPr>
                <p:spPr>
                  <a:xfrm>
                    <a:off x="1933422" y="23631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85" name="Google Shape;385;p6"/>
                  <p:cNvCxnSpPr/>
                  <p:nvPr/>
                </p:nvCxnSpPr>
                <p:spPr>
                  <a:xfrm>
                    <a:off x="1933422" y="25155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86" name="Google Shape;386;p6"/>
                  <p:cNvCxnSpPr/>
                  <p:nvPr/>
                </p:nvCxnSpPr>
                <p:spPr>
                  <a:xfrm>
                    <a:off x="1933422" y="26679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87" name="Google Shape;387;p6"/>
                  <p:cNvCxnSpPr/>
                  <p:nvPr/>
                </p:nvCxnSpPr>
                <p:spPr>
                  <a:xfrm>
                    <a:off x="1933422" y="28203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88" name="Google Shape;388;p6"/>
                  <p:cNvCxnSpPr/>
                  <p:nvPr/>
                </p:nvCxnSpPr>
                <p:spPr>
                  <a:xfrm>
                    <a:off x="1933422" y="29727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89" name="Google Shape;389;p6"/>
                  <p:cNvCxnSpPr/>
                  <p:nvPr/>
                </p:nvCxnSpPr>
                <p:spPr>
                  <a:xfrm>
                    <a:off x="1933422" y="31251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90" name="Google Shape;390;p6"/>
                  <p:cNvCxnSpPr/>
                  <p:nvPr/>
                </p:nvCxnSpPr>
                <p:spPr>
                  <a:xfrm>
                    <a:off x="1933422" y="32775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91" name="Google Shape;391;p6"/>
                  <p:cNvCxnSpPr/>
                  <p:nvPr/>
                </p:nvCxnSpPr>
                <p:spPr>
                  <a:xfrm>
                    <a:off x="1933422" y="34299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92" name="Google Shape;392;p6"/>
                  <p:cNvCxnSpPr/>
                  <p:nvPr/>
                </p:nvCxnSpPr>
                <p:spPr>
                  <a:xfrm>
                    <a:off x="1933422" y="35823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93" name="Google Shape;393;p6"/>
                  <p:cNvCxnSpPr/>
                  <p:nvPr/>
                </p:nvCxnSpPr>
                <p:spPr>
                  <a:xfrm>
                    <a:off x="1943708" y="37347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394" name="Google Shape;394;p6"/>
                  <p:cNvSpPr/>
                  <p:nvPr/>
                </p:nvSpPr>
                <p:spPr>
                  <a:xfrm rot="-2146318">
                    <a:off x="1909799" y="3785865"/>
                    <a:ext cx="140753" cy="180020"/>
                  </a:xfrm>
                  <a:prstGeom prst="rect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chemeClr val="lt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95" name="Google Shape;395;p6"/>
                <p:cNvGrpSpPr/>
                <p:nvPr/>
              </p:nvGrpSpPr>
              <p:grpSpPr>
                <a:xfrm rot="-5400000">
                  <a:off x="2125376" y="4289596"/>
                  <a:ext cx="180787" cy="1164223"/>
                  <a:chOff x="1870459" y="2363108"/>
                  <a:chExt cx="253269" cy="1626936"/>
                </a:xfrm>
              </p:grpSpPr>
              <p:sp>
                <p:nvSpPr>
                  <p:cNvPr id="396" name="Google Shape;396;p6"/>
                  <p:cNvSpPr/>
                  <p:nvPr/>
                </p:nvSpPr>
                <p:spPr>
                  <a:xfrm>
                    <a:off x="2051720" y="2456892"/>
                    <a:ext cx="72008" cy="1296144"/>
                  </a:xfrm>
                  <a:prstGeom prst="rect">
                    <a:avLst/>
                  </a:prstGeom>
                  <a:solidFill>
                    <a:srgbClr val="595959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397" name="Google Shape;397;p6"/>
                  <p:cNvCxnSpPr/>
                  <p:nvPr/>
                </p:nvCxnSpPr>
                <p:spPr>
                  <a:xfrm>
                    <a:off x="1933422" y="23631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98" name="Google Shape;398;p6"/>
                  <p:cNvCxnSpPr/>
                  <p:nvPr/>
                </p:nvCxnSpPr>
                <p:spPr>
                  <a:xfrm>
                    <a:off x="1933422" y="25155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99" name="Google Shape;399;p6"/>
                  <p:cNvCxnSpPr/>
                  <p:nvPr/>
                </p:nvCxnSpPr>
                <p:spPr>
                  <a:xfrm>
                    <a:off x="1933422" y="26679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00" name="Google Shape;400;p6"/>
                  <p:cNvCxnSpPr/>
                  <p:nvPr/>
                </p:nvCxnSpPr>
                <p:spPr>
                  <a:xfrm>
                    <a:off x="1933422" y="28203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01" name="Google Shape;401;p6"/>
                  <p:cNvCxnSpPr/>
                  <p:nvPr/>
                </p:nvCxnSpPr>
                <p:spPr>
                  <a:xfrm>
                    <a:off x="1933422" y="29727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02" name="Google Shape;402;p6"/>
                  <p:cNvCxnSpPr/>
                  <p:nvPr/>
                </p:nvCxnSpPr>
                <p:spPr>
                  <a:xfrm>
                    <a:off x="1933422" y="31251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03" name="Google Shape;403;p6"/>
                  <p:cNvCxnSpPr/>
                  <p:nvPr/>
                </p:nvCxnSpPr>
                <p:spPr>
                  <a:xfrm>
                    <a:off x="1933422" y="32775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04" name="Google Shape;404;p6"/>
                  <p:cNvCxnSpPr/>
                  <p:nvPr/>
                </p:nvCxnSpPr>
                <p:spPr>
                  <a:xfrm>
                    <a:off x="1933422" y="34299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05" name="Google Shape;405;p6"/>
                  <p:cNvCxnSpPr/>
                  <p:nvPr/>
                </p:nvCxnSpPr>
                <p:spPr>
                  <a:xfrm>
                    <a:off x="1933422" y="35823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06" name="Google Shape;406;p6"/>
                  <p:cNvCxnSpPr/>
                  <p:nvPr/>
                </p:nvCxnSpPr>
                <p:spPr>
                  <a:xfrm>
                    <a:off x="1943708" y="37347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07" name="Google Shape;407;p6"/>
                  <p:cNvSpPr/>
                  <p:nvPr/>
                </p:nvSpPr>
                <p:spPr>
                  <a:xfrm rot="-2146318">
                    <a:off x="1909799" y="3785865"/>
                    <a:ext cx="140753" cy="180020"/>
                  </a:xfrm>
                  <a:prstGeom prst="rect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chemeClr val="lt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08" name="Google Shape;408;p6"/>
                <p:cNvGrpSpPr/>
                <p:nvPr/>
              </p:nvGrpSpPr>
              <p:grpSpPr>
                <a:xfrm rot="-5400000">
                  <a:off x="3106621" y="4289596"/>
                  <a:ext cx="180787" cy="1164223"/>
                  <a:chOff x="1870459" y="2363108"/>
                  <a:chExt cx="253269" cy="1626936"/>
                </a:xfrm>
              </p:grpSpPr>
              <p:sp>
                <p:nvSpPr>
                  <p:cNvPr id="409" name="Google Shape;409;p6"/>
                  <p:cNvSpPr/>
                  <p:nvPr/>
                </p:nvSpPr>
                <p:spPr>
                  <a:xfrm>
                    <a:off x="2051720" y="2456892"/>
                    <a:ext cx="72008" cy="1296144"/>
                  </a:xfrm>
                  <a:prstGeom prst="rect">
                    <a:avLst/>
                  </a:prstGeom>
                  <a:solidFill>
                    <a:srgbClr val="595959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410" name="Google Shape;410;p6"/>
                  <p:cNvCxnSpPr/>
                  <p:nvPr/>
                </p:nvCxnSpPr>
                <p:spPr>
                  <a:xfrm>
                    <a:off x="1933422" y="23631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1" name="Google Shape;411;p6"/>
                  <p:cNvCxnSpPr/>
                  <p:nvPr/>
                </p:nvCxnSpPr>
                <p:spPr>
                  <a:xfrm>
                    <a:off x="1933422" y="25155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2" name="Google Shape;412;p6"/>
                  <p:cNvCxnSpPr/>
                  <p:nvPr/>
                </p:nvCxnSpPr>
                <p:spPr>
                  <a:xfrm>
                    <a:off x="1933422" y="26679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3" name="Google Shape;413;p6"/>
                  <p:cNvCxnSpPr/>
                  <p:nvPr/>
                </p:nvCxnSpPr>
                <p:spPr>
                  <a:xfrm>
                    <a:off x="1933422" y="28203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4" name="Google Shape;414;p6"/>
                  <p:cNvCxnSpPr/>
                  <p:nvPr/>
                </p:nvCxnSpPr>
                <p:spPr>
                  <a:xfrm>
                    <a:off x="1933422" y="29727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5" name="Google Shape;415;p6"/>
                  <p:cNvCxnSpPr/>
                  <p:nvPr/>
                </p:nvCxnSpPr>
                <p:spPr>
                  <a:xfrm>
                    <a:off x="1933422" y="31251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6" name="Google Shape;416;p6"/>
                  <p:cNvCxnSpPr/>
                  <p:nvPr/>
                </p:nvCxnSpPr>
                <p:spPr>
                  <a:xfrm>
                    <a:off x="1933422" y="32775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7" name="Google Shape;417;p6"/>
                  <p:cNvCxnSpPr/>
                  <p:nvPr/>
                </p:nvCxnSpPr>
                <p:spPr>
                  <a:xfrm>
                    <a:off x="1933422" y="34299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8" name="Google Shape;418;p6"/>
                  <p:cNvCxnSpPr/>
                  <p:nvPr/>
                </p:nvCxnSpPr>
                <p:spPr>
                  <a:xfrm>
                    <a:off x="1933422" y="35823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19" name="Google Shape;419;p6"/>
                  <p:cNvCxnSpPr/>
                  <p:nvPr/>
                </p:nvCxnSpPr>
                <p:spPr>
                  <a:xfrm>
                    <a:off x="1943708" y="37347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20" name="Google Shape;420;p6"/>
                  <p:cNvSpPr/>
                  <p:nvPr/>
                </p:nvSpPr>
                <p:spPr>
                  <a:xfrm rot="-2146318">
                    <a:off x="1909799" y="3785865"/>
                    <a:ext cx="140753" cy="180020"/>
                  </a:xfrm>
                  <a:prstGeom prst="rect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chemeClr val="lt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1" name="Google Shape;421;p6"/>
                <p:cNvGrpSpPr/>
                <p:nvPr/>
              </p:nvGrpSpPr>
              <p:grpSpPr>
                <a:xfrm rot="-5400000">
                  <a:off x="4087866" y="4289596"/>
                  <a:ext cx="180787" cy="1164223"/>
                  <a:chOff x="1870459" y="2363108"/>
                  <a:chExt cx="253269" cy="1626936"/>
                </a:xfrm>
              </p:grpSpPr>
              <p:sp>
                <p:nvSpPr>
                  <p:cNvPr id="422" name="Google Shape;422;p6"/>
                  <p:cNvSpPr/>
                  <p:nvPr/>
                </p:nvSpPr>
                <p:spPr>
                  <a:xfrm>
                    <a:off x="2051720" y="2456892"/>
                    <a:ext cx="72008" cy="1296144"/>
                  </a:xfrm>
                  <a:prstGeom prst="rect">
                    <a:avLst/>
                  </a:prstGeom>
                  <a:solidFill>
                    <a:srgbClr val="595959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423" name="Google Shape;423;p6"/>
                  <p:cNvCxnSpPr/>
                  <p:nvPr/>
                </p:nvCxnSpPr>
                <p:spPr>
                  <a:xfrm>
                    <a:off x="1933422" y="23631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4" name="Google Shape;424;p6"/>
                  <p:cNvCxnSpPr/>
                  <p:nvPr/>
                </p:nvCxnSpPr>
                <p:spPr>
                  <a:xfrm>
                    <a:off x="1933422" y="25155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5" name="Google Shape;425;p6"/>
                  <p:cNvCxnSpPr/>
                  <p:nvPr/>
                </p:nvCxnSpPr>
                <p:spPr>
                  <a:xfrm>
                    <a:off x="1933422" y="26679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6" name="Google Shape;426;p6"/>
                  <p:cNvCxnSpPr/>
                  <p:nvPr/>
                </p:nvCxnSpPr>
                <p:spPr>
                  <a:xfrm>
                    <a:off x="1933422" y="28203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7" name="Google Shape;427;p6"/>
                  <p:cNvCxnSpPr/>
                  <p:nvPr/>
                </p:nvCxnSpPr>
                <p:spPr>
                  <a:xfrm>
                    <a:off x="1933422" y="29727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8" name="Google Shape;428;p6"/>
                  <p:cNvCxnSpPr/>
                  <p:nvPr/>
                </p:nvCxnSpPr>
                <p:spPr>
                  <a:xfrm>
                    <a:off x="1933422" y="31251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29" name="Google Shape;429;p6"/>
                  <p:cNvCxnSpPr/>
                  <p:nvPr/>
                </p:nvCxnSpPr>
                <p:spPr>
                  <a:xfrm>
                    <a:off x="1933422" y="32775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0" name="Google Shape;430;p6"/>
                  <p:cNvCxnSpPr/>
                  <p:nvPr/>
                </p:nvCxnSpPr>
                <p:spPr>
                  <a:xfrm>
                    <a:off x="1933422" y="34299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1" name="Google Shape;431;p6"/>
                  <p:cNvCxnSpPr/>
                  <p:nvPr/>
                </p:nvCxnSpPr>
                <p:spPr>
                  <a:xfrm>
                    <a:off x="1933422" y="35823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2" name="Google Shape;432;p6"/>
                  <p:cNvCxnSpPr/>
                  <p:nvPr/>
                </p:nvCxnSpPr>
                <p:spPr>
                  <a:xfrm>
                    <a:off x="1943708" y="37347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33" name="Google Shape;433;p6"/>
                  <p:cNvSpPr/>
                  <p:nvPr/>
                </p:nvSpPr>
                <p:spPr>
                  <a:xfrm rot="-2146318">
                    <a:off x="1909799" y="3785865"/>
                    <a:ext cx="140753" cy="180020"/>
                  </a:xfrm>
                  <a:prstGeom prst="rect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chemeClr val="lt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4" name="Google Shape;434;p6"/>
                <p:cNvGrpSpPr/>
                <p:nvPr/>
              </p:nvGrpSpPr>
              <p:grpSpPr>
                <a:xfrm rot="-5400000">
                  <a:off x="5069111" y="4289596"/>
                  <a:ext cx="180787" cy="1164223"/>
                  <a:chOff x="1870459" y="2363108"/>
                  <a:chExt cx="253269" cy="1626936"/>
                </a:xfrm>
              </p:grpSpPr>
              <p:sp>
                <p:nvSpPr>
                  <p:cNvPr id="435" name="Google Shape;435;p6"/>
                  <p:cNvSpPr/>
                  <p:nvPr/>
                </p:nvSpPr>
                <p:spPr>
                  <a:xfrm>
                    <a:off x="2051720" y="2456892"/>
                    <a:ext cx="72008" cy="1296144"/>
                  </a:xfrm>
                  <a:prstGeom prst="rect">
                    <a:avLst/>
                  </a:prstGeom>
                  <a:solidFill>
                    <a:srgbClr val="595959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436" name="Google Shape;436;p6"/>
                  <p:cNvCxnSpPr/>
                  <p:nvPr/>
                </p:nvCxnSpPr>
                <p:spPr>
                  <a:xfrm>
                    <a:off x="1933422" y="23631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7" name="Google Shape;437;p6"/>
                  <p:cNvCxnSpPr/>
                  <p:nvPr/>
                </p:nvCxnSpPr>
                <p:spPr>
                  <a:xfrm>
                    <a:off x="1933422" y="25155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8" name="Google Shape;438;p6"/>
                  <p:cNvCxnSpPr/>
                  <p:nvPr/>
                </p:nvCxnSpPr>
                <p:spPr>
                  <a:xfrm>
                    <a:off x="1933422" y="26679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39" name="Google Shape;439;p6"/>
                  <p:cNvCxnSpPr/>
                  <p:nvPr/>
                </p:nvCxnSpPr>
                <p:spPr>
                  <a:xfrm>
                    <a:off x="1933422" y="28203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40" name="Google Shape;440;p6"/>
                  <p:cNvCxnSpPr/>
                  <p:nvPr/>
                </p:nvCxnSpPr>
                <p:spPr>
                  <a:xfrm>
                    <a:off x="1933422" y="29727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41" name="Google Shape;441;p6"/>
                  <p:cNvCxnSpPr/>
                  <p:nvPr/>
                </p:nvCxnSpPr>
                <p:spPr>
                  <a:xfrm>
                    <a:off x="1933422" y="31251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42" name="Google Shape;442;p6"/>
                  <p:cNvCxnSpPr/>
                  <p:nvPr/>
                </p:nvCxnSpPr>
                <p:spPr>
                  <a:xfrm>
                    <a:off x="1933422" y="32775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43" name="Google Shape;443;p6"/>
                  <p:cNvCxnSpPr/>
                  <p:nvPr/>
                </p:nvCxnSpPr>
                <p:spPr>
                  <a:xfrm>
                    <a:off x="1933422" y="34299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44" name="Google Shape;444;p6"/>
                  <p:cNvCxnSpPr/>
                  <p:nvPr/>
                </p:nvCxnSpPr>
                <p:spPr>
                  <a:xfrm>
                    <a:off x="1933422" y="35823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45" name="Google Shape;445;p6"/>
                  <p:cNvCxnSpPr/>
                  <p:nvPr/>
                </p:nvCxnSpPr>
                <p:spPr>
                  <a:xfrm>
                    <a:off x="1943708" y="37347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46" name="Google Shape;446;p6"/>
                  <p:cNvSpPr/>
                  <p:nvPr/>
                </p:nvSpPr>
                <p:spPr>
                  <a:xfrm rot="-2146318">
                    <a:off x="1909799" y="3785865"/>
                    <a:ext cx="140753" cy="180020"/>
                  </a:xfrm>
                  <a:prstGeom prst="rect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chemeClr val="lt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47" name="Google Shape;447;p6"/>
                <p:cNvGrpSpPr/>
                <p:nvPr/>
              </p:nvGrpSpPr>
              <p:grpSpPr>
                <a:xfrm rot="-5400000">
                  <a:off x="6050356" y="4289596"/>
                  <a:ext cx="180787" cy="1164223"/>
                  <a:chOff x="1870459" y="2363108"/>
                  <a:chExt cx="253269" cy="1626936"/>
                </a:xfrm>
              </p:grpSpPr>
              <p:sp>
                <p:nvSpPr>
                  <p:cNvPr id="448" name="Google Shape;448;p6"/>
                  <p:cNvSpPr/>
                  <p:nvPr/>
                </p:nvSpPr>
                <p:spPr>
                  <a:xfrm>
                    <a:off x="2051720" y="2456892"/>
                    <a:ext cx="72008" cy="1296144"/>
                  </a:xfrm>
                  <a:prstGeom prst="rect">
                    <a:avLst/>
                  </a:prstGeom>
                  <a:solidFill>
                    <a:srgbClr val="595959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449" name="Google Shape;449;p6"/>
                  <p:cNvCxnSpPr/>
                  <p:nvPr/>
                </p:nvCxnSpPr>
                <p:spPr>
                  <a:xfrm>
                    <a:off x="1933422" y="23631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0" name="Google Shape;450;p6"/>
                  <p:cNvCxnSpPr/>
                  <p:nvPr/>
                </p:nvCxnSpPr>
                <p:spPr>
                  <a:xfrm>
                    <a:off x="1933422" y="25155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1" name="Google Shape;451;p6"/>
                  <p:cNvCxnSpPr/>
                  <p:nvPr/>
                </p:nvCxnSpPr>
                <p:spPr>
                  <a:xfrm>
                    <a:off x="1933422" y="26679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2" name="Google Shape;452;p6"/>
                  <p:cNvCxnSpPr/>
                  <p:nvPr/>
                </p:nvCxnSpPr>
                <p:spPr>
                  <a:xfrm>
                    <a:off x="1933422" y="28203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3" name="Google Shape;453;p6"/>
                  <p:cNvCxnSpPr/>
                  <p:nvPr/>
                </p:nvCxnSpPr>
                <p:spPr>
                  <a:xfrm>
                    <a:off x="1933422" y="29727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4" name="Google Shape;454;p6"/>
                  <p:cNvCxnSpPr/>
                  <p:nvPr/>
                </p:nvCxnSpPr>
                <p:spPr>
                  <a:xfrm>
                    <a:off x="1933422" y="31251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5" name="Google Shape;455;p6"/>
                  <p:cNvCxnSpPr/>
                  <p:nvPr/>
                </p:nvCxnSpPr>
                <p:spPr>
                  <a:xfrm>
                    <a:off x="1933422" y="32775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6" name="Google Shape;456;p6"/>
                  <p:cNvCxnSpPr/>
                  <p:nvPr/>
                </p:nvCxnSpPr>
                <p:spPr>
                  <a:xfrm>
                    <a:off x="1933422" y="34299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7" name="Google Shape;457;p6"/>
                  <p:cNvCxnSpPr/>
                  <p:nvPr/>
                </p:nvCxnSpPr>
                <p:spPr>
                  <a:xfrm>
                    <a:off x="1933422" y="35823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58" name="Google Shape;458;p6"/>
                  <p:cNvCxnSpPr/>
                  <p:nvPr/>
                </p:nvCxnSpPr>
                <p:spPr>
                  <a:xfrm>
                    <a:off x="1943708" y="37347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59" name="Google Shape;459;p6"/>
                  <p:cNvSpPr/>
                  <p:nvPr/>
                </p:nvSpPr>
                <p:spPr>
                  <a:xfrm rot="-2146318">
                    <a:off x="1909799" y="3785865"/>
                    <a:ext cx="140753" cy="180020"/>
                  </a:xfrm>
                  <a:prstGeom prst="rect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chemeClr val="lt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60" name="Google Shape;460;p6"/>
                <p:cNvGrpSpPr/>
                <p:nvPr/>
              </p:nvGrpSpPr>
              <p:grpSpPr>
                <a:xfrm rot="-5400000">
                  <a:off x="7031602" y="4289596"/>
                  <a:ext cx="180787" cy="1164223"/>
                  <a:chOff x="1870459" y="2363108"/>
                  <a:chExt cx="253269" cy="1626936"/>
                </a:xfrm>
              </p:grpSpPr>
              <p:sp>
                <p:nvSpPr>
                  <p:cNvPr id="461" name="Google Shape;461;p6"/>
                  <p:cNvSpPr/>
                  <p:nvPr/>
                </p:nvSpPr>
                <p:spPr>
                  <a:xfrm>
                    <a:off x="2051720" y="2456892"/>
                    <a:ext cx="72008" cy="1296144"/>
                  </a:xfrm>
                  <a:prstGeom prst="rect">
                    <a:avLst/>
                  </a:prstGeom>
                  <a:solidFill>
                    <a:srgbClr val="595959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462" name="Google Shape;462;p6"/>
                  <p:cNvCxnSpPr/>
                  <p:nvPr/>
                </p:nvCxnSpPr>
                <p:spPr>
                  <a:xfrm>
                    <a:off x="1933422" y="23631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3" name="Google Shape;463;p6"/>
                  <p:cNvCxnSpPr/>
                  <p:nvPr/>
                </p:nvCxnSpPr>
                <p:spPr>
                  <a:xfrm>
                    <a:off x="1933422" y="25155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4" name="Google Shape;464;p6"/>
                  <p:cNvCxnSpPr/>
                  <p:nvPr/>
                </p:nvCxnSpPr>
                <p:spPr>
                  <a:xfrm>
                    <a:off x="1933422" y="26679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5" name="Google Shape;465;p6"/>
                  <p:cNvCxnSpPr/>
                  <p:nvPr/>
                </p:nvCxnSpPr>
                <p:spPr>
                  <a:xfrm>
                    <a:off x="1933422" y="28203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6" name="Google Shape;466;p6"/>
                  <p:cNvCxnSpPr/>
                  <p:nvPr/>
                </p:nvCxnSpPr>
                <p:spPr>
                  <a:xfrm>
                    <a:off x="1933422" y="29727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7" name="Google Shape;467;p6"/>
                  <p:cNvCxnSpPr/>
                  <p:nvPr/>
                </p:nvCxnSpPr>
                <p:spPr>
                  <a:xfrm>
                    <a:off x="1933422" y="31251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8" name="Google Shape;468;p6"/>
                  <p:cNvCxnSpPr/>
                  <p:nvPr/>
                </p:nvCxnSpPr>
                <p:spPr>
                  <a:xfrm>
                    <a:off x="1933422" y="32775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69" name="Google Shape;469;p6"/>
                  <p:cNvCxnSpPr/>
                  <p:nvPr/>
                </p:nvCxnSpPr>
                <p:spPr>
                  <a:xfrm>
                    <a:off x="1933422" y="34299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0" name="Google Shape;470;p6"/>
                  <p:cNvCxnSpPr/>
                  <p:nvPr/>
                </p:nvCxnSpPr>
                <p:spPr>
                  <a:xfrm>
                    <a:off x="1933422" y="35823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471" name="Google Shape;471;p6"/>
                  <p:cNvCxnSpPr/>
                  <p:nvPr/>
                </p:nvCxnSpPr>
                <p:spPr>
                  <a:xfrm>
                    <a:off x="1943708" y="3734708"/>
                    <a:ext cx="118298" cy="170728"/>
                  </a:xfrm>
                  <a:prstGeom prst="straightConnector1">
                    <a:avLst/>
                  </a:prstGeom>
                  <a:noFill/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472" name="Google Shape;472;p6"/>
                  <p:cNvSpPr/>
                  <p:nvPr/>
                </p:nvSpPr>
                <p:spPr>
                  <a:xfrm rot="-2146318">
                    <a:off x="1909799" y="3785865"/>
                    <a:ext cx="140753" cy="180020"/>
                  </a:xfrm>
                  <a:prstGeom prst="rect">
                    <a:avLst/>
                  </a:prstGeom>
                  <a:solidFill>
                    <a:schemeClr val="lt1"/>
                  </a:solidFill>
                  <a:ln w="12700" cap="flat" cmpd="sng">
                    <a:solidFill>
                      <a:schemeClr val="lt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73" name="Google Shape;473;p6"/>
              <p:cNvGrpSpPr/>
              <p:nvPr/>
            </p:nvGrpSpPr>
            <p:grpSpPr>
              <a:xfrm rot="-8100000">
                <a:off x="7755390" y="5727663"/>
                <a:ext cx="180787" cy="1023194"/>
                <a:chOff x="1870459" y="2363108"/>
                <a:chExt cx="253269" cy="1626936"/>
              </a:xfrm>
            </p:grpSpPr>
            <p:sp>
              <p:nvSpPr>
                <p:cNvPr id="474" name="Google Shape;474;p6"/>
                <p:cNvSpPr/>
                <p:nvPr/>
              </p:nvSpPr>
              <p:spPr>
                <a:xfrm>
                  <a:off x="2051720" y="2456892"/>
                  <a:ext cx="72008" cy="1296144"/>
                </a:xfrm>
                <a:prstGeom prst="rect">
                  <a:avLst/>
                </a:prstGeom>
                <a:solidFill>
                  <a:srgbClr val="595959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75" name="Google Shape;475;p6"/>
                <p:cNvCxnSpPr/>
                <p:nvPr/>
              </p:nvCxnSpPr>
              <p:spPr>
                <a:xfrm>
                  <a:off x="1933422" y="2363108"/>
                  <a:ext cx="118298" cy="170728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76" name="Google Shape;476;p6"/>
                <p:cNvCxnSpPr/>
                <p:nvPr/>
              </p:nvCxnSpPr>
              <p:spPr>
                <a:xfrm>
                  <a:off x="1933422" y="2515508"/>
                  <a:ext cx="118298" cy="170728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77" name="Google Shape;477;p6"/>
                <p:cNvCxnSpPr/>
                <p:nvPr/>
              </p:nvCxnSpPr>
              <p:spPr>
                <a:xfrm>
                  <a:off x="1933422" y="2667908"/>
                  <a:ext cx="118298" cy="170728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78" name="Google Shape;478;p6"/>
                <p:cNvCxnSpPr/>
                <p:nvPr/>
              </p:nvCxnSpPr>
              <p:spPr>
                <a:xfrm>
                  <a:off x="1933422" y="2820308"/>
                  <a:ext cx="118298" cy="170728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79" name="Google Shape;479;p6"/>
                <p:cNvCxnSpPr/>
                <p:nvPr/>
              </p:nvCxnSpPr>
              <p:spPr>
                <a:xfrm>
                  <a:off x="1933422" y="2972708"/>
                  <a:ext cx="118298" cy="170728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80" name="Google Shape;480;p6"/>
                <p:cNvCxnSpPr/>
                <p:nvPr/>
              </p:nvCxnSpPr>
              <p:spPr>
                <a:xfrm>
                  <a:off x="1933422" y="3125108"/>
                  <a:ext cx="118298" cy="170728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81" name="Google Shape;481;p6"/>
                <p:cNvCxnSpPr/>
                <p:nvPr/>
              </p:nvCxnSpPr>
              <p:spPr>
                <a:xfrm>
                  <a:off x="1933422" y="3277508"/>
                  <a:ext cx="118298" cy="170728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82" name="Google Shape;482;p6"/>
                <p:cNvCxnSpPr/>
                <p:nvPr/>
              </p:nvCxnSpPr>
              <p:spPr>
                <a:xfrm>
                  <a:off x="1933422" y="3429908"/>
                  <a:ext cx="118298" cy="170728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83" name="Google Shape;483;p6"/>
                <p:cNvCxnSpPr/>
                <p:nvPr/>
              </p:nvCxnSpPr>
              <p:spPr>
                <a:xfrm>
                  <a:off x="1933422" y="3582308"/>
                  <a:ext cx="118298" cy="170728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84" name="Google Shape;484;p6"/>
                <p:cNvCxnSpPr/>
                <p:nvPr/>
              </p:nvCxnSpPr>
              <p:spPr>
                <a:xfrm>
                  <a:off x="1943708" y="3734708"/>
                  <a:ext cx="118298" cy="170728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485" name="Google Shape;485;p6"/>
                <p:cNvSpPr/>
                <p:nvPr/>
              </p:nvSpPr>
              <p:spPr>
                <a:xfrm rot="-2146318">
                  <a:off x="1909799" y="3785865"/>
                  <a:ext cx="140753" cy="180020"/>
                </a:xfrm>
                <a:prstGeom prst="rect">
                  <a:avLst/>
                </a:prstGeom>
                <a:solidFill>
                  <a:schemeClr val="lt1"/>
                </a:solidFill>
                <a:ln w="12700" cap="flat" cmpd="sng">
                  <a:solidFill>
                    <a:schemeClr val="l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86" name="Google Shape;486;p6"/>
              <p:cNvSpPr/>
              <p:nvPr/>
            </p:nvSpPr>
            <p:spPr>
              <a:xfrm>
                <a:off x="575003" y="5838885"/>
                <a:ext cx="7497681" cy="689675"/>
              </a:xfrm>
              <a:prstGeom prst="cube">
                <a:avLst>
                  <a:gd name="adj" fmla="val 77579"/>
                </a:avLst>
              </a:prstGeom>
              <a:solidFill>
                <a:srgbClr val="7F7F7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87" name="Google Shape;487;p6"/>
              <p:cNvCxnSpPr/>
              <p:nvPr/>
            </p:nvCxnSpPr>
            <p:spPr>
              <a:xfrm>
                <a:off x="1111079" y="5997942"/>
                <a:ext cx="6948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88" name="Google Shape;488;p6"/>
              <p:cNvCxnSpPr/>
              <p:nvPr/>
            </p:nvCxnSpPr>
            <p:spPr>
              <a:xfrm flipH="1">
                <a:off x="575003" y="5988845"/>
                <a:ext cx="540000" cy="540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89" name="Google Shape;489;p6"/>
              <p:cNvCxnSpPr/>
              <p:nvPr/>
            </p:nvCxnSpPr>
            <p:spPr>
              <a:xfrm>
                <a:off x="1114582" y="5836237"/>
                <a:ext cx="0" cy="180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90" name="Google Shape;490;p6"/>
              <p:cNvSpPr/>
              <p:nvPr/>
            </p:nvSpPr>
            <p:spPr>
              <a:xfrm>
                <a:off x="8080764" y="5745192"/>
                <a:ext cx="346430" cy="61677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1" name="Google Shape;491;p6"/>
            <p:cNvGrpSpPr/>
            <p:nvPr/>
          </p:nvGrpSpPr>
          <p:grpSpPr>
            <a:xfrm>
              <a:off x="1095540" y="3556873"/>
              <a:ext cx="6659491" cy="837861"/>
              <a:chOff x="843508" y="4623775"/>
              <a:chExt cx="6659491" cy="837861"/>
            </a:xfrm>
          </p:grpSpPr>
          <p:sp>
            <p:nvSpPr>
              <p:cNvPr id="492" name="Google Shape;492;p6"/>
              <p:cNvSpPr/>
              <p:nvPr/>
            </p:nvSpPr>
            <p:spPr>
              <a:xfrm rot="5400000">
                <a:off x="992220" y="4475062"/>
                <a:ext cx="731750" cy="1029175"/>
              </a:xfrm>
              <a:prstGeom prst="can">
                <a:avLst>
                  <a:gd name="adj" fmla="val 51553"/>
                </a:avLst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6"/>
              <p:cNvSpPr/>
              <p:nvPr/>
            </p:nvSpPr>
            <p:spPr>
              <a:xfrm rot="5400000">
                <a:off x="1785384" y="4789251"/>
                <a:ext cx="157654" cy="400797"/>
              </a:xfrm>
              <a:prstGeom prst="can">
                <a:avLst>
                  <a:gd name="adj" fmla="val 59495"/>
                </a:avLst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6"/>
              <p:cNvSpPr/>
              <p:nvPr/>
            </p:nvSpPr>
            <p:spPr>
              <a:xfrm rot="5400000">
                <a:off x="2003492" y="4789251"/>
                <a:ext cx="236285" cy="400797"/>
              </a:xfrm>
              <a:prstGeom prst="can">
                <a:avLst>
                  <a:gd name="adj" fmla="val 59495"/>
                </a:avLst>
              </a:prstGeom>
              <a:gradFill>
                <a:gsLst>
                  <a:gs pos="0">
                    <a:srgbClr val="7F7F7F"/>
                  </a:gs>
                  <a:gs pos="50000">
                    <a:srgbClr val="262626"/>
                  </a:gs>
                  <a:gs pos="100000">
                    <a:srgbClr val="7F7F7F"/>
                  </a:gs>
                </a:gsLst>
                <a:lin ang="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6"/>
              <p:cNvSpPr/>
              <p:nvPr/>
            </p:nvSpPr>
            <p:spPr>
              <a:xfrm rot="5400000">
                <a:off x="2349893" y="4789251"/>
                <a:ext cx="157654" cy="400797"/>
              </a:xfrm>
              <a:prstGeom prst="can">
                <a:avLst>
                  <a:gd name="adj" fmla="val 59495"/>
                </a:avLst>
              </a:prstGeom>
              <a:gradFill>
                <a:gsLst>
                  <a:gs pos="0">
                    <a:srgbClr val="F2F2F2"/>
                  </a:gs>
                  <a:gs pos="50000">
                    <a:srgbClr val="7F7F7F"/>
                  </a:gs>
                  <a:gs pos="100000">
                    <a:srgbClr val="262626"/>
                  </a:gs>
                </a:gsLst>
                <a:lin ang="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6"/>
              <p:cNvSpPr/>
              <p:nvPr/>
            </p:nvSpPr>
            <p:spPr>
              <a:xfrm>
                <a:off x="2536718" y="4910822"/>
                <a:ext cx="315215" cy="550814"/>
              </a:xfrm>
              <a:prstGeom prst="cube">
                <a:avLst>
                  <a:gd name="adj" fmla="val 64039"/>
                </a:avLst>
              </a:prstGeom>
              <a:solidFill>
                <a:srgbClr val="7F7F7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6"/>
              <p:cNvSpPr/>
              <p:nvPr/>
            </p:nvSpPr>
            <p:spPr>
              <a:xfrm>
                <a:off x="2536551" y="4682340"/>
                <a:ext cx="315215" cy="431291"/>
              </a:xfrm>
              <a:prstGeom prst="cube">
                <a:avLst>
                  <a:gd name="adj" fmla="val 64039"/>
                </a:avLst>
              </a:prstGeom>
              <a:solidFill>
                <a:srgbClr val="7F7F7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6"/>
              <p:cNvSpPr/>
              <p:nvPr/>
            </p:nvSpPr>
            <p:spPr>
              <a:xfrm>
                <a:off x="2698685" y="4881649"/>
                <a:ext cx="146898" cy="216000"/>
              </a:xfrm>
              <a:prstGeom prst="ellipse">
                <a:avLst/>
              </a:prstGeom>
              <a:solidFill>
                <a:srgbClr val="3F3F3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6"/>
              <p:cNvSpPr/>
              <p:nvPr/>
            </p:nvSpPr>
            <p:spPr>
              <a:xfrm rot="5400000">
                <a:off x="2930018" y="4719649"/>
                <a:ext cx="157654" cy="540000"/>
              </a:xfrm>
              <a:prstGeom prst="can">
                <a:avLst>
                  <a:gd name="adj" fmla="val 59495"/>
                </a:avLst>
              </a:prstGeom>
              <a:gradFill>
                <a:gsLst>
                  <a:gs pos="0">
                    <a:srgbClr val="F2F2F2"/>
                  </a:gs>
                  <a:gs pos="50000">
                    <a:srgbClr val="7F7F7F"/>
                  </a:gs>
                  <a:gs pos="100000">
                    <a:srgbClr val="262626"/>
                  </a:gs>
                </a:gsLst>
                <a:lin ang="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6"/>
              <p:cNvSpPr/>
              <p:nvPr/>
            </p:nvSpPr>
            <p:spPr>
              <a:xfrm rot="5400000">
                <a:off x="2958526" y="4807837"/>
                <a:ext cx="683901" cy="363625"/>
              </a:xfrm>
              <a:prstGeom prst="can">
                <a:avLst>
                  <a:gd name="adj" fmla="val 50000"/>
                </a:avLst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6"/>
              <p:cNvSpPr/>
              <p:nvPr/>
            </p:nvSpPr>
            <p:spPr>
              <a:xfrm rot="5400000">
                <a:off x="4384177" y="3891649"/>
                <a:ext cx="157654" cy="2196000"/>
              </a:xfrm>
              <a:prstGeom prst="can">
                <a:avLst>
                  <a:gd name="adj" fmla="val 59495"/>
                </a:avLst>
              </a:prstGeom>
              <a:gradFill>
                <a:gsLst>
                  <a:gs pos="0">
                    <a:srgbClr val="F2F2F2"/>
                  </a:gs>
                  <a:gs pos="50000">
                    <a:srgbClr val="7F7F7F"/>
                  </a:gs>
                  <a:gs pos="100000">
                    <a:srgbClr val="262626"/>
                  </a:gs>
                </a:gsLst>
                <a:lin ang="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6"/>
              <p:cNvSpPr/>
              <p:nvPr/>
            </p:nvSpPr>
            <p:spPr>
              <a:xfrm>
                <a:off x="5279446" y="4910822"/>
                <a:ext cx="315215" cy="550814"/>
              </a:xfrm>
              <a:prstGeom prst="cube">
                <a:avLst>
                  <a:gd name="adj" fmla="val 64039"/>
                </a:avLst>
              </a:prstGeom>
              <a:solidFill>
                <a:srgbClr val="7F7F7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6"/>
              <p:cNvSpPr/>
              <p:nvPr/>
            </p:nvSpPr>
            <p:spPr>
              <a:xfrm>
                <a:off x="5279279" y="4682340"/>
                <a:ext cx="315215" cy="431291"/>
              </a:xfrm>
              <a:prstGeom prst="cube">
                <a:avLst>
                  <a:gd name="adj" fmla="val 64039"/>
                </a:avLst>
              </a:prstGeom>
              <a:solidFill>
                <a:srgbClr val="7F7F7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6"/>
              <p:cNvSpPr/>
              <p:nvPr/>
            </p:nvSpPr>
            <p:spPr>
              <a:xfrm>
                <a:off x="5441413" y="4881649"/>
                <a:ext cx="146898" cy="216000"/>
              </a:xfrm>
              <a:prstGeom prst="ellipse">
                <a:avLst/>
              </a:prstGeom>
              <a:solidFill>
                <a:srgbClr val="3F3F3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6"/>
              <p:cNvSpPr/>
              <p:nvPr/>
            </p:nvSpPr>
            <p:spPr>
              <a:xfrm rot="5400000">
                <a:off x="6289714" y="4100188"/>
                <a:ext cx="157654" cy="1778923"/>
              </a:xfrm>
              <a:prstGeom prst="can">
                <a:avLst>
                  <a:gd name="adj" fmla="val 59495"/>
                </a:avLst>
              </a:prstGeom>
              <a:gradFill>
                <a:gsLst>
                  <a:gs pos="0">
                    <a:srgbClr val="F2F2F2"/>
                  </a:gs>
                  <a:gs pos="50000">
                    <a:srgbClr val="7F7F7F"/>
                  </a:gs>
                  <a:gs pos="100000">
                    <a:srgbClr val="262626"/>
                  </a:gs>
                </a:gsLst>
                <a:lin ang="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6"/>
              <p:cNvSpPr/>
              <p:nvPr/>
            </p:nvSpPr>
            <p:spPr>
              <a:xfrm rot="5400000">
                <a:off x="6962602" y="4807837"/>
                <a:ext cx="683901" cy="363625"/>
              </a:xfrm>
              <a:prstGeom prst="can">
                <a:avLst>
                  <a:gd name="adj" fmla="val 50000"/>
                </a:avLst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6"/>
              <p:cNvSpPr/>
              <p:nvPr/>
            </p:nvSpPr>
            <p:spPr>
              <a:xfrm rot="5400000">
                <a:off x="7362022" y="4927500"/>
                <a:ext cx="157654" cy="124299"/>
              </a:xfrm>
              <a:prstGeom prst="can">
                <a:avLst>
                  <a:gd name="adj" fmla="val 59495"/>
                </a:avLst>
              </a:prstGeom>
              <a:gradFill>
                <a:gsLst>
                  <a:gs pos="0">
                    <a:srgbClr val="F2F2F2"/>
                  </a:gs>
                  <a:gs pos="50000">
                    <a:srgbClr val="7F7F7F"/>
                  </a:gs>
                  <a:gs pos="100000">
                    <a:srgbClr val="262626"/>
                  </a:gs>
                </a:gsLst>
                <a:lin ang="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6"/>
              <p:cNvSpPr/>
              <p:nvPr/>
            </p:nvSpPr>
            <p:spPr>
              <a:xfrm>
                <a:off x="7464618" y="4953649"/>
                <a:ext cx="18000" cy="72000"/>
              </a:xfrm>
              <a:prstGeom prst="ellipse">
                <a:avLst/>
              </a:prstGeom>
              <a:solidFill>
                <a:srgbClr val="3F3F3F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9" name="Google Shape;509;p6"/>
            <p:cNvGrpSpPr/>
            <p:nvPr/>
          </p:nvGrpSpPr>
          <p:grpSpPr>
            <a:xfrm>
              <a:off x="984630" y="2745909"/>
              <a:ext cx="6364656" cy="2111543"/>
              <a:chOff x="817617" y="3355611"/>
              <a:chExt cx="6364656" cy="2111543"/>
            </a:xfrm>
          </p:grpSpPr>
          <p:sp>
            <p:nvSpPr>
              <p:cNvPr id="510" name="Google Shape;510;p6"/>
              <p:cNvSpPr/>
              <p:nvPr/>
            </p:nvSpPr>
            <p:spPr>
              <a:xfrm flipH="1">
                <a:off x="817617" y="3782091"/>
                <a:ext cx="683482" cy="259682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w="120000" h="120000" fill="none" extrusionOk="0">
                    <a:moveTo>
                      <a:pt x="-10000" y="22500"/>
                    </a:moveTo>
                    <a:lnTo>
                      <a:pt x="-20000" y="22500"/>
                    </a:lnTo>
                    <a:lnTo>
                      <a:pt x="-14884" y="163153"/>
                    </a:lnTo>
                  </a:path>
                </a:pathLst>
              </a:custGeom>
              <a:solidFill>
                <a:srgbClr val="D8D8D8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Motor</a:t>
                </a:r>
                <a:endParaRPr/>
              </a:p>
            </p:txBody>
          </p:sp>
          <p:sp>
            <p:nvSpPr>
              <p:cNvPr id="511" name="Google Shape;511;p6"/>
              <p:cNvSpPr/>
              <p:nvPr/>
            </p:nvSpPr>
            <p:spPr>
              <a:xfrm>
                <a:off x="2950529" y="3355611"/>
                <a:ext cx="1197160" cy="41719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w="120000" h="120000" fill="none" extrusionOk="0">
                    <a:moveTo>
                      <a:pt x="-10000" y="22500"/>
                    </a:moveTo>
                    <a:lnTo>
                      <a:pt x="-20000" y="22500"/>
                    </a:lnTo>
                    <a:lnTo>
                      <a:pt x="-18583" y="251044"/>
                    </a:lnTo>
                  </a:path>
                </a:pathLst>
              </a:custGeom>
              <a:solidFill>
                <a:srgbClr val="D8D8D8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Self-aligning ball bearing</a:t>
                </a:r>
                <a:endParaRPr/>
              </a:p>
            </p:txBody>
          </p:sp>
          <p:sp>
            <p:nvSpPr>
              <p:cNvPr id="512" name="Google Shape;512;p6"/>
              <p:cNvSpPr/>
              <p:nvPr/>
            </p:nvSpPr>
            <p:spPr>
              <a:xfrm>
                <a:off x="6014975" y="3356156"/>
                <a:ext cx="1167298" cy="41719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w="120000" h="120000" fill="none" extrusionOk="0">
                    <a:moveTo>
                      <a:pt x="-10000" y="22500"/>
                    </a:moveTo>
                    <a:lnTo>
                      <a:pt x="-20000" y="22500"/>
                    </a:lnTo>
                    <a:lnTo>
                      <a:pt x="-37757" y="240085"/>
                    </a:lnTo>
                  </a:path>
                </a:pathLst>
              </a:custGeom>
              <a:solidFill>
                <a:srgbClr val="D8D8D8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Self-aligning ball bearing</a:t>
                </a:r>
                <a:endParaRPr/>
              </a:p>
            </p:txBody>
          </p:sp>
          <p:sp>
            <p:nvSpPr>
              <p:cNvPr id="513" name="Google Shape;513;p6"/>
              <p:cNvSpPr/>
              <p:nvPr/>
            </p:nvSpPr>
            <p:spPr>
              <a:xfrm>
                <a:off x="2340334" y="5204972"/>
                <a:ext cx="848990" cy="259682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w="120000" h="120000" fill="none" extrusionOk="0">
                    <a:moveTo>
                      <a:pt x="-10000" y="22500"/>
                    </a:moveTo>
                    <a:lnTo>
                      <a:pt x="-20000" y="22500"/>
                    </a:lnTo>
                    <a:lnTo>
                      <a:pt x="-18703" y="-239000"/>
                    </a:lnTo>
                  </a:path>
                </a:pathLst>
              </a:custGeom>
              <a:solidFill>
                <a:srgbClr val="D8D8D8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Coupling</a:t>
                </a:r>
                <a:endParaRPr/>
              </a:p>
            </p:txBody>
          </p:sp>
          <p:sp>
            <p:nvSpPr>
              <p:cNvPr id="514" name="Google Shape;514;p6"/>
              <p:cNvSpPr/>
              <p:nvPr/>
            </p:nvSpPr>
            <p:spPr>
              <a:xfrm>
                <a:off x="3797055" y="5207472"/>
                <a:ext cx="683482" cy="259682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w="120000" h="120000" fill="none" extrusionOk="0">
                    <a:moveTo>
                      <a:pt x="-10000" y="22500"/>
                    </a:moveTo>
                    <a:lnTo>
                      <a:pt x="-20000" y="22500"/>
                    </a:lnTo>
                    <a:lnTo>
                      <a:pt x="-52265" y="-134161"/>
                    </a:lnTo>
                  </a:path>
                </a:pathLst>
              </a:custGeom>
              <a:solidFill>
                <a:srgbClr val="D8D8D8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Disk 1</a:t>
                </a:r>
                <a:endParaRPr/>
              </a:p>
            </p:txBody>
          </p:sp>
          <p:sp>
            <p:nvSpPr>
              <p:cNvPr id="515" name="Google Shape;515;p6"/>
              <p:cNvSpPr/>
              <p:nvPr/>
            </p:nvSpPr>
            <p:spPr>
              <a:xfrm flipH="1">
                <a:off x="6252963" y="5205469"/>
                <a:ext cx="683482" cy="259682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w="120000" h="120000" fill="none" extrusionOk="0">
                    <a:moveTo>
                      <a:pt x="-10000" y="22500"/>
                    </a:moveTo>
                    <a:lnTo>
                      <a:pt x="-20000" y="22500"/>
                    </a:lnTo>
                    <a:lnTo>
                      <a:pt x="-57617" y="-148247"/>
                    </a:lnTo>
                  </a:path>
                </a:pathLst>
              </a:custGeom>
              <a:solidFill>
                <a:srgbClr val="D8D8D8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Disk 2</a:t>
                </a:r>
                <a:endParaRPr/>
              </a:p>
            </p:txBody>
          </p:sp>
          <p:sp>
            <p:nvSpPr>
              <p:cNvPr id="516" name="Google Shape;516;p6"/>
              <p:cNvSpPr/>
              <p:nvPr/>
            </p:nvSpPr>
            <p:spPr>
              <a:xfrm>
                <a:off x="4670172" y="3355611"/>
                <a:ext cx="960611" cy="41719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  <a:path w="120000" h="120000" fill="none" extrusionOk="0">
                    <a:moveTo>
                      <a:pt x="-10000" y="22500"/>
                    </a:moveTo>
                    <a:lnTo>
                      <a:pt x="-20000" y="22500"/>
                    </a:lnTo>
                    <a:lnTo>
                      <a:pt x="-31502" y="300760"/>
                    </a:lnTo>
                  </a:path>
                </a:pathLst>
              </a:custGeom>
              <a:solidFill>
                <a:srgbClr val="D8D8D8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Composite shaft</a:t>
                </a:r>
                <a:endParaRPr/>
              </a:p>
            </p:txBody>
          </p:sp>
        </p:grpSp>
        <p:sp>
          <p:nvSpPr>
            <p:cNvPr id="517" name="Google Shape;517;p6"/>
            <p:cNvSpPr/>
            <p:nvPr/>
          </p:nvSpPr>
          <p:spPr>
            <a:xfrm>
              <a:off x="3487996" y="3221091"/>
              <a:ext cx="98039" cy="324450"/>
            </a:xfrm>
            <a:prstGeom prst="can">
              <a:avLst>
                <a:gd name="adj" fmla="val 100738"/>
              </a:avLst>
            </a:prstGeom>
            <a:gradFill>
              <a:gsLst>
                <a:gs pos="0">
                  <a:srgbClr val="FEF8F4"/>
                </a:gs>
                <a:gs pos="52999">
                  <a:srgbClr val="F7C4A1"/>
                </a:gs>
                <a:gs pos="83000">
                  <a:srgbClr val="F4B081"/>
                </a:gs>
                <a:gs pos="100000">
                  <a:srgbClr val="FF0000"/>
                </a:gs>
              </a:gsLst>
              <a:lin ang="1620000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18" name="Google Shape;518;p6"/>
            <p:cNvCxnSpPr/>
            <p:nvPr/>
          </p:nvCxnSpPr>
          <p:spPr>
            <a:xfrm rot="10800000">
              <a:off x="3537015" y="3560881"/>
              <a:ext cx="0" cy="360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oval" w="med" len="med"/>
              <a:tailEnd type="none" w="sm" len="sm"/>
            </a:ln>
          </p:spPr>
        </p:cxnSp>
        <p:cxnSp>
          <p:nvCxnSpPr>
            <p:cNvPr id="519" name="Google Shape;519;p6"/>
            <p:cNvCxnSpPr/>
            <p:nvPr/>
          </p:nvCxnSpPr>
          <p:spPr>
            <a:xfrm flipH="1">
              <a:off x="3536865" y="3601280"/>
              <a:ext cx="180000" cy="324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oval" w="med" len="med"/>
            </a:ln>
          </p:spPr>
        </p:cxnSp>
        <p:sp>
          <p:nvSpPr>
            <p:cNvPr id="520" name="Google Shape;520;p6"/>
            <p:cNvSpPr txBox="1"/>
            <p:nvPr/>
          </p:nvSpPr>
          <p:spPr>
            <a:xfrm>
              <a:off x="3734322" y="3458956"/>
              <a:ext cx="70974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Prox. H1</a:t>
              </a:r>
              <a:endParaRPr/>
            </a:p>
          </p:txBody>
        </p:sp>
        <p:sp>
          <p:nvSpPr>
            <p:cNvPr id="521" name="Google Shape;521;p6"/>
            <p:cNvSpPr txBox="1"/>
            <p:nvPr/>
          </p:nvSpPr>
          <p:spPr>
            <a:xfrm>
              <a:off x="3541256" y="3144374"/>
              <a:ext cx="70974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Prox. V1</a:t>
              </a:r>
              <a:endParaRPr/>
            </a:p>
          </p:txBody>
        </p:sp>
        <p:grpSp>
          <p:nvGrpSpPr>
            <p:cNvPr id="522" name="Google Shape;522;p6"/>
            <p:cNvGrpSpPr/>
            <p:nvPr/>
          </p:nvGrpSpPr>
          <p:grpSpPr>
            <a:xfrm>
              <a:off x="1148912" y="3147144"/>
              <a:ext cx="1610012" cy="1411489"/>
              <a:chOff x="905770" y="4207696"/>
              <a:chExt cx="1610012" cy="1411489"/>
            </a:xfrm>
          </p:grpSpPr>
          <p:cxnSp>
            <p:nvCxnSpPr>
              <p:cNvPr id="523" name="Google Shape;523;p6"/>
              <p:cNvCxnSpPr/>
              <p:nvPr/>
            </p:nvCxnSpPr>
            <p:spPr>
              <a:xfrm rot="10800000">
                <a:off x="1714070" y="4265267"/>
                <a:ext cx="0" cy="936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524" name="Google Shape;524;p6"/>
              <p:cNvCxnSpPr/>
              <p:nvPr/>
            </p:nvCxnSpPr>
            <p:spPr>
              <a:xfrm rot="10800000">
                <a:off x="905770" y="4986604"/>
                <a:ext cx="1512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triangle" w="med" len="med"/>
                <a:tailEnd type="none" w="sm" len="sm"/>
              </a:ln>
            </p:spPr>
          </p:cxnSp>
          <p:sp>
            <p:nvSpPr>
              <p:cNvPr id="525" name="Google Shape;525;p6"/>
              <p:cNvSpPr txBox="1"/>
              <p:nvPr/>
            </p:nvSpPr>
            <p:spPr>
              <a:xfrm>
                <a:off x="2255774" y="4688182"/>
                <a:ext cx="26000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endParaRPr/>
              </a:p>
            </p:txBody>
          </p:sp>
          <p:sp>
            <p:nvSpPr>
              <p:cNvPr id="526" name="Google Shape;526;p6"/>
              <p:cNvSpPr txBox="1"/>
              <p:nvPr/>
            </p:nvSpPr>
            <p:spPr>
              <a:xfrm>
                <a:off x="1011770" y="5342186"/>
                <a:ext cx="26481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endParaRPr/>
              </a:p>
            </p:txBody>
          </p:sp>
          <p:sp>
            <p:nvSpPr>
              <p:cNvPr id="527" name="Google Shape;527;p6"/>
              <p:cNvSpPr txBox="1"/>
              <p:nvPr/>
            </p:nvSpPr>
            <p:spPr>
              <a:xfrm>
                <a:off x="1691313" y="4207696"/>
                <a:ext cx="26000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endParaRPr/>
              </a:p>
            </p:txBody>
          </p:sp>
          <p:cxnSp>
            <p:nvCxnSpPr>
              <p:cNvPr id="528" name="Google Shape;528;p6"/>
              <p:cNvCxnSpPr/>
              <p:nvPr/>
            </p:nvCxnSpPr>
            <p:spPr>
              <a:xfrm flipH="1">
                <a:off x="1212082" y="4885238"/>
                <a:ext cx="612000" cy="61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triangle" w="med" len="med"/>
              </a:ln>
            </p:spPr>
          </p:cxnSp>
        </p:grpSp>
        <p:grpSp>
          <p:nvGrpSpPr>
            <p:cNvPr id="529" name="Google Shape;529;p6"/>
            <p:cNvGrpSpPr/>
            <p:nvPr/>
          </p:nvGrpSpPr>
          <p:grpSpPr>
            <a:xfrm>
              <a:off x="1166608" y="3603931"/>
              <a:ext cx="454812" cy="630406"/>
              <a:chOff x="1129841" y="4468903"/>
              <a:chExt cx="454812" cy="630406"/>
            </a:xfrm>
          </p:grpSpPr>
          <p:sp>
            <p:nvSpPr>
              <p:cNvPr id="530" name="Google Shape;530;p6"/>
              <p:cNvSpPr/>
              <p:nvPr/>
            </p:nvSpPr>
            <p:spPr>
              <a:xfrm>
                <a:off x="1129841" y="4487309"/>
                <a:ext cx="288000" cy="612000"/>
              </a:xfrm>
              <a:prstGeom prst="arc">
                <a:avLst>
                  <a:gd name="adj1" fmla="val 1884135"/>
                  <a:gd name="adj2" fmla="val 17076324"/>
                </a:avLst>
              </a:prstGeom>
              <a:noFill/>
              <a:ln w="38100" cap="flat" cmpd="sng">
                <a:solidFill>
                  <a:schemeClr val="dk1"/>
                </a:solidFill>
                <a:prstDash val="solid"/>
                <a:miter lim="800000"/>
                <a:headEnd type="triangle" w="med" len="med"/>
                <a:tailEnd type="none" w="sm" len="sm"/>
              </a:ln>
              <a:effectLst>
                <a:outerShdw blurRad="50800" dist="38100" algn="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6"/>
              <p:cNvSpPr txBox="1"/>
              <p:nvPr/>
            </p:nvSpPr>
            <p:spPr>
              <a:xfrm>
                <a:off x="1242892" y="4468903"/>
                <a:ext cx="34176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Ω</a:t>
                </a:r>
                <a:endParaRPr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32" name="Google Shape;532;p6"/>
            <p:cNvSpPr/>
            <p:nvPr/>
          </p:nvSpPr>
          <p:spPr>
            <a:xfrm>
              <a:off x="7494043" y="3229226"/>
              <a:ext cx="98039" cy="324450"/>
            </a:xfrm>
            <a:prstGeom prst="can">
              <a:avLst>
                <a:gd name="adj" fmla="val 100738"/>
              </a:avLst>
            </a:prstGeom>
            <a:gradFill>
              <a:gsLst>
                <a:gs pos="0">
                  <a:srgbClr val="FEF8F4"/>
                </a:gs>
                <a:gs pos="52999">
                  <a:srgbClr val="F7C4A1"/>
                </a:gs>
                <a:gs pos="83000">
                  <a:srgbClr val="F4B081"/>
                </a:gs>
                <a:gs pos="100000">
                  <a:srgbClr val="FF0000"/>
                </a:gs>
              </a:gsLst>
              <a:lin ang="1620000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3" name="Google Shape;533;p6"/>
            <p:cNvCxnSpPr/>
            <p:nvPr/>
          </p:nvCxnSpPr>
          <p:spPr>
            <a:xfrm rot="10800000">
              <a:off x="7543062" y="3569016"/>
              <a:ext cx="0" cy="360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oval" w="med" len="med"/>
              <a:tailEnd type="none" w="sm" len="sm"/>
            </a:ln>
          </p:spPr>
        </p:cxnSp>
        <p:cxnSp>
          <p:nvCxnSpPr>
            <p:cNvPr id="534" name="Google Shape;534;p6"/>
            <p:cNvCxnSpPr/>
            <p:nvPr/>
          </p:nvCxnSpPr>
          <p:spPr>
            <a:xfrm flipH="1">
              <a:off x="7542912" y="3609415"/>
              <a:ext cx="180000" cy="324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oval" w="med" len="med"/>
            </a:ln>
          </p:spPr>
        </p:cxnSp>
        <p:sp>
          <p:nvSpPr>
            <p:cNvPr id="535" name="Google Shape;535;p6"/>
            <p:cNvSpPr txBox="1"/>
            <p:nvPr/>
          </p:nvSpPr>
          <p:spPr>
            <a:xfrm>
              <a:off x="7740369" y="3467091"/>
              <a:ext cx="70974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Prox. H2</a:t>
              </a:r>
              <a:endParaRPr/>
            </a:p>
          </p:txBody>
        </p:sp>
        <p:sp>
          <p:nvSpPr>
            <p:cNvPr id="536" name="Google Shape;536;p6"/>
            <p:cNvSpPr txBox="1"/>
            <p:nvPr/>
          </p:nvSpPr>
          <p:spPr>
            <a:xfrm>
              <a:off x="7547303" y="3152509"/>
              <a:ext cx="70974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Prox. V2</a:t>
              </a:r>
              <a:endParaRPr/>
            </a:p>
          </p:txBody>
        </p:sp>
      </p:grpSp>
      <p:grpSp>
        <p:nvGrpSpPr>
          <p:cNvPr id="537" name="Google Shape;537;p6"/>
          <p:cNvGrpSpPr/>
          <p:nvPr/>
        </p:nvGrpSpPr>
        <p:grpSpPr>
          <a:xfrm>
            <a:off x="1825903" y="3675677"/>
            <a:ext cx="5880707" cy="2235086"/>
            <a:chOff x="1892612" y="2518915"/>
            <a:chExt cx="5880707" cy="2235086"/>
          </a:xfrm>
        </p:grpSpPr>
        <p:sp>
          <p:nvSpPr>
            <p:cNvPr id="538" name="Google Shape;538;p6"/>
            <p:cNvSpPr/>
            <p:nvPr/>
          </p:nvSpPr>
          <p:spPr>
            <a:xfrm rot="5400000">
              <a:off x="2550612" y="2966947"/>
              <a:ext cx="157654" cy="5400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6"/>
            <p:cNvSpPr/>
            <p:nvPr/>
          </p:nvSpPr>
          <p:spPr>
            <a:xfrm>
              <a:off x="2807038" y="3158120"/>
              <a:ext cx="315215" cy="550814"/>
            </a:xfrm>
            <a:prstGeom prst="cube">
              <a:avLst>
                <a:gd name="adj" fmla="val 64039"/>
              </a:avLst>
            </a:prstGeom>
            <a:solidFill>
              <a:srgbClr val="7F7F7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6"/>
            <p:cNvSpPr/>
            <p:nvPr/>
          </p:nvSpPr>
          <p:spPr>
            <a:xfrm>
              <a:off x="2806871" y="2929638"/>
              <a:ext cx="315215" cy="431291"/>
            </a:xfrm>
            <a:prstGeom prst="cube">
              <a:avLst>
                <a:gd name="adj" fmla="val 64039"/>
              </a:avLst>
            </a:prstGeom>
            <a:solidFill>
              <a:srgbClr val="7F7F7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6"/>
            <p:cNvSpPr/>
            <p:nvPr/>
          </p:nvSpPr>
          <p:spPr>
            <a:xfrm>
              <a:off x="2969005" y="3128947"/>
              <a:ext cx="146898" cy="216000"/>
            </a:xfrm>
            <a:prstGeom prst="ellipse">
              <a:avLst/>
            </a:prstGeom>
            <a:solidFill>
              <a:srgbClr val="3F3F3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6"/>
            <p:cNvSpPr/>
            <p:nvPr/>
          </p:nvSpPr>
          <p:spPr>
            <a:xfrm rot="5400000">
              <a:off x="3200338" y="2966947"/>
              <a:ext cx="157654" cy="5400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6"/>
            <p:cNvSpPr/>
            <p:nvPr/>
          </p:nvSpPr>
          <p:spPr>
            <a:xfrm rot="5400000">
              <a:off x="3228846" y="3055135"/>
              <a:ext cx="683901" cy="363625"/>
            </a:xfrm>
            <a:prstGeom prst="can">
              <a:avLst>
                <a:gd name="adj" fmla="val 50000"/>
              </a:avLst>
            </a:prstGeom>
            <a:gradFill>
              <a:gsLst>
                <a:gs pos="0">
                  <a:srgbClr val="C9C9C9"/>
                </a:gs>
                <a:gs pos="50000">
                  <a:srgbClr val="DCDCDC"/>
                </a:gs>
                <a:gs pos="100000">
                  <a:srgbClr val="EDEDED"/>
                </a:gs>
              </a:gsLst>
              <a:lin ang="1890000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6"/>
            <p:cNvSpPr/>
            <p:nvPr/>
          </p:nvSpPr>
          <p:spPr>
            <a:xfrm rot="5400000">
              <a:off x="4654497" y="2138947"/>
              <a:ext cx="157654" cy="21960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6"/>
            <p:cNvSpPr/>
            <p:nvPr/>
          </p:nvSpPr>
          <p:spPr>
            <a:xfrm>
              <a:off x="5549766" y="3158120"/>
              <a:ext cx="315215" cy="550814"/>
            </a:xfrm>
            <a:prstGeom prst="cube">
              <a:avLst>
                <a:gd name="adj" fmla="val 64039"/>
              </a:avLst>
            </a:prstGeom>
            <a:solidFill>
              <a:srgbClr val="7F7F7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6"/>
            <p:cNvSpPr/>
            <p:nvPr/>
          </p:nvSpPr>
          <p:spPr>
            <a:xfrm>
              <a:off x="5549599" y="2929638"/>
              <a:ext cx="315215" cy="431291"/>
            </a:xfrm>
            <a:prstGeom prst="cube">
              <a:avLst>
                <a:gd name="adj" fmla="val 64039"/>
              </a:avLst>
            </a:prstGeom>
            <a:solidFill>
              <a:srgbClr val="7F7F7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6"/>
            <p:cNvSpPr/>
            <p:nvPr/>
          </p:nvSpPr>
          <p:spPr>
            <a:xfrm>
              <a:off x="5711733" y="3128947"/>
              <a:ext cx="146898" cy="216000"/>
            </a:xfrm>
            <a:prstGeom prst="ellipse">
              <a:avLst/>
            </a:prstGeom>
            <a:solidFill>
              <a:srgbClr val="3F3F3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6"/>
            <p:cNvSpPr/>
            <p:nvPr/>
          </p:nvSpPr>
          <p:spPr>
            <a:xfrm rot="5400000">
              <a:off x="6560034" y="2347486"/>
              <a:ext cx="157654" cy="1778923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6"/>
            <p:cNvSpPr/>
            <p:nvPr/>
          </p:nvSpPr>
          <p:spPr>
            <a:xfrm rot="5400000">
              <a:off x="7232922" y="3055135"/>
              <a:ext cx="683901" cy="363625"/>
            </a:xfrm>
            <a:prstGeom prst="can">
              <a:avLst>
                <a:gd name="adj" fmla="val 50000"/>
              </a:avLst>
            </a:prstGeom>
            <a:gradFill>
              <a:gsLst>
                <a:gs pos="0">
                  <a:srgbClr val="C9C9C9"/>
                </a:gs>
                <a:gs pos="50000">
                  <a:srgbClr val="DCDCDC"/>
                </a:gs>
                <a:gs pos="100000">
                  <a:srgbClr val="EDEDED"/>
                </a:gs>
              </a:gsLst>
              <a:lin ang="1890000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6"/>
            <p:cNvSpPr/>
            <p:nvPr/>
          </p:nvSpPr>
          <p:spPr>
            <a:xfrm rot="5400000">
              <a:off x="7632342" y="3174798"/>
              <a:ext cx="157654" cy="124299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6"/>
            <p:cNvSpPr/>
            <p:nvPr/>
          </p:nvSpPr>
          <p:spPr>
            <a:xfrm>
              <a:off x="7734938" y="3200947"/>
              <a:ext cx="18000" cy="72000"/>
            </a:xfrm>
            <a:prstGeom prst="ellipse">
              <a:avLst/>
            </a:prstGeom>
            <a:solidFill>
              <a:srgbClr val="3F3F3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2" name="Google Shape;552;p6"/>
            <p:cNvCxnSpPr/>
            <p:nvPr/>
          </p:nvCxnSpPr>
          <p:spPr>
            <a:xfrm rot="10800000">
              <a:off x="2394600" y="2518915"/>
              <a:ext cx="0" cy="223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53" name="Google Shape;553;p6"/>
            <p:cNvCxnSpPr/>
            <p:nvPr/>
          </p:nvCxnSpPr>
          <p:spPr>
            <a:xfrm rot="10800000">
              <a:off x="2150180" y="3240252"/>
              <a:ext cx="1872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triangle" w="med" len="med"/>
              <a:tailEnd type="none" w="sm" len="sm"/>
            </a:ln>
          </p:spPr>
        </p:cxnSp>
        <p:sp>
          <p:nvSpPr>
            <p:cNvPr id="554" name="Google Shape;554;p6"/>
            <p:cNvSpPr txBox="1"/>
            <p:nvPr/>
          </p:nvSpPr>
          <p:spPr>
            <a:xfrm>
              <a:off x="3803449" y="3282856"/>
              <a:ext cx="316690" cy="27699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55" name="Google Shape;555;p6"/>
            <p:cNvSpPr txBox="1"/>
            <p:nvPr/>
          </p:nvSpPr>
          <p:spPr>
            <a:xfrm>
              <a:off x="1942441" y="3590862"/>
              <a:ext cx="323102" cy="27699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56" name="Google Shape;556;p6"/>
            <p:cNvSpPr txBox="1"/>
            <p:nvPr/>
          </p:nvSpPr>
          <p:spPr>
            <a:xfrm>
              <a:off x="2359439" y="2545753"/>
              <a:ext cx="315086" cy="27699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557" name="Google Shape;557;p6"/>
            <p:cNvCxnSpPr/>
            <p:nvPr/>
          </p:nvCxnSpPr>
          <p:spPr>
            <a:xfrm flipH="1">
              <a:off x="1892612" y="3032206"/>
              <a:ext cx="720000" cy="720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  <p:sp>
          <p:nvSpPr>
            <p:cNvPr id="558" name="Google Shape;558;p6"/>
            <p:cNvSpPr/>
            <p:nvPr/>
          </p:nvSpPr>
          <p:spPr>
            <a:xfrm>
              <a:off x="4309096" y="2936537"/>
              <a:ext cx="288000" cy="612000"/>
            </a:xfrm>
            <a:prstGeom prst="arc">
              <a:avLst>
                <a:gd name="adj1" fmla="val 2693242"/>
                <a:gd name="adj2" fmla="val 18043605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none" w="sm" len="sm"/>
            </a:ln>
            <a:effectLst>
              <a:outerShdw blurRad="50800" dist="38100" algn="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6"/>
            <p:cNvSpPr txBox="1"/>
            <p:nvPr/>
          </p:nvSpPr>
          <p:spPr>
            <a:xfrm>
              <a:off x="4485400" y="2751871"/>
              <a:ext cx="394659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560" name="Google Shape;560;p6"/>
            <p:cNvCxnSpPr/>
            <p:nvPr/>
          </p:nvCxnSpPr>
          <p:spPr>
            <a:xfrm rot="10800000">
              <a:off x="3010704" y="3708934"/>
              <a:ext cx="0" cy="288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561" name="Google Shape;561;p6"/>
            <p:cNvCxnSpPr/>
            <p:nvPr/>
          </p:nvCxnSpPr>
          <p:spPr>
            <a:xfrm rot="10800000">
              <a:off x="3614278" y="3640872"/>
              <a:ext cx="0" cy="504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562" name="Google Shape;562;p6"/>
            <p:cNvCxnSpPr/>
            <p:nvPr/>
          </p:nvCxnSpPr>
          <p:spPr>
            <a:xfrm>
              <a:off x="2390827" y="3942934"/>
              <a:ext cx="61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sp>
          <p:nvSpPr>
            <p:cNvPr id="563" name="Google Shape;563;p6"/>
            <p:cNvSpPr txBox="1"/>
            <p:nvPr/>
          </p:nvSpPr>
          <p:spPr>
            <a:xfrm>
              <a:off x="2364972" y="3686823"/>
              <a:ext cx="682623" cy="27699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564" name="Google Shape;564;p6"/>
            <p:cNvCxnSpPr/>
            <p:nvPr/>
          </p:nvCxnSpPr>
          <p:spPr>
            <a:xfrm>
              <a:off x="2390827" y="4103222"/>
              <a:ext cx="1224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sp>
          <p:nvSpPr>
            <p:cNvPr id="565" name="Google Shape;565;p6"/>
            <p:cNvSpPr txBox="1"/>
            <p:nvPr/>
          </p:nvSpPr>
          <p:spPr>
            <a:xfrm>
              <a:off x="2929604" y="3857698"/>
              <a:ext cx="767582" cy="27699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566" name="Google Shape;566;p6"/>
            <p:cNvCxnSpPr/>
            <p:nvPr/>
          </p:nvCxnSpPr>
          <p:spPr>
            <a:xfrm rot="10800000">
              <a:off x="5769668" y="3708934"/>
              <a:ext cx="0" cy="576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567" name="Google Shape;567;p6"/>
            <p:cNvCxnSpPr/>
            <p:nvPr/>
          </p:nvCxnSpPr>
          <p:spPr>
            <a:xfrm>
              <a:off x="2390827" y="4263510"/>
              <a:ext cx="3384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sp>
          <p:nvSpPr>
            <p:cNvPr id="568" name="Google Shape;568;p6"/>
            <p:cNvSpPr txBox="1"/>
            <p:nvPr/>
          </p:nvSpPr>
          <p:spPr>
            <a:xfrm>
              <a:off x="4408108" y="4007935"/>
              <a:ext cx="767582" cy="27699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569" name="Google Shape;569;p6"/>
            <p:cNvCxnSpPr/>
            <p:nvPr/>
          </p:nvCxnSpPr>
          <p:spPr>
            <a:xfrm rot="10800000">
              <a:off x="7627487" y="3640872"/>
              <a:ext cx="0" cy="828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570" name="Google Shape;570;p6"/>
            <p:cNvCxnSpPr/>
            <p:nvPr/>
          </p:nvCxnSpPr>
          <p:spPr>
            <a:xfrm>
              <a:off x="2390827" y="4423797"/>
              <a:ext cx="5220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sp>
          <p:nvSpPr>
            <p:cNvPr id="571" name="Google Shape;571;p6"/>
            <p:cNvSpPr txBox="1"/>
            <p:nvPr/>
          </p:nvSpPr>
          <p:spPr>
            <a:xfrm>
              <a:off x="6428707" y="4191084"/>
              <a:ext cx="767582" cy="276999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572" name="Google Shape;572;p6"/>
            <p:cNvCxnSpPr/>
            <p:nvPr/>
          </p:nvCxnSpPr>
          <p:spPr>
            <a:xfrm rot="10800000">
              <a:off x="7747725" y="3530001"/>
              <a:ext cx="0" cy="1224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573" name="Google Shape;573;p6"/>
            <p:cNvCxnSpPr/>
            <p:nvPr/>
          </p:nvCxnSpPr>
          <p:spPr>
            <a:xfrm>
              <a:off x="2390827" y="4690497"/>
              <a:ext cx="5364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sp>
          <p:nvSpPr>
            <p:cNvPr id="574" name="Google Shape;574;p6"/>
            <p:cNvSpPr txBox="1"/>
            <p:nvPr/>
          </p:nvSpPr>
          <p:spPr>
            <a:xfrm>
              <a:off x="4790673" y="4440744"/>
              <a:ext cx="1120756" cy="276999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75" name="Google Shape;575;p6"/>
            <p:cNvSpPr txBox="1"/>
            <p:nvPr/>
          </p:nvSpPr>
          <p:spPr>
            <a:xfrm>
              <a:off x="3671444" y="2785975"/>
              <a:ext cx="410690" cy="276999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76" name="Google Shape;576;p6"/>
            <p:cNvSpPr txBox="1"/>
            <p:nvPr/>
          </p:nvSpPr>
          <p:spPr>
            <a:xfrm>
              <a:off x="7051523" y="2821653"/>
              <a:ext cx="410690" cy="276999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77" name="Google Shape;577;p6"/>
            <p:cNvSpPr txBox="1"/>
            <p:nvPr/>
          </p:nvSpPr>
          <p:spPr>
            <a:xfrm>
              <a:off x="2608171" y="2757012"/>
              <a:ext cx="405880" cy="276999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578" name="Google Shape;578;p6"/>
            <p:cNvSpPr txBox="1"/>
            <p:nvPr/>
          </p:nvSpPr>
          <p:spPr>
            <a:xfrm>
              <a:off x="5301326" y="2825005"/>
              <a:ext cx="405880" cy="276999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579" name="Google Shape;579;p6"/>
          <p:cNvSpPr txBox="1"/>
          <p:nvPr/>
        </p:nvSpPr>
        <p:spPr>
          <a:xfrm>
            <a:off x="7980948" y="1300433"/>
            <a:ext cx="365806" cy="369332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/>
          </a:p>
        </p:txBody>
      </p:sp>
      <p:sp>
        <p:nvSpPr>
          <p:cNvPr id="580" name="Google Shape;580;p6"/>
          <p:cNvSpPr txBox="1"/>
          <p:nvPr/>
        </p:nvSpPr>
        <p:spPr>
          <a:xfrm>
            <a:off x="7967718" y="3548445"/>
            <a:ext cx="377026" cy="369332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/>
          </a:p>
        </p:txBody>
      </p:sp>
      <p:sp>
        <p:nvSpPr>
          <p:cNvPr id="581" name="Google Shape;581;p6"/>
          <p:cNvSpPr/>
          <p:nvPr/>
        </p:nvSpPr>
        <p:spPr>
          <a:xfrm>
            <a:off x="669396" y="1300132"/>
            <a:ext cx="7677368" cy="2250028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6"/>
          <p:cNvSpPr/>
          <p:nvPr/>
        </p:nvSpPr>
        <p:spPr>
          <a:xfrm>
            <a:off x="669396" y="3547374"/>
            <a:ext cx="7677368" cy="249681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"/>
          <p:cNvSpPr txBox="1"/>
          <p:nvPr/>
        </p:nvSpPr>
        <p:spPr>
          <a:xfrm>
            <a:off x="211439" y="93165"/>
            <a:ext cx="43175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rotor para o SIRM 2019 - Vergilio</a:t>
            </a:r>
            <a:endParaRPr/>
          </a:p>
        </p:txBody>
      </p:sp>
      <p:grpSp>
        <p:nvGrpSpPr>
          <p:cNvPr id="588" name="Google Shape;588;p7"/>
          <p:cNvGrpSpPr/>
          <p:nvPr/>
        </p:nvGrpSpPr>
        <p:grpSpPr>
          <a:xfrm>
            <a:off x="1163332" y="2313221"/>
            <a:ext cx="6731272" cy="1348946"/>
            <a:chOff x="1423567" y="2413805"/>
            <a:chExt cx="6731272" cy="1348946"/>
          </a:xfrm>
        </p:grpSpPr>
        <p:sp>
          <p:nvSpPr>
            <p:cNvPr id="589" name="Google Shape;589;p7"/>
            <p:cNvSpPr/>
            <p:nvPr/>
          </p:nvSpPr>
          <p:spPr>
            <a:xfrm rot="5400000">
              <a:off x="2081567" y="2861837"/>
              <a:ext cx="157654" cy="5400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7"/>
            <p:cNvSpPr/>
            <p:nvPr/>
          </p:nvSpPr>
          <p:spPr>
            <a:xfrm>
              <a:off x="2337993" y="3053010"/>
              <a:ext cx="315215" cy="550814"/>
            </a:xfrm>
            <a:prstGeom prst="cube">
              <a:avLst>
                <a:gd name="adj" fmla="val 64039"/>
              </a:avLst>
            </a:prstGeom>
            <a:solidFill>
              <a:srgbClr val="7F7F7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7"/>
            <p:cNvSpPr/>
            <p:nvPr/>
          </p:nvSpPr>
          <p:spPr>
            <a:xfrm>
              <a:off x="2337826" y="2824528"/>
              <a:ext cx="315215" cy="431291"/>
            </a:xfrm>
            <a:prstGeom prst="cube">
              <a:avLst>
                <a:gd name="adj" fmla="val 64039"/>
              </a:avLst>
            </a:prstGeom>
            <a:solidFill>
              <a:srgbClr val="7F7F7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7"/>
            <p:cNvSpPr/>
            <p:nvPr/>
          </p:nvSpPr>
          <p:spPr>
            <a:xfrm>
              <a:off x="2499960" y="3023837"/>
              <a:ext cx="146898" cy="216000"/>
            </a:xfrm>
            <a:prstGeom prst="ellipse">
              <a:avLst/>
            </a:prstGeom>
            <a:solidFill>
              <a:srgbClr val="3F3F3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7"/>
            <p:cNvSpPr/>
            <p:nvPr/>
          </p:nvSpPr>
          <p:spPr>
            <a:xfrm rot="5400000">
              <a:off x="2731293" y="2861837"/>
              <a:ext cx="157654" cy="5400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7"/>
            <p:cNvSpPr/>
            <p:nvPr/>
          </p:nvSpPr>
          <p:spPr>
            <a:xfrm rot="5400000">
              <a:off x="2759801" y="2950025"/>
              <a:ext cx="683901" cy="363625"/>
            </a:xfrm>
            <a:prstGeom prst="can">
              <a:avLst>
                <a:gd name="adj" fmla="val 50000"/>
              </a:avLst>
            </a:prstGeom>
            <a:gradFill>
              <a:gsLst>
                <a:gs pos="0">
                  <a:srgbClr val="C9C9C9"/>
                </a:gs>
                <a:gs pos="50000">
                  <a:srgbClr val="DCDCDC"/>
                </a:gs>
                <a:gs pos="100000">
                  <a:srgbClr val="EDEDED"/>
                </a:gs>
              </a:gsLst>
              <a:lin ang="1890000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7"/>
            <p:cNvSpPr/>
            <p:nvPr/>
          </p:nvSpPr>
          <p:spPr>
            <a:xfrm rot="5400000">
              <a:off x="4185452" y="2033837"/>
              <a:ext cx="157654" cy="21960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7"/>
            <p:cNvSpPr/>
            <p:nvPr/>
          </p:nvSpPr>
          <p:spPr>
            <a:xfrm>
              <a:off x="5080721" y="3053010"/>
              <a:ext cx="315215" cy="550814"/>
            </a:xfrm>
            <a:prstGeom prst="cube">
              <a:avLst>
                <a:gd name="adj" fmla="val 64039"/>
              </a:avLst>
            </a:prstGeom>
            <a:solidFill>
              <a:srgbClr val="7F7F7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7"/>
            <p:cNvSpPr/>
            <p:nvPr/>
          </p:nvSpPr>
          <p:spPr>
            <a:xfrm>
              <a:off x="5080554" y="2824528"/>
              <a:ext cx="315215" cy="431291"/>
            </a:xfrm>
            <a:prstGeom prst="cube">
              <a:avLst>
                <a:gd name="adj" fmla="val 64039"/>
              </a:avLst>
            </a:prstGeom>
            <a:solidFill>
              <a:srgbClr val="7F7F7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7"/>
            <p:cNvSpPr/>
            <p:nvPr/>
          </p:nvSpPr>
          <p:spPr>
            <a:xfrm>
              <a:off x="5242688" y="3023837"/>
              <a:ext cx="146898" cy="216000"/>
            </a:xfrm>
            <a:prstGeom prst="ellipse">
              <a:avLst/>
            </a:prstGeom>
            <a:solidFill>
              <a:srgbClr val="3F3F3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7"/>
            <p:cNvSpPr/>
            <p:nvPr/>
          </p:nvSpPr>
          <p:spPr>
            <a:xfrm rot="5400000">
              <a:off x="6090989" y="2242376"/>
              <a:ext cx="157654" cy="1778923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7"/>
            <p:cNvSpPr/>
            <p:nvPr/>
          </p:nvSpPr>
          <p:spPr>
            <a:xfrm rot="5400000">
              <a:off x="6763877" y="2950025"/>
              <a:ext cx="683901" cy="363625"/>
            </a:xfrm>
            <a:prstGeom prst="can">
              <a:avLst>
                <a:gd name="adj" fmla="val 50000"/>
              </a:avLst>
            </a:prstGeom>
            <a:gradFill>
              <a:gsLst>
                <a:gs pos="0">
                  <a:srgbClr val="C9C9C9"/>
                </a:gs>
                <a:gs pos="50000">
                  <a:srgbClr val="DCDCDC"/>
                </a:gs>
                <a:gs pos="100000">
                  <a:srgbClr val="EDEDED"/>
                </a:gs>
              </a:gsLst>
              <a:lin ang="1890000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7"/>
            <p:cNvSpPr/>
            <p:nvPr/>
          </p:nvSpPr>
          <p:spPr>
            <a:xfrm rot="5400000">
              <a:off x="7163297" y="3069688"/>
              <a:ext cx="157654" cy="124299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7"/>
            <p:cNvSpPr/>
            <p:nvPr/>
          </p:nvSpPr>
          <p:spPr>
            <a:xfrm>
              <a:off x="7265893" y="3095837"/>
              <a:ext cx="18000" cy="72000"/>
            </a:xfrm>
            <a:prstGeom prst="ellipse">
              <a:avLst/>
            </a:prstGeom>
            <a:solidFill>
              <a:srgbClr val="3F3F3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3" name="Google Shape;603;p7"/>
            <p:cNvCxnSpPr/>
            <p:nvPr/>
          </p:nvCxnSpPr>
          <p:spPr>
            <a:xfrm rot="10800000">
              <a:off x="1925555" y="2413805"/>
              <a:ext cx="0" cy="97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04" name="Google Shape;604;p7"/>
            <p:cNvCxnSpPr/>
            <p:nvPr/>
          </p:nvCxnSpPr>
          <p:spPr>
            <a:xfrm rot="10800000">
              <a:off x="1681135" y="3135142"/>
              <a:ext cx="6300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triangle" w="med" len="med"/>
              <a:tailEnd type="none" w="sm" len="sm"/>
            </a:ln>
          </p:spPr>
        </p:cxnSp>
        <p:sp>
          <p:nvSpPr>
            <p:cNvPr id="605" name="Google Shape;605;p7"/>
            <p:cNvSpPr txBox="1"/>
            <p:nvPr/>
          </p:nvSpPr>
          <p:spPr>
            <a:xfrm>
              <a:off x="7768258" y="2868611"/>
              <a:ext cx="386581" cy="27699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06" name="Google Shape;606;p7"/>
            <p:cNvSpPr txBox="1"/>
            <p:nvPr/>
          </p:nvSpPr>
          <p:spPr>
            <a:xfrm>
              <a:off x="1473396" y="3485752"/>
              <a:ext cx="392993" cy="27699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07" name="Google Shape;607;p7"/>
            <p:cNvSpPr txBox="1"/>
            <p:nvPr/>
          </p:nvSpPr>
          <p:spPr>
            <a:xfrm>
              <a:off x="1890394" y="2440643"/>
              <a:ext cx="384977" cy="27699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608" name="Google Shape;608;p7"/>
            <p:cNvCxnSpPr/>
            <p:nvPr/>
          </p:nvCxnSpPr>
          <p:spPr>
            <a:xfrm flipH="1">
              <a:off x="1423567" y="2927096"/>
              <a:ext cx="720000" cy="720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  <p:sp>
          <p:nvSpPr>
            <p:cNvPr id="609" name="Google Shape;609;p7"/>
            <p:cNvSpPr/>
            <p:nvPr/>
          </p:nvSpPr>
          <p:spPr>
            <a:xfrm>
              <a:off x="3840051" y="2831427"/>
              <a:ext cx="288000" cy="612000"/>
            </a:xfrm>
            <a:prstGeom prst="arc">
              <a:avLst>
                <a:gd name="adj1" fmla="val 2693242"/>
                <a:gd name="adj2" fmla="val 18043605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none" w="sm" len="sm"/>
            </a:ln>
            <a:effectLst>
              <a:outerShdw blurRad="50800" dist="38100" algn="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7"/>
            <p:cNvSpPr txBox="1"/>
            <p:nvPr/>
          </p:nvSpPr>
          <p:spPr>
            <a:xfrm>
              <a:off x="4016355" y="2646761"/>
              <a:ext cx="394659" cy="36933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11" name="Google Shape;611;p7"/>
            <p:cNvSpPr txBox="1"/>
            <p:nvPr/>
          </p:nvSpPr>
          <p:spPr>
            <a:xfrm>
              <a:off x="3202399" y="2680865"/>
              <a:ext cx="410690" cy="27699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12" name="Google Shape;612;p7"/>
            <p:cNvSpPr txBox="1"/>
            <p:nvPr/>
          </p:nvSpPr>
          <p:spPr>
            <a:xfrm>
              <a:off x="7242124" y="2706540"/>
              <a:ext cx="410690" cy="27699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13" name="Google Shape;613;p7"/>
            <p:cNvSpPr txBox="1"/>
            <p:nvPr/>
          </p:nvSpPr>
          <p:spPr>
            <a:xfrm>
              <a:off x="2139126" y="2651902"/>
              <a:ext cx="405880" cy="27699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614" name="Google Shape;614;p7"/>
            <p:cNvSpPr txBox="1"/>
            <p:nvPr/>
          </p:nvSpPr>
          <p:spPr>
            <a:xfrm>
              <a:off x="4832281" y="2719895"/>
              <a:ext cx="405880" cy="276999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grpSp>
          <p:nvGrpSpPr>
            <p:cNvPr id="615" name="Google Shape;615;p7"/>
            <p:cNvGrpSpPr/>
            <p:nvPr/>
          </p:nvGrpSpPr>
          <p:grpSpPr>
            <a:xfrm>
              <a:off x="2602735" y="2439496"/>
              <a:ext cx="1135486" cy="1241870"/>
              <a:chOff x="569430" y="2145390"/>
              <a:chExt cx="1135486" cy="1241870"/>
            </a:xfrm>
          </p:grpSpPr>
          <p:cxnSp>
            <p:nvCxnSpPr>
              <p:cNvPr id="616" name="Google Shape;616;p7"/>
              <p:cNvCxnSpPr/>
              <p:nvPr/>
            </p:nvCxnSpPr>
            <p:spPr>
              <a:xfrm rot="10800000">
                <a:off x="1022201" y="2228280"/>
                <a:ext cx="0" cy="61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617" name="Google Shape;617;p7"/>
              <p:cNvCxnSpPr/>
              <p:nvPr/>
            </p:nvCxnSpPr>
            <p:spPr>
              <a:xfrm rot="10800000">
                <a:off x="1015525" y="2839889"/>
                <a:ext cx="612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triangle" w="med" len="med"/>
                <a:tailEnd type="none" w="sm" len="sm"/>
              </a:ln>
            </p:spPr>
          </p:cxnSp>
          <p:sp>
            <p:nvSpPr>
              <p:cNvPr id="618" name="Google Shape;618;p7"/>
              <p:cNvSpPr txBox="1"/>
              <p:nvPr/>
            </p:nvSpPr>
            <p:spPr>
              <a:xfrm>
                <a:off x="1307050" y="2895811"/>
                <a:ext cx="397866" cy="276999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619" name="Google Shape;619;p7"/>
              <p:cNvSpPr txBox="1"/>
              <p:nvPr/>
            </p:nvSpPr>
            <p:spPr>
              <a:xfrm>
                <a:off x="569430" y="3110261"/>
                <a:ext cx="404278" cy="276999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620" name="Google Shape;620;p7"/>
              <p:cNvSpPr txBox="1"/>
              <p:nvPr/>
            </p:nvSpPr>
            <p:spPr>
              <a:xfrm>
                <a:off x="987040" y="2145390"/>
                <a:ext cx="396262" cy="276999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621" name="Google Shape;621;p7"/>
              <p:cNvCxnSpPr/>
              <p:nvPr/>
            </p:nvCxnSpPr>
            <p:spPr>
              <a:xfrm flipH="1">
                <a:off x="655676" y="2851504"/>
                <a:ext cx="356511" cy="28363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triangle" w="med" len="med"/>
              </a:ln>
            </p:spPr>
          </p:cxnSp>
        </p:grpSp>
        <p:sp>
          <p:nvSpPr>
            <p:cNvPr id="622" name="Google Shape;622;p7"/>
            <p:cNvSpPr txBox="1"/>
            <p:nvPr/>
          </p:nvSpPr>
          <p:spPr>
            <a:xfrm>
              <a:off x="1620060" y="2882736"/>
              <a:ext cx="327910" cy="276999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grpSp>
          <p:nvGrpSpPr>
            <p:cNvPr id="623" name="Google Shape;623;p7"/>
            <p:cNvGrpSpPr/>
            <p:nvPr/>
          </p:nvGrpSpPr>
          <p:grpSpPr>
            <a:xfrm>
              <a:off x="6587310" y="2442202"/>
              <a:ext cx="1135486" cy="1241870"/>
              <a:chOff x="569430" y="2145390"/>
              <a:chExt cx="1135486" cy="1241870"/>
            </a:xfrm>
          </p:grpSpPr>
          <p:cxnSp>
            <p:nvCxnSpPr>
              <p:cNvPr id="624" name="Google Shape;624;p7"/>
              <p:cNvCxnSpPr/>
              <p:nvPr/>
            </p:nvCxnSpPr>
            <p:spPr>
              <a:xfrm rot="10800000">
                <a:off x="1022201" y="2228280"/>
                <a:ext cx="0" cy="61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625" name="Google Shape;625;p7"/>
              <p:cNvCxnSpPr/>
              <p:nvPr/>
            </p:nvCxnSpPr>
            <p:spPr>
              <a:xfrm rot="10800000">
                <a:off x="1015525" y="2839889"/>
                <a:ext cx="612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triangle" w="med" len="med"/>
                <a:tailEnd type="none" w="sm" len="sm"/>
              </a:ln>
            </p:spPr>
          </p:cxnSp>
          <p:sp>
            <p:nvSpPr>
              <p:cNvPr id="626" name="Google Shape;626;p7"/>
              <p:cNvSpPr txBox="1"/>
              <p:nvPr/>
            </p:nvSpPr>
            <p:spPr>
              <a:xfrm>
                <a:off x="1307050" y="2895811"/>
                <a:ext cx="397866" cy="276999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627" name="Google Shape;627;p7"/>
              <p:cNvSpPr txBox="1"/>
              <p:nvPr/>
            </p:nvSpPr>
            <p:spPr>
              <a:xfrm>
                <a:off x="569430" y="3110261"/>
                <a:ext cx="404278" cy="276999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628" name="Google Shape;628;p7"/>
              <p:cNvSpPr txBox="1"/>
              <p:nvPr/>
            </p:nvSpPr>
            <p:spPr>
              <a:xfrm>
                <a:off x="987040" y="2145390"/>
                <a:ext cx="396262" cy="276999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629" name="Google Shape;629;p7"/>
              <p:cNvCxnSpPr/>
              <p:nvPr/>
            </p:nvCxnSpPr>
            <p:spPr>
              <a:xfrm flipH="1">
                <a:off x="655676" y="2851504"/>
                <a:ext cx="356511" cy="28363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triangle" w="med" len="med"/>
              </a:ln>
            </p:spPr>
          </p:cxn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8"/>
          <p:cNvSpPr txBox="1"/>
          <p:nvPr/>
        </p:nvSpPr>
        <p:spPr>
          <a:xfrm>
            <a:off x="211439" y="93165"/>
            <a:ext cx="43175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rotor para o SIRM 2019 - Vergilio</a:t>
            </a:r>
            <a:endParaRPr/>
          </a:p>
        </p:txBody>
      </p:sp>
      <p:grpSp>
        <p:nvGrpSpPr>
          <p:cNvPr id="635" name="Google Shape;635;p8"/>
          <p:cNvGrpSpPr/>
          <p:nvPr/>
        </p:nvGrpSpPr>
        <p:grpSpPr>
          <a:xfrm>
            <a:off x="1188720" y="1772864"/>
            <a:ext cx="6224959" cy="2684835"/>
            <a:chOff x="1188720" y="1772864"/>
            <a:chExt cx="6224959" cy="2684835"/>
          </a:xfrm>
        </p:grpSpPr>
        <p:sp>
          <p:nvSpPr>
            <p:cNvPr id="636" name="Google Shape;636;p8"/>
            <p:cNvSpPr/>
            <p:nvPr/>
          </p:nvSpPr>
          <p:spPr>
            <a:xfrm>
              <a:off x="1188720" y="1772864"/>
              <a:ext cx="6197710" cy="268483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7" name="Google Shape;637;p8"/>
            <p:cNvGrpSpPr/>
            <p:nvPr/>
          </p:nvGrpSpPr>
          <p:grpSpPr>
            <a:xfrm>
              <a:off x="1255581" y="1772864"/>
              <a:ext cx="6158098" cy="2602636"/>
              <a:chOff x="1255581" y="2687264"/>
              <a:chExt cx="6158098" cy="2602636"/>
            </a:xfrm>
          </p:grpSpPr>
          <p:sp>
            <p:nvSpPr>
              <p:cNvPr id="638" name="Google Shape;638;p8"/>
              <p:cNvSpPr/>
              <p:nvPr/>
            </p:nvSpPr>
            <p:spPr>
              <a:xfrm rot="5400000">
                <a:off x="1913581" y="3181932"/>
                <a:ext cx="157654" cy="540000"/>
              </a:xfrm>
              <a:prstGeom prst="can">
                <a:avLst>
                  <a:gd name="adj" fmla="val 59495"/>
                </a:avLst>
              </a:prstGeom>
              <a:gradFill>
                <a:gsLst>
                  <a:gs pos="0">
                    <a:srgbClr val="F2F2F2"/>
                  </a:gs>
                  <a:gs pos="50000">
                    <a:srgbClr val="7F7F7F"/>
                  </a:gs>
                  <a:gs pos="100000">
                    <a:srgbClr val="262626"/>
                  </a:gs>
                </a:gsLst>
                <a:lin ang="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8"/>
              <p:cNvSpPr/>
              <p:nvPr/>
            </p:nvSpPr>
            <p:spPr>
              <a:xfrm>
                <a:off x="2170007" y="3373105"/>
                <a:ext cx="315215" cy="550814"/>
              </a:xfrm>
              <a:prstGeom prst="cube">
                <a:avLst>
                  <a:gd name="adj" fmla="val 64039"/>
                </a:avLst>
              </a:prstGeom>
              <a:solidFill>
                <a:srgbClr val="7F7F7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8"/>
              <p:cNvSpPr/>
              <p:nvPr/>
            </p:nvSpPr>
            <p:spPr>
              <a:xfrm>
                <a:off x="2169840" y="3144623"/>
                <a:ext cx="315215" cy="431291"/>
              </a:xfrm>
              <a:prstGeom prst="cube">
                <a:avLst>
                  <a:gd name="adj" fmla="val 64039"/>
                </a:avLst>
              </a:prstGeom>
              <a:solidFill>
                <a:srgbClr val="7F7F7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8"/>
              <p:cNvSpPr/>
              <p:nvPr/>
            </p:nvSpPr>
            <p:spPr>
              <a:xfrm>
                <a:off x="2331974" y="3343932"/>
                <a:ext cx="146898" cy="216000"/>
              </a:xfrm>
              <a:prstGeom prst="ellipse">
                <a:avLst/>
              </a:prstGeom>
              <a:solidFill>
                <a:srgbClr val="3F3F3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8"/>
              <p:cNvSpPr/>
              <p:nvPr/>
            </p:nvSpPr>
            <p:spPr>
              <a:xfrm rot="5400000">
                <a:off x="2563307" y="3181932"/>
                <a:ext cx="157654" cy="540000"/>
              </a:xfrm>
              <a:prstGeom prst="can">
                <a:avLst>
                  <a:gd name="adj" fmla="val 59495"/>
                </a:avLst>
              </a:prstGeom>
              <a:gradFill>
                <a:gsLst>
                  <a:gs pos="0">
                    <a:srgbClr val="F2F2F2"/>
                  </a:gs>
                  <a:gs pos="50000">
                    <a:srgbClr val="7F7F7F"/>
                  </a:gs>
                  <a:gs pos="100000">
                    <a:srgbClr val="262626"/>
                  </a:gs>
                </a:gsLst>
                <a:lin ang="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8"/>
              <p:cNvSpPr/>
              <p:nvPr/>
            </p:nvSpPr>
            <p:spPr>
              <a:xfrm rot="5400000">
                <a:off x="2591815" y="3270120"/>
                <a:ext cx="683901" cy="363625"/>
              </a:xfrm>
              <a:prstGeom prst="can">
                <a:avLst>
                  <a:gd name="adj" fmla="val 50000"/>
                </a:avLst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8"/>
              <p:cNvSpPr/>
              <p:nvPr/>
            </p:nvSpPr>
            <p:spPr>
              <a:xfrm rot="5400000">
                <a:off x="4017466" y="2353932"/>
                <a:ext cx="157654" cy="2196000"/>
              </a:xfrm>
              <a:prstGeom prst="can">
                <a:avLst>
                  <a:gd name="adj" fmla="val 59495"/>
                </a:avLst>
              </a:prstGeom>
              <a:gradFill>
                <a:gsLst>
                  <a:gs pos="0">
                    <a:srgbClr val="F2F2F2"/>
                  </a:gs>
                  <a:gs pos="50000">
                    <a:srgbClr val="7F7F7F"/>
                  </a:gs>
                  <a:gs pos="100000">
                    <a:srgbClr val="262626"/>
                  </a:gs>
                </a:gsLst>
                <a:lin ang="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8"/>
              <p:cNvSpPr/>
              <p:nvPr/>
            </p:nvSpPr>
            <p:spPr>
              <a:xfrm>
                <a:off x="4912735" y="3373105"/>
                <a:ext cx="315215" cy="550814"/>
              </a:xfrm>
              <a:prstGeom prst="cube">
                <a:avLst>
                  <a:gd name="adj" fmla="val 64039"/>
                </a:avLst>
              </a:prstGeom>
              <a:solidFill>
                <a:srgbClr val="7F7F7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8"/>
              <p:cNvSpPr/>
              <p:nvPr/>
            </p:nvSpPr>
            <p:spPr>
              <a:xfrm>
                <a:off x="4912568" y="3144623"/>
                <a:ext cx="315215" cy="431291"/>
              </a:xfrm>
              <a:prstGeom prst="cube">
                <a:avLst>
                  <a:gd name="adj" fmla="val 64039"/>
                </a:avLst>
              </a:prstGeom>
              <a:solidFill>
                <a:srgbClr val="7F7F7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8"/>
              <p:cNvSpPr/>
              <p:nvPr/>
            </p:nvSpPr>
            <p:spPr>
              <a:xfrm>
                <a:off x="5074702" y="3343932"/>
                <a:ext cx="146898" cy="216000"/>
              </a:xfrm>
              <a:prstGeom prst="ellipse">
                <a:avLst/>
              </a:prstGeom>
              <a:solidFill>
                <a:srgbClr val="3F3F3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8"/>
              <p:cNvSpPr/>
              <p:nvPr/>
            </p:nvSpPr>
            <p:spPr>
              <a:xfrm rot="5400000">
                <a:off x="5923003" y="2562471"/>
                <a:ext cx="157654" cy="1778923"/>
              </a:xfrm>
              <a:prstGeom prst="can">
                <a:avLst>
                  <a:gd name="adj" fmla="val 59495"/>
                </a:avLst>
              </a:prstGeom>
              <a:gradFill>
                <a:gsLst>
                  <a:gs pos="0">
                    <a:srgbClr val="F2F2F2"/>
                  </a:gs>
                  <a:gs pos="50000">
                    <a:srgbClr val="7F7F7F"/>
                  </a:gs>
                  <a:gs pos="100000">
                    <a:srgbClr val="262626"/>
                  </a:gs>
                </a:gsLst>
                <a:lin ang="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8"/>
              <p:cNvSpPr/>
              <p:nvPr/>
            </p:nvSpPr>
            <p:spPr>
              <a:xfrm rot="5400000">
                <a:off x="6595891" y="3270120"/>
                <a:ext cx="683901" cy="363625"/>
              </a:xfrm>
              <a:prstGeom prst="can">
                <a:avLst>
                  <a:gd name="adj" fmla="val 50000"/>
                </a:avLst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8"/>
              <p:cNvSpPr/>
              <p:nvPr/>
            </p:nvSpPr>
            <p:spPr>
              <a:xfrm rot="5400000">
                <a:off x="6995311" y="3389783"/>
                <a:ext cx="157654" cy="124299"/>
              </a:xfrm>
              <a:prstGeom prst="can">
                <a:avLst>
                  <a:gd name="adj" fmla="val 59495"/>
                </a:avLst>
              </a:prstGeom>
              <a:gradFill>
                <a:gsLst>
                  <a:gs pos="0">
                    <a:srgbClr val="F2F2F2"/>
                  </a:gs>
                  <a:gs pos="50000">
                    <a:srgbClr val="7F7F7F"/>
                  </a:gs>
                  <a:gs pos="100000">
                    <a:srgbClr val="262626"/>
                  </a:gs>
                </a:gsLst>
                <a:lin ang="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8"/>
              <p:cNvSpPr/>
              <p:nvPr/>
            </p:nvSpPr>
            <p:spPr>
              <a:xfrm>
                <a:off x="7097907" y="3415932"/>
                <a:ext cx="18000" cy="72000"/>
              </a:xfrm>
              <a:prstGeom prst="ellipse">
                <a:avLst/>
              </a:prstGeom>
              <a:solidFill>
                <a:srgbClr val="3F3F3F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52" name="Google Shape;652;p8"/>
              <p:cNvCxnSpPr/>
              <p:nvPr/>
            </p:nvCxnSpPr>
            <p:spPr>
              <a:xfrm rot="10800000">
                <a:off x="1757569" y="2733900"/>
                <a:ext cx="0" cy="2556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653" name="Google Shape;653;p8"/>
              <p:cNvCxnSpPr/>
              <p:nvPr/>
            </p:nvCxnSpPr>
            <p:spPr>
              <a:xfrm rot="10800000">
                <a:off x="1513149" y="3455237"/>
                <a:ext cx="1872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triangle" w="med" len="med"/>
                <a:tailEnd type="none" w="sm" len="sm"/>
              </a:ln>
            </p:spPr>
          </p:cxnSp>
          <p:sp>
            <p:nvSpPr>
              <p:cNvPr id="654" name="Google Shape;654;p8"/>
              <p:cNvSpPr txBox="1"/>
              <p:nvPr/>
            </p:nvSpPr>
            <p:spPr>
              <a:xfrm>
                <a:off x="3166418" y="3497841"/>
                <a:ext cx="316690" cy="276999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655" name="Google Shape;655;p8"/>
              <p:cNvSpPr txBox="1"/>
              <p:nvPr/>
            </p:nvSpPr>
            <p:spPr>
              <a:xfrm>
                <a:off x="1305410" y="3805847"/>
                <a:ext cx="323102" cy="276999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656" name="Google Shape;656;p8"/>
              <p:cNvSpPr txBox="1"/>
              <p:nvPr/>
            </p:nvSpPr>
            <p:spPr>
              <a:xfrm>
                <a:off x="1722408" y="2760738"/>
                <a:ext cx="315086" cy="276999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657" name="Google Shape;657;p8"/>
              <p:cNvCxnSpPr/>
              <p:nvPr/>
            </p:nvCxnSpPr>
            <p:spPr>
              <a:xfrm flipH="1">
                <a:off x="1255581" y="3247191"/>
                <a:ext cx="720000" cy="720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658" name="Google Shape;658;p8"/>
              <p:cNvSpPr/>
              <p:nvPr/>
            </p:nvSpPr>
            <p:spPr>
              <a:xfrm>
                <a:off x="3672065" y="3151522"/>
                <a:ext cx="288000" cy="612000"/>
              </a:xfrm>
              <a:prstGeom prst="arc">
                <a:avLst>
                  <a:gd name="adj1" fmla="val 2693242"/>
                  <a:gd name="adj2" fmla="val 18043605"/>
                </a:avLst>
              </a:prstGeom>
              <a:noFill/>
              <a:ln w="25400" cap="flat" cmpd="sng">
                <a:solidFill>
                  <a:schemeClr val="dk1"/>
                </a:solidFill>
                <a:prstDash val="solid"/>
                <a:miter lim="800000"/>
                <a:headEnd type="triangle" w="med" len="med"/>
                <a:tailEnd type="none" w="sm" len="sm"/>
              </a:ln>
              <a:effectLst>
                <a:outerShdw blurRad="50800" dist="38100" algn="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8"/>
              <p:cNvSpPr txBox="1"/>
              <p:nvPr/>
            </p:nvSpPr>
            <p:spPr>
              <a:xfrm>
                <a:off x="3848369" y="2966856"/>
                <a:ext cx="394659" cy="36933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660" name="Google Shape;660;p8"/>
              <p:cNvCxnSpPr/>
              <p:nvPr/>
            </p:nvCxnSpPr>
            <p:spPr>
              <a:xfrm rot="10800000">
                <a:off x="2373673" y="3923919"/>
                <a:ext cx="0" cy="61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61" name="Google Shape;661;p8"/>
              <p:cNvCxnSpPr/>
              <p:nvPr/>
            </p:nvCxnSpPr>
            <p:spPr>
              <a:xfrm rot="10800000">
                <a:off x="2977247" y="3855857"/>
                <a:ext cx="0" cy="828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62" name="Google Shape;662;p8"/>
              <p:cNvCxnSpPr/>
              <p:nvPr/>
            </p:nvCxnSpPr>
            <p:spPr>
              <a:xfrm>
                <a:off x="1753796" y="4462718"/>
                <a:ext cx="612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stealth" w="med" len="med"/>
                <a:tailEnd type="stealth" w="med" len="med"/>
              </a:ln>
            </p:spPr>
          </p:cxnSp>
          <p:sp>
            <p:nvSpPr>
              <p:cNvPr id="663" name="Google Shape;663;p8"/>
              <p:cNvSpPr txBox="1"/>
              <p:nvPr/>
            </p:nvSpPr>
            <p:spPr>
              <a:xfrm>
                <a:off x="1727941" y="4206607"/>
                <a:ext cx="682623" cy="276999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664" name="Google Shape;664;p8"/>
              <p:cNvCxnSpPr/>
              <p:nvPr/>
            </p:nvCxnSpPr>
            <p:spPr>
              <a:xfrm>
                <a:off x="1753796" y="4623006"/>
                <a:ext cx="122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stealth" w="med" len="med"/>
                <a:tailEnd type="stealth" w="med" len="med"/>
              </a:ln>
            </p:spPr>
          </p:cxnSp>
          <p:sp>
            <p:nvSpPr>
              <p:cNvPr id="665" name="Google Shape;665;p8"/>
              <p:cNvSpPr txBox="1"/>
              <p:nvPr/>
            </p:nvSpPr>
            <p:spPr>
              <a:xfrm>
                <a:off x="2292573" y="4377482"/>
                <a:ext cx="767582" cy="276999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666" name="Google Shape;666;p8"/>
              <p:cNvCxnSpPr/>
              <p:nvPr/>
            </p:nvCxnSpPr>
            <p:spPr>
              <a:xfrm rot="10800000">
                <a:off x="5132637" y="3923919"/>
                <a:ext cx="0" cy="900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67" name="Google Shape;667;p8"/>
              <p:cNvCxnSpPr/>
              <p:nvPr/>
            </p:nvCxnSpPr>
            <p:spPr>
              <a:xfrm>
                <a:off x="1753796" y="4783294"/>
                <a:ext cx="338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stealth" w="med" len="med"/>
                <a:tailEnd type="stealth" w="med" len="med"/>
              </a:ln>
            </p:spPr>
          </p:cxnSp>
          <p:sp>
            <p:nvSpPr>
              <p:cNvPr id="668" name="Google Shape;668;p8"/>
              <p:cNvSpPr txBox="1"/>
              <p:nvPr/>
            </p:nvSpPr>
            <p:spPr>
              <a:xfrm>
                <a:off x="3771077" y="4527719"/>
                <a:ext cx="767582" cy="276999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669" name="Google Shape;669;p8"/>
              <p:cNvCxnSpPr/>
              <p:nvPr/>
            </p:nvCxnSpPr>
            <p:spPr>
              <a:xfrm rot="10800000">
                <a:off x="6990456" y="3855857"/>
                <a:ext cx="0" cy="115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0" name="Google Shape;670;p8"/>
              <p:cNvCxnSpPr/>
              <p:nvPr/>
            </p:nvCxnSpPr>
            <p:spPr>
              <a:xfrm>
                <a:off x="1753796" y="4943581"/>
                <a:ext cx="522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stealth" w="med" len="med"/>
                <a:tailEnd type="stealth" w="med" len="med"/>
              </a:ln>
            </p:spPr>
          </p:cxnSp>
          <p:sp>
            <p:nvSpPr>
              <p:cNvPr id="671" name="Google Shape;671;p8"/>
              <p:cNvSpPr txBox="1"/>
              <p:nvPr/>
            </p:nvSpPr>
            <p:spPr>
              <a:xfrm>
                <a:off x="5791676" y="4710868"/>
                <a:ext cx="767582" cy="276999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672" name="Google Shape;672;p8"/>
              <p:cNvCxnSpPr/>
              <p:nvPr/>
            </p:nvCxnSpPr>
            <p:spPr>
              <a:xfrm rot="10800000">
                <a:off x="7110694" y="3725798"/>
                <a:ext cx="0" cy="1548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3" name="Google Shape;673;p8"/>
              <p:cNvCxnSpPr/>
              <p:nvPr/>
            </p:nvCxnSpPr>
            <p:spPr>
              <a:xfrm>
                <a:off x="1753796" y="5210281"/>
                <a:ext cx="536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stealth" w="med" len="med"/>
                <a:tailEnd type="stealth" w="med" len="med"/>
              </a:ln>
            </p:spPr>
          </p:cxnSp>
          <p:sp>
            <p:nvSpPr>
              <p:cNvPr id="674" name="Google Shape;674;p8"/>
              <p:cNvSpPr txBox="1"/>
              <p:nvPr/>
            </p:nvSpPr>
            <p:spPr>
              <a:xfrm>
                <a:off x="4153642" y="4960528"/>
                <a:ext cx="1120756" cy="276999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675" name="Google Shape;675;p8"/>
              <p:cNvSpPr txBox="1"/>
              <p:nvPr/>
            </p:nvSpPr>
            <p:spPr>
              <a:xfrm>
                <a:off x="3034413" y="3000960"/>
                <a:ext cx="410690" cy="276999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676" name="Google Shape;676;p8"/>
              <p:cNvSpPr txBox="1"/>
              <p:nvPr/>
            </p:nvSpPr>
            <p:spPr>
              <a:xfrm>
                <a:off x="6414492" y="3036638"/>
                <a:ext cx="410690" cy="276999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677" name="Google Shape;677;p8"/>
              <p:cNvSpPr txBox="1"/>
              <p:nvPr/>
            </p:nvSpPr>
            <p:spPr>
              <a:xfrm>
                <a:off x="1971140" y="2971997"/>
                <a:ext cx="405880" cy="276999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678" name="Google Shape;678;p8"/>
              <p:cNvSpPr txBox="1"/>
              <p:nvPr/>
            </p:nvSpPr>
            <p:spPr>
              <a:xfrm>
                <a:off x="4664295" y="3039990"/>
                <a:ext cx="405880" cy="276999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679" name="Google Shape;679;p8"/>
              <p:cNvSpPr/>
              <p:nvPr/>
            </p:nvSpPr>
            <p:spPr>
              <a:xfrm>
                <a:off x="2900095" y="2750152"/>
                <a:ext cx="98039" cy="324450"/>
              </a:xfrm>
              <a:prstGeom prst="can">
                <a:avLst>
                  <a:gd name="adj" fmla="val 100738"/>
                </a:avLst>
              </a:prstGeom>
              <a:gradFill>
                <a:gsLst>
                  <a:gs pos="0">
                    <a:srgbClr val="FEF8F4"/>
                  </a:gs>
                  <a:gs pos="52999">
                    <a:srgbClr val="F7C4A1"/>
                  </a:gs>
                  <a:gs pos="83000">
                    <a:srgbClr val="F4B081"/>
                  </a:gs>
                  <a:gs pos="100000">
                    <a:srgbClr val="FF0000"/>
                  </a:gs>
                </a:gsLst>
                <a:lin ang="1620000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80" name="Google Shape;680;p8"/>
              <p:cNvCxnSpPr/>
              <p:nvPr/>
            </p:nvCxnSpPr>
            <p:spPr>
              <a:xfrm rot="10800000">
                <a:off x="2949114" y="3089942"/>
                <a:ext cx="0" cy="360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oval" w="med" len="med"/>
                <a:tailEnd type="none" w="sm" len="sm"/>
              </a:ln>
            </p:spPr>
          </p:cxnSp>
          <p:cxnSp>
            <p:nvCxnSpPr>
              <p:cNvPr id="681" name="Google Shape;681;p8"/>
              <p:cNvCxnSpPr/>
              <p:nvPr/>
            </p:nvCxnSpPr>
            <p:spPr>
              <a:xfrm rot="10800000" flipH="1">
                <a:off x="2767981" y="3454201"/>
                <a:ext cx="180000" cy="324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oval" w="med" len="med"/>
              </a:ln>
            </p:spPr>
          </p:cxnSp>
          <p:sp>
            <p:nvSpPr>
              <p:cNvPr id="682" name="Google Shape;682;p8"/>
              <p:cNvSpPr txBox="1"/>
              <p:nvPr/>
            </p:nvSpPr>
            <p:spPr>
              <a:xfrm>
                <a:off x="2472180" y="3951615"/>
                <a:ext cx="43954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PH1</a:t>
                </a:r>
                <a:endParaRPr/>
              </a:p>
            </p:txBody>
          </p:sp>
          <p:sp>
            <p:nvSpPr>
              <p:cNvPr id="683" name="Google Shape;683;p8"/>
              <p:cNvSpPr txBox="1"/>
              <p:nvPr/>
            </p:nvSpPr>
            <p:spPr>
              <a:xfrm>
                <a:off x="2978476" y="2687264"/>
                <a:ext cx="42915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PV1</a:t>
                </a:r>
                <a:endParaRPr/>
              </a:p>
            </p:txBody>
          </p:sp>
          <p:sp>
            <p:nvSpPr>
              <p:cNvPr id="684" name="Google Shape;684;p8"/>
              <p:cNvSpPr/>
              <p:nvPr/>
            </p:nvSpPr>
            <p:spPr>
              <a:xfrm>
                <a:off x="6906142" y="2758287"/>
                <a:ext cx="98039" cy="324450"/>
              </a:xfrm>
              <a:prstGeom prst="can">
                <a:avLst>
                  <a:gd name="adj" fmla="val 100738"/>
                </a:avLst>
              </a:prstGeom>
              <a:gradFill>
                <a:gsLst>
                  <a:gs pos="0">
                    <a:srgbClr val="FEF8F4"/>
                  </a:gs>
                  <a:gs pos="52999">
                    <a:srgbClr val="F7C4A1"/>
                  </a:gs>
                  <a:gs pos="83000">
                    <a:srgbClr val="F4B081"/>
                  </a:gs>
                  <a:gs pos="100000">
                    <a:srgbClr val="FF0000"/>
                  </a:gs>
                </a:gsLst>
                <a:lin ang="1620000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85" name="Google Shape;685;p8"/>
              <p:cNvCxnSpPr/>
              <p:nvPr/>
            </p:nvCxnSpPr>
            <p:spPr>
              <a:xfrm rot="10800000">
                <a:off x="6955161" y="3098077"/>
                <a:ext cx="0" cy="360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oval" w="med" len="med"/>
                <a:tailEnd type="none" w="sm" len="sm"/>
              </a:ln>
            </p:spPr>
          </p:cxnSp>
          <p:cxnSp>
            <p:nvCxnSpPr>
              <p:cNvPr id="686" name="Google Shape;686;p8"/>
              <p:cNvCxnSpPr/>
              <p:nvPr/>
            </p:nvCxnSpPr>
            <p:spPr>
              <a:xfrm rot="10800000" flipH="1">
                <a:off x="6774028" y="3462336"/>
                <a:ext cx="180000" cy="324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oval" w="med" len="med"/>
              </a:ln>
            </p:spPr>
          </p:cxnSp>
          <p:sp>
            <p:nvSpPr>
              <p:cNvPr id="687" name="Google Shape;687;p8"/>
              <p:cNvSpPr txBox="1"/>
              <p:nvPr/>
            </p:nvSpPr>
            <p:spPr>
              <a:xfrm>
                <a:off x="6466598" y="3937183"/>
                <a:ext cx="43954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PH2</a:t>
                </a:r>
                <a:endParaRPr/>
              </a:p>
            </p:txBody>
          </p:sp>
          <p:sp>
            <p:nvSpPr>
              <p:cNvPr id="688" name="Google Shape;688;p8"/>
              <p:cNvSpPr txBox="1"/>
              <p:nvPr/>
            </p:nvSpPr>
            <p:spPr>
              <a:xfrm>
                <a:off x="6984523" y="2695399"/>
                <a:ext cx="42915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PV2</a:t>
                </a:r>
                <a:endParaRPr/>
              </a:p>
            </p:txBody>
          </p:sp>
          <p:sp>
            <p:nvSpPr>
              <p:cNvPr id="689" name="Google Shape;689;p8"/>
              <p:cNvSpPr/>
              <p:nvPr/>
            </p:nvSpPr>
            <p:spPr>
              <a:xfrm rot="-8953144">
                <a:off x="2688161" y="3674216"/>
                <a:ext cx="98039" cy="324450"/>
              </a:xfrm>
              <a:prstGeom prst="can">
                <a:avLst>
                  <a:gd name="adj" fmla="val 100738"/>
                </a:avLst>
              </a:prstGeom>
              <a:gradFill>
                <a:gsLst>
                  <a:gs pos="0">
                    <a:srgbClr val="FEF8F4"/>
                  </a:gs>
                  <a:gs pos="52999">
                    <a:srgbClr val="F7C4A1"/>
                  </a:gs>
                  <a:gs pos="83000">
                    <a:srgbClr val="F4B081"/>
                  </a:gs>
                  <a:gs pos="100000">
                    <a:srgbClr val="FF0000"/>
                  </a:gs>
                </a:gsLst>
                <a:lin ang="540000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8"/>
              <p:cNvSpPr/>
              <p:nvPr/>
            </p:nvSpPr>
            <p:spPr>
              <a:xfrm rot="-8953144">
                <a:off x="6694208" y="3682351"/>
                <a:ext cx="98039" cy="324450"/>
              </a:xfrm>
              <a:prstGeom prst="can">
                <a:avLst>
                  <a:gd name="adj" fmla="val 100738"/>
                </a:avLst>
              </a:prstGeom>
              <a:gradFill>
                <a:gsLst>
                  <a:gs pos="0">
                    <a:srgbClr val="FEF8F4"/>
                  </a:gs>
                  <a:gs pos="52999">
                    <a:srgbClr val="F7C4A1"/>
                  </a:gs>
                  <a:gs pos="83000">
                    <a:srgbClr val="F4B081"/>
                  </a:gs>
                  <a:gs pos="100000">
                    <a:srgbClr val="FF0000"/>
                  </a:gs>
                </a:gsLst>
                <a:lin ang="540000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9"/>
          <p:cNvSpPr txBox="1"/>
          <p:nvPr/>
        </p:nvSpPr>
        <p:spPr>
          <a:xfrm>
            <a:off x="211439" y="93165"/>
            <a:ext cx="43175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rotor para o SIRM 2019 - Vergilio</a:t>
            </a:r>
            <a:endParaRPr/>
          </a:p>
        </p:txBody>
      </p:sp>
      <p:grpSp>
        <p:nvGrpSpPr>
          <p:cNvPr id="696" name="Google Shape;696;p9"/>
          <p:cNvGrpSpPr/>
          <p:nvPr/>
        </p:nvGrpSpPr>
        <p:grpSpPr>
          <a:xfrm>
            <a:off x="5470999" y="4967514"/>
            <a:ext cx="1117125" cy="1167977"/>
            <a:chOff x="1890243" y="3921787"/>
            <a:chExt cx="1117125" cy="1167977"/>
          </a:xfrm>
        </p:grpSpPr>
        <p:sp>
          <p:nvSpPr>
            <p:cNvPr id="697" name="Google Shape;697;p9"/>
            <p:cNvSpPr/>
            <p:nvPr/>
          </p:nvSpPr>
          <p:spPr>
            <a:xfrm>
              <a:off x="2201381" y="4538950"/>
              <a:ext cx="315215" cy="550814"/>
            </a:xfrm>
            <a:prstGeom prst="cube">
              <a:avLst>
                <a:gd name="adj" fmla="val 64039"/>
              </a:avLst>
            </a:prstGeom>
            <a:solidFill>
              <a:srgbClr val="7F7F7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2201214" y="4310468"/>
              <a:ext cx="315215" cy="431291"/>
            </a:xfrm>
            <a:prstGeom prst="cube">
              <a:avLst>
                <a:gd name="adj" fmla="val 64039"/>
              </a:avLst>
            </a:prstGeom>
            <a:solidFill>
              <a:srgbClr val="7F7F7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2369698" y="4503427"/>
              <a:ext cx="108000" cy="216000"/>
            </a:xfrm>
            <a:prstGeom prst="ellipse">
              <a:avLst/>
            </a:prstGeom>
            <a:solidFill>
              <a:srgbClr val="3F3F3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2396698" y="4539427"/>
              <a:ext cx="54000" cy="144000"/>
            </a:xfrm>
            <a:prstGeom prst="ellipse">
              <a:avLst/>
            </a:prstGeom>
            <a:solidFill>
              <a:srgbClr val="3F3F3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1" name="Google Shape;701;p9"/>
            <p:cNvCxnSpPr/>
            <p:nvPr/>
          </p:nvCxnSpPr>
          <p:spPr>
            <a:xfrm rot="10800000">
              <a:off x="2402044" y="4004677"/>
              <a:ext cx="0" cy="61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02" name="Google Shape;702;p9"/>
            <p:cNvCxnSpPr/>
            <p:nvPr/>
          </p:nvCxnSpPr>
          <p:spPr>
            <a:xfrm rot="10800000">
              <a:off x="2395368" y="4616286"/>
              <a:ext cx="612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triangle" w="med" len="med"/>
              <a:tailEnd type="none" w="sm" len="sm"/>
            </a:ln>
          </p:spPr>
        </p:cxnSp>
        <p:sp>
          <p:nvSpPr>
            <p:cNvPr id="703" name="Google Shape;703;p9"/>
            <p:cNvSpPr txBox="1"/>
            <p:nvPr/>
          </p:nvSpPr>
          <p:spPr>
            <a:xfrm>
              <a:off x="2690433" y="4364300"/>
              <a:ext cx="316689" cy="27699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04" name="Google Shape;704;p9"/>
            <p:cNvSpPr txBox="1"/>
            <p:nvPr/>
          </p:nvSpPr>
          <p:spPr>
            <a:xfrm>
              <a:off x="1890243" y="4620550"/>
              <a:ext cx="323101" cy="27699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05" name="Google Shape;705;p9"/>
            <p:cNvSpPr txBox="1"/>
            <p:nvPr/>
          </p:nvSpPr>
          <p:spPr>
            <a:xfrm>
              <a:off x="2366883" y="3921787"/>
              <a:ext cx="315086" cy="27699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706" name="Google Shape;706;p9"/>
            <p:cNvCxnSpPr/>
            <p:nvPr/>
          </p:nvCxnSpPr>
          <p:spPr>
            <a:xfrm flipH="1">
              <a:off x="2035519" y="4627901"/>
              <a:ext cx="356511" cy="28363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707" name="Google Shape;707;p9"/>
          <p:cNvGrpSpPr/>
          <p:nvPr/>
        </p:nvGrpSpPr>
        <p:grpSpPr>
          <a:xfrm>
            <a:off x="5326800" y="1784786"/>
            <a:ext cx="2801660" cy="1091426"/>
            <a:chOff x="113228" y="4070587"/>
            <a:chExt cx="4980298" cy="1940146"/>
          </a:xfrm>
        </p:grpSpPr>
        <p:sp>
          <p:nvSpPr>
            <p:cNvPr id="708" name="Google Shape;708;p9"/>
            <p:cNvSpPr/>
            <p:nvPr/>
          </p:nvSpPr>
          <p:spPr>
            <a:xfrm rot="5400000">
              <a:off x="2011521" y="3270162"/>
              <a:ext cx="1355835" cy="4120056"/>
            </a:xfrm>
            <a:prstGeom prst="can">
              <a:avLst>
                <a:gd name="adj" fmla="val 89504"/>
              </a:avLst>
            </a:prstGeom>
            <a:gradFill>
              <a:gsLst>
                <a:gs pos="0">
                  <a:srgbClr val="C9C9C9"/>
                </a:gs>
                <a:gs pos="50000">
                  <a:srgbClr val="DCDCDC"/>
                </a:gs>
                <a:gs pos="100000">
                  <a:srgbClr val="EDEDED"/>
                </a:gs>
              </a:gsLst>
              <a:lin ang="1890000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9"/>
            <p:cNvSpPr/>
            <p:nvPr/>
          </p:nvSpPr>
          <p:spPr>
            <a:xfrm rot="-5400000">
              <a:off x="768678" y="4720588"/>
              <a:ext cx="1355834" cy="1224454"/>
            </a:xfrm>
            <a:prstGeom prst="arc">
              <a:avLst>
                <a:gd name="adj1" fmla="val 10815916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9"/>
            <p:cNvSpPr/>
            <p:nvPr/>
          </p:nvSpPr>
          <p:spPr>
            <a:xfrm rot="-5400000">
              <a:off x="1014094" y="4720588"/>
              <a:ext cx="1355834" cy="1224454"/>
            </a:xfrm>
            <a:prstGeom prst="arc">
              <a:avLst>
                <a:gd name="adj1" fmla="val 10815916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9"/>
            <p:cNvSpPr/>
            <p:nvPr/>
          </p:nvSpPr>
          <p:spPr>
            <a:xfrm rot="-5400000">
              <a:off x="1259511" y="4720588"/>
              <a:ext cx="1355834" cy="1224454"/>
            </a:xfrm>
            <a:prstGeom prst="arc">
              <a:avLst>
                <a:gd name="adj1" fmla="val 10815916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9"/>
            <p:cNvSpPr/>
            <p:nvPr/>
          </p:nvSpPr>
          <p:spPr>
            <a:xfrm rot="-5400000">
              <a:off x="1504928" y="4720589"/>
              <a:ext cx="1355834" cy="1224454"/>
            </a:xfrm>
            <a:prstGeom prst="arc">
              <a:avLst>
                <a:gd name="adj1" fmla="val 10815916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9"/>
            <p:cNvSpPr/>
            <p:nvPr/>
          </p:nvSpPr>
          <p:spPr>
            <a:xfrm rot="-5400000">
              <a:off x="1750345" y="4720589"/>
              <a:ext cx="1355834" cy="1224454"/>
            </a:xfrm>
            <a:prstGeom prst="arc">
              <a:avLst>
                <a:gd name="adj1" fmla="val 10815916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9"/>
            <p:cNvSpPr/>
            <p:nvPr/>
          </p:nvSpPr>
          <p:spPr>
            <a:xfrm rot="-5400000">
              <a:off x="1995762" y="4720589"/>
              <a:ext cx="1355834" cy="1224454"/>
            </a:xfrm>
            <a:prstGeom prst="arc">
              <a:avLst>
                <a:gd name="adj1" fmla="val 10815916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9"/>
            <p:cNvSpPr/>
            <p:nvPr/>
          </p:nvSpPr>
          <p:spPr>
            <a:xfrm rot="-5400000">
              <a:off x="2241179" y="4720589"/>
              <a:ext cx="1355834" cy="1224454"/>
            </a:xfrm>
            <a:prstGeom prst="arc">
              <a:avLst>
                <a:gd name="adj1" fmla="val 10815916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9"/>
            <p:cNvSpPr/>
            <p:nvPr/>
          </p:nvSpPr>
          <p:spPr>
            <a:xfrm rot="-5400000">
              <a:off x="2486596" y="4720589"/>
              <a:ext cx="1355834" cy="1224454"/>
            </a:xfrm>
            <a:prstGeom prst="arc">
              <a:avLst>
                <a:gd name="adj1" fmla="val 10815916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9"/>
            <p:cNvSpPr/>
            <p:nvPr/>
          </p:nvSpPr>
          <p:spPr>
            <a:xfrm rot="-5400000">
              <a:off x="2732012" y="4720589"/>
              <a:ext cx="1355834" cy="1224454"/>
            </a:xfrm>
            <a:prstGeom prst="arc">
              <a:avLst>
                <a:gd name="adj1" fmla="val 10815916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9"/>
            <p:cNvSpPr/>
            <p:nvPr/>
          </p:nvSpPr>
          <p:spPr>
            <a:xfrm>
              <a:off x="3677412" y="4757373"/>
              <a:ext cx="956441" cy="1156137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9"/>
            <p:cNvSpPr/>
            <p:nvPr/>
          </p:nvSpPr>
          <p:spPr>
            <a:xfrm>
              <a:off x="3824556" y="4904516"/>
              <a:ext cx="667407" cy="846083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0" name="Google Shape;720;p9"/>
            <p:cNvCxnSpPr/>
            <p:nvPr/>
          </p:nvCxnSpPr>
          <p:spPr>
            <a:xfrm>
              <a:off x="982603" y="4715331"/>
              <a:ext cx="2911366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21" name="Google Shape;721;p9"/>
            <p:cNvCxnSpPr/>
            <p:nvPr/>
          </p:nvCxnSpPr>
          <p:spPr>
            <a:xfrm>
              <a:off x="826273" y="4840141"/>
              <a:ext cx="2911366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22" name="Google Shape;722;p9"/>
            <p:cNvCxnSpPr/>
            <p:nvPr/>
          </p:nvCxnSpPr>
          <p:spPr>
            <a:xfrm>
              <a:off x="673873" y="5068741"/>
              <a:ext cx="2911366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23" name="Google Shape;723;p9"/>
            <p:cNvCxnSpPr/>
            <p:nvPr/>
          </p:nvCxnSpPr>
          <p:spPr>
            <a:xfrm>
              <a:off x="635773" y="5456091"/>
              <a:ext cx="2911366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24" name="Google Shape;724;p9"/>
            <p:cNvCxnSpPr/>
            <p:nvPr/>
          </p:nvCxnSpPr>
          <p:spPr>
            <a:xfrm>
              <a:off x="724673" y="5684691"/>
              <a:ext cx="2911366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25" name="Google Shape;725;p9"/>
            <p:cNvCxnSpPr/>
            <p:nvPr/>
          </p:nvCxnSpPr>
          <p:spPr>
            <a:xfrm>
              <a:off x="832623" y="5843441"/>
              <a:ext cx="2911366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26" name="Google Shape;726;p9"/>
            <p:cNvCxnSpPr/>
            <p:nvPr/>
          </p:nvCxnSpPr>
          <p:spPr>
            <a:xfrm>
              <a:off x="959623" y="5938691"/>
              <a:ext cx="2911366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27" name="Google Shape;727;p9"/>
            <p:cNvCxnSpPr/>
            <p:nvPr/>
          </p:nvCxnSpPr>
          <p:spPr>
            <a:xfrm>
              <a:off x="3900538" y="4712265"/>
              <a:ext cx="546100" cy="1219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28" name="Google Shape;728;p9"/>
            <p:cNvCxnSpPr/>
            <p:nvPr/>
          </p:nvCxnSpPr>
          <p:spPr>
            <a:xfrm>
              <a:off x="3729088" y="4832915"/>
              <a:ext cx="889000" cy="939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29" name="Google Shape;729;p9"/>
            <p:cNvCxnSpPr/>
            <p:nvPr/>
          </p:nvCxnSpPr>
          <p:spPr>
            <a:xfrm>
              <a:off x="3589388" y="5067865"/>
              <a:ext cx="1143000" cy="457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30" name="Google Shape;730;p9"/>
            <p:cNvCxnSpPr/>
            <p:nvPr/>
          </p:nvCxnSpPr>
          <p:spPr>
            <a:xfrm rot="10800000" flipH="1">
              <a:off x="3563988" y="5156765"/>
              <a:ext cx="1162050" cy="304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31" name="Google Shape;731;p9"/>
            <p:cNvCxnSpPr/>
            <p:nvPr/>
          </p:nvCxnSpPr>
          <p:spPr>
            <a:xfrm rot="10800000" flipH="1">
              <a:off x="3627488" y="4966265"/>
              <a:ext cx="1009650" cy="71755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32" name="Google Shape;732;p9"/>
            <p:cNvCxnSpPr/>
            <p:nvPr/>
          </p:nvCxnSpPr>
          <p:spPr>
            <a:xfrm rot="10800000" flipH="1">
              <a:off x="3741788" y="4826565"/>
              <a:ext cx="787400" cy="100965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lg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733" name="Google Shape;733;p9"/>
            <p:cNvCxnSpPr/>
            <p:nvPr/>
          </p:nvCxnSpPr>
          <p:spPr>
            <a:xfrm rot="10800000" flipH="1">
              <a:off x="3856088" y="4737665"/>
              <a:ext cx="558800" cy="1193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734" name="Google Shape;734;p9"/>
            <p:cNvCxnSpPr/>
            <p:nvPr/>
          </p:nvCxnSpPr>
          <p:spPr>
            <a:xfrm flipH="1">
              <a:off x="4071988" y="4667815"/>
              <a:ext cx="165100" cy="133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sp>
          <p:nvSpPr>
            <p:cNvPr id="735" name="Google Shape;735;p9"/>
            <p:cNvSpPr/>
            <p:nvPr/>
          </p:nvSpPr>
          <p:spPr>
            <a:xfrm>
              <a:off x="3982211" y="5072683"/>
              <a:ext cx="378372" cy="483475"/>
            </a:xfrm>
            <a:prstGeom prst="ellipse">
              <a:avLst/>
            </a:prstGeom>
            <a:gradFill>
              <a:gsLst>
                <a:gs pos="0">
                  <a:srgbClr val="595959"/>
                </a:gs>
                <a:gs pos="52999">
                  <a:srgbClr val="D8D8D8"/>
                </a:gs>
                <a:gs pos="100000">
                  <a:srgbClr val="595959"/>
                </a:gs>
              </a:gsLst>
              <a:lin ang="540000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36" name="Google Shape;736;p9"/>
            <p:cNvCxnSpPr/>
            <p:nvPr/>
          </p:nvCxnSpPr>
          <p:spPr>
            <a:xfrm rot="10800000">
              <a:off x="1159930" y="4427399"/>
              <a:ext cx="0" cy="900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37" name="Google Shape;737;p9"/>
            <p:cNvCxnSpPr/>
            <p:nvPr/>
          </p:nvCxnSpPr>
          <p:spPr>
            <a:xfrm rot="10800000">
              <a:off x="1153254" y="5328568"/>
              <a:ext cx="3924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triangle" w="med" len="med"/>
              <a:tailEnd type="none" w="sm" len="sm"/>
            </a:ln>
          </p:spPr>
        </p:cxnSp>
        <p:sp>
          <p:nvSpPr>
            <p:cNvPr id="738" name="Google Shape;738;p9"/>
            <p:cNvSpPr txBox="1"/>
            <p:nvPr/>
          </p:nvSpPr>
          <p:spPr>
            <a:xfrm>
              <a:off x="4776837" y="4783898"/>
              <a:ext cx="316689" cy="276998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r="-34482" b="-5599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39" name="Google Shape;739;p9"/>
            <p:cNvSpPr txBox="1"/>
            <p:nvPr/>
          </p:nvSpPr>
          <p:spPr>
            <a:xfrm>
              <a:off x="113228" y="5317591"/>
              <a:ext cx="323101" cy="276998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r="-33329" b="-5599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40" name="Google Shape;740;p9"/>
            <p:cNvSpPr txBox="1"/>
            <p:nvPr/>
          </p:nvSpPr>
          <p:spPr>
            <a:xfrm>
              <a:off x="1157364" y="4070587"/>
              <a:ext cx="315086" cy="276998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r="-34482" b="-5599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741" name="Google Shape;741;p9"/>
            <p:cNvCxnSpPr/>
            <p:nvPr/>
          </p:nvCxnSpPr>
          <p:spPr>
            <a:xfrm flipH="1">
              <a:off x="473364" y="5332563"/>
              <a:ext cx="684000" cy="576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742" name="Google Shape;742;p9"/>
          <p:cNvGrpSpPr/>
          <p:nvPr/>
        </p:nvGrpSpPr>
        <p:grpSpPr>
          <a:xfrm>
            <a:off x="5408763" y="3573927"/>
            <a:ext cx="1174959" cy="1027712"/>
            <a:chOff x="3440718" y="2359748"/>
            <a:chExt cx="1174959" cy="1027712"/>
          </a:xfrm>
        </p:grpSpPr>
        <p:sp>
          <p:nvSpPr>
            <p:cNvPr id="743" name="Google Shape;743;p9"/>
            <p:cNvSpPr/>
            <p:nvPr/>
          </p:nvSpPr>
          <p:spPr>
            <a:xfrm rot="5400000">
              <a:off x="3705743" y="2863697"/>
              <a:ext cx="683901" cy="363625"/>
            </a:xfrm>
            <a:prstGeom prst="can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4126798" y="2973509"/>
              <a:ext cx="36000" cy="144000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5" name="Google Shape;745;p9"/>
            <p:cNvCxnSpPr/>
            <p:nvPr/>
          </p:nvCxnSpPr>
          <p:spPr>
            <a:xfrm rot="10800000">
              <a:off x="4010353" y="2442638"/>
              <a:ext cx="0" cy="61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46" name="Google Shape;746;p9"/>
            <p:cNvCxnSpPr/>
            <p:nvPr/>
          </p:nvCxnSpPr>
          <p:spPr>
            <a:xfrm rot="10800000">
              <a:off x="4003677" y="3054247"/>
              <a:ext cx="612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triangle" w="med" len="med"/>
              <a:tailEnd type="none" w="sm" len="sm"/>
            </a:ln>
          </p:spPr>
        </p:cxnSp>
        <p:sp>
          <p:nvSpPr>
            <p:cNvPr id="747" name="Google Shape;747;p9"/>
            <p:cNvSpPr txBox="1"/>
            <p:nvPr/>
          </p:nvSpPr>
          <p:spPr>
            <a:xfrm>
              <a:off x="4298742" y="2802261"/>
              <a:ext cx="316689" cy="27699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48" name="Google Shape;748;p9"/>
            <p:cNvSpPr txBox="1"/>
            <p:nvPr/>
          </p:nvSpPr>
          <p:spPr>
            <a:xfrm>
              <a:off x="3498552" y="3058511"/>
              <a:ext cx="323101" cy="276999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749" name="Google Shape;749;p9"/>
            <p:cNvSpPr txBox="1"/>
            <p:nvPr/>
          </p:nvSpPr>
          <p:spPr>
            <a:xfrm>
              <a:off x="3975192" y="2359748"/>
              <a:ext cx="315086" cy="276999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750" name="Google Shape;750;p9"/>
            <p:cNvCxnSpPr/>
            <p:nvPr/>
          </p:nvCxnSpPr>
          <p:spPr>
            <a:xfrm flipH="1">
              <a:off x="3643828" y="3065862"/>
              <a:ext cx="356511" cy="28363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51" name="Google Shape;751;p9"/>
            <p:cNvCxnSpPr/>
            <p:nvPr/>
          </p:nvCxnSpPr>
          <p:spPr>
            <a:xfrm rot="10800000">
              <a:off x="3700463" y="2721035"/>
              <a:ext cx="309890" cy="33321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oval" w="med" len="med"/>
            </a:ln>
          </p:spPr>
        </p:cxnSp>
        <p:sp>
          <p:nvSpPr>
            <p:cNvPr id="752" name="Google Shape;752;p9"/>
            <p:cNvSpPr txBox="1"/>
            <p:nvPr/>
          </p:nvSpPr>
          <p:spPr>
            <a:xfrm>
              <a:off x="3440718" y="2440002"/>
              <a:ext cx="500650" cy="276999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753" name="Google Shape;753;p9"/>
          <p:cNvSpPr txBox="1"/>
          <p:nvPr/>
        </p:nvSpPr>
        <p:spPr>
          <a:xfrm>
            <a:off x="608536" y="1603216"/>
            <a:ext cx="4954223" cy="1579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19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Shaft</a:t>
            </a:r>
            <a:r>
              <a:rPr lang="pt-BR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/>
          </a:p>
          <a:p>
            <a:pPr marL="285750" marR="0" lvl="0" indent="-285781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1700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Strain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lang="pt-BR" sz="1700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Kinetic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energies;</a:t>
            </a:r>
            <a:endParaRPr/>
          </a:p>
          <a:p>
            <a:pPr marL="285750" marR="0" lvl="0" indent="-285781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Follows Lalanne &amp; Ferraris (1998); </a:t>
            </a:r>
            <a:endParaRPr/>
          </a:p>
          <a:p>
            <a:pPr marL="285750" marR="0" lvl="0" indent="-285781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Included </a:t>
            </a:r>
            <a:r>
              <a:rPr lang="pt-BR" sz="1700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Shear stresses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/>
          </a:p>
          <a:p>
            <a:pPr marL="285750" marR="0" lvl="0" indent="-285781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Modified </a:t>
            </a:r>
            <a:r>
              <a:rPr lang="pt-BR" sz="1700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SHBT Layer integration</a:t>
            </a:r>
            <a:r>
              <a:rPr lang="pt-BR" sz="1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/>
          </a:p>
        </p:txBody>
      </p:sp>
      <p:sp>
        <p:nvSpPr>
          <p:cNvPr id="754" name="Google Shape;754;p9"/>
          <p:cNvSpPr txBox="1"/>
          <p:nvPr/>
        </p:nvSpPr>
        <p:spPr>
          <a:xfrm>
            <a:off x="614796" y="3825457"/>
            <a:ext cx="4954223" cy="754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pt-BR" sz="19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Disks</a:t>
            </a:r>
            <a:r>
              <a:rPr lang="pt-BR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lang="pt-BR" sz="19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Unbalanced mass</a:t>
            </a:r>
            <a:r>
              <a:rPr lang="pt-BR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/>
          </a:p>
          <a:p>
            <a:pPr marL="285750" marR="0" lvl="0" indent="-28575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Kinetic</a:t>
            </a:r>
            <a:r>
              <a:rPr lang="pt-BR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energy only;</a:t>
            </a:r>
            <a:endParaRPr/>
          </a:p>
        </p:txBody>
      </p:sp>
      <p:sp>
        <p:nvSpPr>
          <p:cNvPr id="755" name="Google Shape;755;p9"/>
          <p:cNvSpPr txBox="1"/>
          <p:nvPr/>
        </p:nvSpPr>
        <p:spPr>
          <a:xfrm>
            <a:off x="618469" y="5252247"/>
            <a:ext cx="4954223" cy="807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pt-BR" sz="19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Bearings</a:t>
            </a:r>
            <a:r>
              <a:rPr lang="pt-BR" sz="1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/>
          </a:p>
          <a:p>
            <a:pPr marL="285750" marR="0" lvl="0" indent="-28575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 i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Virtual work </a:t>
            </a:r>
            <a:r>
              <a:rPr lang="pt-BR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from lift forces;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0"/>
          <p:cNvSpPr txBox="1"/>
          <p:nvPr/>
        </p:nvSpPr>
        <p:spPr>
          <a:xfrm>
            <a:off x="0" y="-496063"/>
            <a:ext cx="61265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para bancada composto, orbitas exp X num - Vergilio</a:t>
            </a:r>
            <a:endParaRPr/>
          </a:p>
        </p:txBody>
      </p:sp>
      <p:grpSp>
        <p:nvGrpSpPr>
          <p:cNvPr id="761" name="Google Shape;761;p10"/>
          <p:cNvGrpSpPr/>
          <p:nvPr/>
        </p:nvGrpSpPr>
        <p:grpSpPr>
          <a:xfrm>
            <a:off x="0" y="-8626"/>
            <a:ext cx="9152626" cy="6866626"/>
            <a:chOff x="0" y="-8626"/>
            <a:chExt cx="9152626" cy="6866626"/>
          </a:xfrm>
        </p:grpSpPr>
        <p:pic>
          <p:nvPicPr>
            <p:cNvPr id="762" name="Google Shape;762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4571999" cy="34290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763" name="Google Shape;763;p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72000" y="0"/>
              <a:ext cx="4571999" cy="34290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764" name="Google Shape;764;p1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0" y="3429000"/>
              <a:ext cx="4571999" cy="34290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765" name="Google Shape;765;p1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572000" y="3429000"/>
              <a:ext cx="4571999" cy="34290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766" name="Google Shape;766;p10"/>
            <p:cNvSpPr txBox="1"/>
            <p:nvPr/>
          </p:nvSpPr>
          <p:spPr>
            <a:xfrm>
              <a:off x="4197568" y="-8626"/>
              <a:ext cx="365806" cy="36933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a)</a:t>
              </a:r>
              <a:endParaRPr/>
            </a:p>
          </p:txBody>
        </p:sp>
        <p:sp>
          <p:nvSpPr>
            <p:cNvPr id="767" name="Google Shape;767;p10"/>
            <p:cNvSpPr txBox="1"/>
            <p:nvPr/>
          </p:nvSpPr>
          <p:spPr>
            <a:xfrm>
              <a:off x="8775600" y="-8626"/>
              <a:ext cx="377026" cy="36933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b)</a:t>
              </a:r>
              <a:endParaRPr/>
            </a:p>
          </p:txBody>
        </p:sp>
        <p:sp>
          <p:nvSpPr>
            <p:cNvPr id="768" name="Google Shape;768;p10"/>
            <p:cNvSpPr txBox="1"/>
            <p:nvPr/>
          </p:nvSpPr>
          <p:spPr>
            <a:xfrm>
              <a:off x="4197568" y="3420374"/>
              <a:ext cx="365806" cy="36933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c)</a:t>
              </a:r>
              <a:endParaRPr/>
            </a:p>
          </p:txBody>
        </p:sp>
        <p:sp>
          <p:nvSpPr>
            <p:cNvPr id="769" name="Google Shape;769;p10"/>
            <p:cNvSpPr txBox="1"/>
            <p:nvPr/>
          </p:nvSpPr>
          <p:spPr>
            <a:xfrm>
              <a:off x="8775600" y="3420374"/>
              <a:ext cx="377026" cy="36933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d)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oogle Shape;774;p11"/>
          <p:cNvGrpSpPr/>
          <p:nvPr/>
        </p:nvGrpSpPr>
        <p:grpSpPr>
          <a:xfrm>
            <a:off x="0" y="1664726"/>
            <a:ext cx="9152626" cy="3437625"/>
            <a:chOff x="0" y="1664726"/>
            <a:chExt cx="9152626" cy="3437625"/>
          </a:xfrm>
        </p:grpSpPr>
        <p:pic>
          <p:nvPicPr>
            <p:cNvPr id="775" name="Google Shape;775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1673352"/>
              <a:ext cx="4571999" cy="3428999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776" name="Google Shape;776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72000" y="1673352"/>
              <a:ext cx="4571999" cy="3428999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777" name="Google Shape;777;p11"/>
            <p:cNvSpPr txBox="1"/>
            <p:nvPr/>
          </p:nvSpPr>
          <p:spPr>
            <a:xfrm>
              <a:off x="4197568" y="1664726"/>
              <a:ext cx="365806" cy="36933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a)</a:t>
              </a:r>
              <a:endParaRPr/>
            </a:p>
          </p:txBody>
        </p:sp>
        <p:sp>
          <p:nvSpPr>
            <p:cNvPr id="778" name="Google Shape;778;p11"/>
            <p:cNvSpPr txBox="1"/>
            <p:nvPr/>
          </p:nvSpPr>
          <p:spPr>
            <a:xfrm>
              <a:off x="8775600" y="1664726"/>
              <a:ext cx="377026" cy="36933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b)</a:t>
              </a:r>
              <a:endParaRPr/>
            </a:p>
          </p:txBody>
        </p:sp>
      </p:grpSp>
      <p:sp>
        <p:nvSpPr>
          <p:cNvPr id="779" name="Google Shape;779;p11"/>
          <p:cNvSpPr txBox="1"/>
          <p:nvPr/>
        </p:nvSpPr>
        <p:spPr>
          <a:xfrm>
            <a:off x="0" y="0"/>
            <a:ext cx="90248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para bancada composto, campbell numérico e zoom na parte que importa - Vergilio</a:t>
            </a:r>
            <a:endParaRPr/>
          </a:p>
        </p:txBody>
      </p:sp>
      <p:sp>
        <p:nvSpPr>
          <p:cNvPr id="780" name="Google Shape;780;p11"/>
          <p:cNvSpPr/>
          <p:nvPr/>
        </p:nvSpPr>
        <p:spPr>
          <a:xfrm>
            <a:off x="594807" y="4172505"/>
            <a:ext cx="3382388" cy="248575"/>
          </a:xfrm>
          <a:prstGeom prst="rect">
            <a:avLst/>
          </a:prstGeom>
          <a:noFill/>
          <a:ln w="28575" cap="flat" cmpd="sng">
            <a:solidFill>
              <a:srgbClr val="00B05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1" name="Google Shape;781;p11"/>
          <p:cNvCxnSpPr/>
          <p:nvPr/>
        </p:nvCxnSpPr>
        <p:spPr>
          <a:xfrm rot="10800000" flipH="1">
            <a:off x="3977196" y="1926454"/>
            <a:ext cx="1189610" cy="2246051"/>
          </a:xfrm>
          <a:prstGeom prst="straightConnector1">
            <a:avLst/>
          </a:prstGeom>
          <a:noFill/>
          <a:ln w="28575" cap="flat" cmpd="sng">
            <a:solidFill>
              <a:srgbClr val="00B05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782" name="Google Shape;782;p11"/>
          <p:cNvCxnSpPr/>
          <p:nvPr/>
        </p:nvCxnSpPr>
        <p:spPr>
          <a:xfrm>
            <a:off x="3977195" y="4421080"/>
            <a:ext cx="1189611" cy="213064"/>
          </a:xfrm>
          <a:prstGeom prst="straightConnector1">
            <a:avLst/>
          </a:prstGeom>
          <a:noFill/>
          <a:ln w="28575" cap="flat" cmpd="sng">
            <a:solidFill>
              <a:srgbClr val="00B050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7" name="Google Shape;787;p12"/>
          <p:cNvGrpSpPr/>
          <p:nvPr/>
        </p:nvGrpSpPr>
        <p:grpSpPr>
          <a:xfrm>
            <a:off x="645819" y="3852989"/>
            <a:ext cx="2919095" cy="959486"/>
            <a:chOff x="0" y="0"/>
            <a:chExt cx="2919095" cy="959486"/>
          </a:xfrm>
        </p:grpSpPr>
        <p:pic>
          <p:nvPicPr>
            <p:cNvPr id="788" name="Google Shape;788;p12"/>
            <p:cNvPicPr preferRelativeResize="0"/>
            <p:nvPr/>
          </p:nvPicPr>
          <p:blipFill rotWithShape="1">
            <a:blip r:embed="rId3">
              <a:alphaModFix/>
            </a:blip>
            <a:srcRect l="18581" t="39326" r="11013" b="31921"/>
            <a:stretch/>
          </p:blipFill>
          <p:spPr>
            <a:xfrm>
              <a:off x="0" y="0"/>
              <a:ext cx="2919095" cy="89344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89" name="Google Shape;789;p12"/>
            <p:cNvGrpSpPr/>
            <p:nvPr/>
          </p:nvGrpSpPr>
          <p:grpSpPr>
            <a:xfrm>
              <a:off x="161925" y="276225"/>
              <a:ext cx="652020" cy="683261"/>
              <a:chOff x="0" y="66731"/>
              <a:chExt cx="652020" cy="683812"/>
            </a:xfrm>
          </p:grpSpPr>
          <p:cxnSp>
            <p:nvCxnSpPr>
              <p:cNvPr id="790" name="Google Shape;790;p12"/>
              <p:cNvCxnSpPr/>
              <p:nvPr/>
            </p:nvCxnSpPr>
            <p:spPr>
              <a:xfrm rot="10800000">
                <a:off x="262393" y="189969"/>
                <a:ext cx="0" cy="31010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cxnSp>
            <p:nvCxnSpPr>
              <p:cNvPr id="791" name="Google Shape;791;p12"/>
              <p:cNvCxnSpPr/>
              <p:nvPr/>
            </p:nvCxnSpPr>
            <p:spPr>
              <a:xfrm>
                <a:off x="262393" y="490542"/>
                <a:ext cx="28575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sp>
            <p:nvSpPr>
              <p:cNvPr id="792" name="Google Shape;792;p12"/>
              <p:cNvSpPr txBox="1"/>
              <p:nvPr/>
            </p:nvSpPr>
            <p:spPr>
              <a:xfrm>
                <a:off x="0" y="66731"/>
                <a:ext cx="326010" cy="2504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12"/>
              <p:cNvSpPr txBox="1"/>
              <p:nvPr/>
            </p:nvSpPr>
            <p:spPr>
              <a:xfrm>
                <a:off x="326010" y="500077"/>
                <a:ext cx="326010" cy="2504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just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94" name="Google Shape;794;p12"/>
          <p:cNvSpPr txBox="1"/>
          <p:nvPr/>
        </p:nvSpPr>
        <p:spPr>
          <a:xfrm>
            <a:off x="715479" y="3667326"/>
            <a:ext cx="3538728" cy="25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#4          #18                   #27               #39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12"/>
          <p:cNvSpPr txBox="1"/>
          <p:nvPr/>
        </p:nvSpPr>
        <p:spPr>
          <a:xfrm>
            <a:off x="0" y="0"/>
            <a:ext cx="76328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simplificado do que foi simulado – paper composite structures - Vergilio</a:t>
            </a:r>
            <a:endParaRPr/>
          </a:p>
        </p:txBody>
      </p:sp>
      <p:grpSp>
        <p:nvGrpSpPr>
          <p:cNvPr id="796" name="Google Shape;796;p12"/>
          <p:cNvGrpSpPr/>
          <p:nvPr/>
        </p:nvGrpSpPr>
        <p:grpSpPr>
          <a:xfrm>
            <a:off x="1277998" y="1851982"/>
            <a:ext cx="6103766" cy="1090021"/>
            <a:chOff x="1277998" y="1851982"/>
            <a:chExt cx="6103766" cy="1090021"/>
          </a:xfrm>
        </p:grpSpPr>
        <p:grpSp>
          <p:nvGrpSpPr>
            <p:cNvPr id="797" name="Google Shape;797;p12"/>
            <p:cNvGrpSpPr/>
            <p:nvPr/>
          </p:nvGrpSpPr>
          <p:grpSpPr>
            <a:xfrm>
              <a:off x="1283044" y="2328084"/>
              <a:ext cx="6098720" cy="126900"/>
              <a:chOff x="1115896" y="1951910"/>
              <a:chExt cx="6098720" cy="126900"/>
            </a:xfrm>
          </p:grpSpPr>
          <p:sp>
            <p:nvSpPr>
              <p:cNvPr id="798" name="Google Shape;798;p12"/>
              <p:cNvSpPr/>
              <p:nvPr/>
            </p:nvSpPr>
            <p:spPr>
              <a:xfrm>
                <a:off x="1115896" y="1951910"/>
                <a:ext cx="6098720" cy="126900"/>
              </a:xfrm>
              <a:prstGeom prst="rect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99" name="Google Shape;799;p12"/>
              <p:cNvCxnSpPr/>
              <p:nvPr/>
            </p:nvCxnSpPr>
            <p:spPr>
              <a:xfrm>
                <a:off x="1272273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00" name="Google Shape;800;p12"/>
              <p:cNvCxnSpPr/>
              <p:nvPr/>
            </p:nvCxnSpPr>
            <p:spPr>
              <a:xfrm>
                <a:off x="1428650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01" name="Google Shape;801;p12"/>
              <p:cNvCxnSpPr/>
              <p:nvPr/>
            </p:nvCxnSpPr>
            <p:spPr>
              <a:xfrm>
                <a:off x="1585027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02" name="Google Shape;802;p12"/>
              <p:cNvCxnSpPr/>
              <p:nvPr/>
            </p:nvCxnSpPr>
            <p:spPr>
              <a:xfrm>
                <a:off x="1897781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03" name="Google Shape;803;p12"/>
              <p:cNvCxnSpPr/>
              <p:nvPr/>
            </p:nvCxnSpPr>
            <p:spPr>
              <a:xfrm>
                <a:off x="2210535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04" name="Google Shape;804;p12"/>
              <p:cNvCxnSpPr/>
              <p:nvPr/>
            </p:nvCxnSpPr>
            <p:spPr>
              <a:xfrm>
                <a:off x="2523289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05" name="Google Shape;805;p12"/>
              <p:cNvCxnSpPr/>
              <p:nvPr/>
            </p:nvCxnSpPr>
            <p:spPr>
              <a:xfrm>
                <a:off x="2992420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06" name="Google Shape;806;p12"/>
              <p:cNvCxnSpPr/>
              <p:nvPr/>
            </p:nvCxnSpPr>
            <p:spPr>
              <a:xfrm>
                <a:off x="3461551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07" name="Google Shape;807;p12"/>
              <p:cNvCxnSpPr/>
              <p:nvPr/>
            </p:nvCxnSpPr>
            <p:spPr>
              <a:xfrm>
                <a:off x="3930682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08" name="Google Shape;808;p12"/>
              <p:cNvCxnSpPr/>
              <p:nvPr/>
            </p:nvCxnSpPr>
            <p:spPr>
              <a:xfrm>
                <a:off x="2679666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09" name="Google Shape;809;p12"/>
              <p:cNvCxnSpPr/>
              <p:nvPr/>
            </p:nvCxnSpPr>
            <p:spPr>
              <a:xfrm>
                <a:off x="3148797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0" name="Google Shape;810;p12"/>
              <p:cNvCxnSpPr/>
              <p:nvPr/>
            </p:nvCxnSpPr>
            <p:spPr>
              <a:xfrm>
                <a:off x="3617928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1" name="Google Shape;811;p12"/>
              <p:cNvCxnSpPr/>
              <p:nvPr/>
            </p:nvCxnSpPr>
            <p:spPr>
              <a:xfrm>
                <a:off x="4087059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2" name="Google Shape;812;p12"/>
              <p:cNvCxnSpPr/>
              <p:nvPr/>
            </p:nvCxnSpPr>
            <p:spPr>
              <a:xfrm>
                <a:off x="4399813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3" name="Google Shape;813;p12"/>
              <p:cNvCxnSpPr/>
              <p:nvPr/>
            </p:nvCxnSpPr>
            <p:spPr>
              <a:xfrm>
                <a:off x="4712567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4" name="Google Shape;814;p12"/>
              <p:cNvCxnSpPr/>
              <p:nvPr/>
            </p:nvCxnSpPr>
            <p:spPr>
              <a:xfrm>
                <a:off x="5025321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5" name="Google Shape;815;p12"/>
              <p:cNvCxnSpPr/>
              <p:nvPr/>
            </p:nvCxnSpPr>
            <p:spPr>
              <a:xfrm>
                <a:off x="5494452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6" name="Google Shape;816;p12"/>
              <p:cNvCxnSpPr/>
              <p:nvPr/>
            </p:nvCxnSpPr>
            <p:spPr>
              <a:xfrm>
                <a:off x="5807206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7" name="Google Shape;817;p12"/>
              <p:cNvCxnSpPr/>
              <p:nvPr/>
            </p:nvCxnSpPr>
            <p:spPr>
              <a:xfrm>
                <a:off x="6119960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8" name="Google Shape;818;p12"/>
              <p:cNvCxnSpPr/>
              <p:nvPr/>
            </p:nvCxnSpPr>
            <p:spPr>
              <a:xfrm>
                <a:off x="1741404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9" name="Google Shape;819;p12"/>
              <p:cNvCxnSpPr/>
              <p:nvPr/>
            </p:nvCxnSpPr>
            <p:spPr>
              <a:xfrm>
                <a:off x="2054158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0" name="Google Shape;820;p12"/>
              <p:cNvCxnSpPr/>
              <p:nvPr/>
            </p:nvCxnSpPr>
            <p:spPr>
              <a:xfrm>
                <a:off x="2366912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1" name="Google Shape;821;p12"/>
              <p:cNvCxnSpPr/>
              <p:nvPr/>
            </p:nvCxnSpPr>
            <p:spPr>
              <a:xfrm>
                <a:off x="2836043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2" name="Google Shape;822;p12"/>
              <p:cNvCxnSpPr/>
              <p:nvPr/>
            </p:nvCxnSpPr>
            <p:spPr>
              <a:xfrm>
                <a:off x="3305174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3" name="Google Shape;823;p12"/>
              <p:cNvCxnSpPr/>
              <p:nvPr/>
            </p:nvCxnSpPr>
            <p:spPr>
              <a:xfrm>
                <a:off x="3774305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4" name="Google Shape;824;p12"/>
              <p:cNvCxnSpPr/>
              <p:nvPr/>
            </p:nvCxnSpPr>
            <p:spPr>
              <a:xfrm>
                <a:off x="4243436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5" name="Google Shape;825;p12"/>
              <p:cNvCxnSpPr/>
              <p:nvPr/>
            </p:nvCxnSpPr>
            <p:spPr>
              <a:xfrm>
                <a:off x="4556190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6" name="Google Shape;826;p12"/>
              <p:cNvCxnSpPr/>
              <p:nvPr/>
            </p:nvCxnSpPr>
            <p:spPr>
              <a:xfrm>
                <a:off x="4868944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7" name="Google Shape;827;p12"/>
              <p:cNvCxnSpPr/>
              <p:nvPr/>
            </p:nvCxnSpPr>
            <p:spPr>
              <a:xfrm>
                <a:off x="5181698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8" name="Google Shape;828;p12"/>
              <p:cNvCxnSpPr/>
              <p:nvPr/>
            </p:nvCxnSpPr>
            <p:spPr>
              <a:xfrm>
                <a:off x="5338075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9" name="Google Shape;829;p12"/>
              <p:cNvCxnSpPr/>
              <p:nvPr/>
            </p:nvCxnSpPr>
            <p:spPr>
              <a:xfrm>
                <a:off x="5650829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0" name="Google Shape;830;p12"/>
              <p:cNvCxnSpPr/>
              <p:nvPr/>
            </p:nvCxnSpPr>
            <p:spPr>
              <a:xfrm>
                <a:off x="5963583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1" name="Google Shape;831;p12"/>
              <p:cNvCxnSpPr/>
              <p:nvPr/>
            </p:nvCxnSpPr>
            <p:spPr>
              <a:xfrm>
                <a:off x="6276337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2" name="Google Shape;832;p12"/>
              <p:cNvCxnSpPr/>
              <p:nvPr/>
            </p:nvCxnSpPr>
            <p:spPr>
              <a:xfrm>
                <a:off x="6432714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3" name="Google Shape;833;p12"/>
              <p:cNvCxnSpPr/>
              <p:nvPr/>
            </p:nvCxnSpPr>
            <p:spPr>
              <a:xfrm>
                <a:off x="6589091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4" name="Google Shape;834;p12"/>
              <p:cNvCxnSpPr/>
              <p:nvPr/>
            </p:nvCxnSpPr>
            <p:spPr>
              <a:xfrm>
                <a:off x="6745468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5" name="Google Shape;835;p12"/>
              <p:cNvCxnSpPr/>
              <p:nvPr/>
            </p:nvCxnSpPr>
            <p:spPr>
              <a:xfrm>
                <a:off x="6901845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6" name="Google Shape;836;p12"/>
              <p:cNvCxnSpPr/>
              <p:nvPr/>
            </p:nvCxnSpPr>
            <p:spPr>
              <a:xfrm>
                <a:off x="7058222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cxnSp>
          <p:nvCxnSpPr>
            <p:cNvPr id="837" name="Google Shape;837;p12"/>
            <p:cNvCxnSpPr/>
            <p:nvPr/>
          </p:nvCxnSpPr>
          <p:spPr>
            <a:xfrm rot="10800000">
              <a:off x="1277998" y="2007621"/>
              <a:ext cx="0" cy="360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838" name="Google Shape;838;p12"/>
            <p:cNvCxnSpPr/>
            <p:nvPr/>
          </p:nvCxnSpPr>
          <p:spPr>
            <a:xfrm rot="10800000">
              <a:off x="1277998" y="2389044"/>
              <a:ext cx="432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triangle" w="med" len="med"/>
              <a:tailEnd type="none" w="sm" len="sm"/>
            </a:ln>
          </p:spPr>
        </p:cxnSp>
        <p:sp>
          <p:nvSpPr>
            <p:cNvPr id="839" name="Google Shape;839;p12"/>
            <p:cNvSpPr txBox="1"/>
            <p:nvPr/>
          </p:nvSpPr>
          <p:spPr>
            <a:xfrm>
              <a:off x="1418687" y="2112242"/>
              <a:ext cx="316690" cy="27699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40" name="Google Shape;840;p12"/>
            <p:cNvSpPr txBox="1"/>
            <p:nvPr/>
          </p:nvSpPr>
          <p:spPr>
            <a:xfrm>
              <a:off x="1280712" y="1891537"/>
              <a:ext cx="315086" cy="27699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41" name="Google Shape;841;p12"/>
            <p:cNvSpPr/>
            <p:nvPr/>
          </p:nvSpPr>
          <p:spPr>
            <a:xfrm rot="10800000" flipH="1">
              <a:off x="2341683" y="1924755"/>
              <a:ext cx="72000" cy="93240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rgbClr val="DCDCDC"/>
                </a:gs>
                <a:gs pos="100000">
                  <a:srgbClr val="EDEDED"/>
                </a:gs>
              </a:gsLst>
              <a:lin ang="5400000" scaled="0"/>
            </a:gra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12"/>
            <p:cNvSpPr/>
            <p:nvPr/>
          </p:nvSpPr>
          <p:spPr>
            <a:xfrm rot="10800000" flipH="1">
              <a:off x="7190065" y="1924755"/>
              <a:ext cx="72000" cy="93240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rgbClr val="DCDCDC"/>
                </a:gs>
                <a:gs pos="100000">
                  <a:srgbClr val="EDEDED"/>
                </a:gs>
              </a:gsLst>
              <a:lin ang="5400000" scaled="0"/>
            </a:gra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12"/>
            <p:cNvSpPr txBox="1"/>
            <p:nvPr/>
          </p:nvSpPr>
          <p:spPr>
            <a:xfrm>
              <a:off x="2366597" y="1851982"/>
              <a:ext cx="410690" cy="27699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44" name="Google Shape;844;p12"/>
            <p:cNvSpPr txBox="1"/>
            <p:nvPr/>
          </p:nvSpPr>
          <p:spPr>
            <a:xfrm>
              <a:off x="6832214" y="1851982"/>
              <a:ext cx="410690" cy="27699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45" name="Google Shape;845;p12"/>
            <p:cNvSpPr txBox="1"/>
            <p:nvPr/>
          </p:nvSpPr>
          <p:spPr>
            <a:xfrm>
              <a:off x="5364882" y="1851982"/>
              <a:ext cx="410690" cy="27699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46" name="Google Shape;846;p12"/>
            <p:cNvSpPr txBox="1"/>
            <p:nvPr/>
          </p:nvSpPr>
          <p:spPr>
            <a:xfrm>
              <a:off x="1773895" y="1851982"/>
              <a:ext cx="410690" cy="27699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47" name="Google Shape;847;p12"/>
            <p:cNvSpPr txBox="1"/>
            <p:nvPr/>
          </p:nvSpPr>
          <p:spPr>
            <a:xfrm>
              <a:off x="1773895" y="2665004"/>
              <a:ext cx="399468" cy="276999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48" name="Google Shape;848;p12"/>
            <p:cNvSpPr txBox="1"/>
            <p:nvPr/>
          </p:nvSpPr>
          <p:spPr>
            <a:xfrm>
              <a:off x="2366597" y="2665004"/>
              <a:ext cx="399468" cy="276999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49" name="Google Shape;849;p12"/>
            <p:cNvSpPr txBox="1"/>
            <p:nvPr/>
          </p:nvSpPr>
          <p:spPr>
            <a:xfrm>
              <a:off x="5364882" y="2665004"/>
              <a:ext cx="484428" cy="276999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850" name="Google Shape;850;p12"/>
            <p:cNvSpPr txBox="1"/>
            <p:nvPr/>
          </p:nvSpPr>
          <p:spPr>
            <a:xfrm>
              <a:off x="6758476" y="2665004"/>
              <a:ext cx="484428" cy="276999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grpSp>
          <p:nvGrpSpPr>
            <p:cNvPr id="851" name="Google Shape;851;p12"/>
            <p:cNvGrpSpPr/>
            <p:nvPr/>
          </p:nvGrpSpPr>
          <p:grpSpPr>
            <a:xfrm>
              <a:off x="1674598" y="1924723"/>
              <a:ext cx="156941" cy="933212"/>
              <a:chOff x="1674598" y="1924723"/>
              <a:chExt cx="156941" cy="933212"/>
            </a:xfrm>
          </p:grpSpPr>
          <p:grpSp>
            <p:nvGrpSpPr>
              <p:cNvPr id="852" name="Google Shape;852;p12"/>
              <p:cNvGrpSpPr/>
              <p:nvPr/>
            </p:nvGrpSpPr>
            <p:grpSpPr>
              <a:xfrm>
                <a:off x="1675162" y="1924723"/>
                <a:ext cx="156377" cy="386740"/>
                <a:chOff x="1675162" y="1924723"/>
                <a:chExt cx="156377" cy="386740"/>
              </a:xfrm>
            </p:grpSpPr>
            <p:sp>
              <p:nvSpPr>
                <p:cNvPr id="853" name="Google Shape;853;p12"/>
                <p:cNvSpPr/>
                <p:nvPr/>
              </p:nvSpPr>
              <p:spPr>
                <a:xfrm rot="10800000" flipH="1">
                  <a:off x="1675162" y="2081534"/>
                  <a:ext cx="156377" cy="229929"/>
                </a:xfrm>
                <a:prstGeom prst="triangle">
                  <a:avLst>
                    <a:gd name="adj" fmla="val 50000"/>
                  </a:avLst>
                </a:prstGeom>
                <a:gradFill>
                  <a:gsLst>
                    <a:gs pos="0">
                      <a:schemeClr val="dk1"/>
                    </a:gs>
                    <a:gs pos="50000">
                      <a:srgbClr val="DCDCDC"/>
                    </a:gs>
                    <a:gs pos="100000">
                      <a:srgbClr val="EDEDED"/>
                    </a:gs>
                  </a:gsLst>
                  <a:lin ang="18900000" scaled="0"/>
                </a:gra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54" name="Google Shape;854;p12"/>
                <p:cNvGrpSpPr/>
                <p:nvPr/>
              </p:nvGrpSpPr>
              <p:grpSpPr>
                <a:xfrm>
                  <a:off x="1675950" y="1924723"/>
                  <a:ext cx="154800" cy="154800"/>
                  <a:chOff x="1680690" y="1924723"/>
                  <a:chExt cx="154800" cy="154800"/>
                </a:xfrm>
              </p:grpSpPr>
              <p:sp>
                <p:nvSpPr>
                  <p:cNvPr id="855" name="Google Shape;855;p12"/>
                  <p:cNvSpPr/>
                  <p:nvPr/>
                </p:nvSpPr>
                <p:spPr>
                  <a:xfrm>
                    <a:off x="1680690" y="1924723"/>
                    <a:ext cx="154800" cy="154800"/>
                  </a:xfrm>
                  <a:prstGeom prst="rect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56" name="Google Shape;856;p12"/>
                  <p:cNvCxnSpPr/>
                  <p:nvPr/>
                </p:nvCxnSpPr>
                <p:spPr>
                  <a:xfrm>
                    <a:off x="1680690" y="1924723"/>
                    <a:ext cx="154800" cy="154800"/>
                  </a:xfrm>
                  <a:prstGeom prst="straightConnector1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57" name="Google Shape;857;p12"/>
                  <p:cNvCxnSpPr/>
                  <p:nvPr/>
                </p:nvCxnSpPr>
                <p:spPr>
                  <a:xfrm flipH="1">
                    <a:off x="1680690" y="1924723"/>
                    <a:ext cx="154800" cy="154800"/>
                  </a:xfrm>
                  <a:prstGeom prst="straightConnector1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</p:grpSp>
          <p:grpSp>
            <p:nvGrpSpPr>
              <p:cNvPr id="858" name="Google Shape;858;p12"/>
              <p:cNvGrpSpPr/>
              <p:nvPr/>
            </p:nvGrpSpPr>
            <p:grpSpPr>
              <a:xfrm rot="10800000" flipH="1">
                <a:off x="1674598" y="2471195"/>
                <a:ext cx="156377" cy="386740"/>
                <a:chOff x="1675162" y="1924723"/>
                <a:chExt cx="156377" cy="386740"/>
              </a:xfrm>
            </p:grpSpPr>
            <p:sp>
              <p:nvSpPr>
                <p:cNvPr id="859" name="Google Shape;859;p12"/>
                <p:cNvSpPr/>
                <p:nvPr/>
              </p:nvSpPr>
              <p:spPr>
                <a:xfrm rot="10800000" flipH="1">
                  <a:off x="1675162" y="2081534"/>
                  <a:ext cx="156377" cy="229929"/>
                </a:xfrm>
                <a:prstGeom prst="triangle">
                  <a:avLst>
                    <a:gd name="adj" fmla="val 50000"/>
                  </a:avLst>
                </a:prstGeom>
                <a:gradFill>
                  <a:gsLst>
                    <a:gs pos="0">
                      <a:schemeClr val="dk1"/>
                    </a:gs>
                    <a:gs pos="50000">
                      <a:srgbClr val="DCDCDC"/>
                    </a:gs>
                    <a:gs pos="100000">
                      <a:srgbClr val="EDEDED"/>
                    </a:gs>
                  </a:gsLst>
                  <a:lin ang="18900000" scaled="0"/>
                </a:gra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60" name="Google Shape;860;p12"/>
                <p:cNvGrpSpPr/>
                <p:nvPr/>
              </p:nvGrpSpPr>
              <p:grpSpPr>
                <a:xfrm>
                  <a:off x="1675950" y="1924723"/>
                  <a:ext cx="154800" cy="154800"/>
                  <a:chOff x="1680690" y="1924723"/>
                  <a:chExt cx="154800" cy="154800"/>
                </a:xfrm>
              </p:grpSpPr>
              <p:sp>
                <p:nvSpPr>
                  <p:cNvPr id="861" name="Google Shape;861;p12"/>
                  <p:cNvSpPr/>
                  <p:nvPr/>
                </p:nvSpPr>
                <p:spPr>
                  <a:xfrm>
                    <a:off x="1680690" y="1924723"/>
                    <a:ext cx="154800" cy="154800"/>
                  </a:xfrm>
                  <a:prstGeom prst="rect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62" name="Google Shape;862;p12"/>
                  <p:cNvCxnSpPr/>
                  <p:nvPr/>
                </p:nvCxnSpPr>
                <p:spPr>
                  <a:xfrm>
                    <a:off x="1680690" y="1924723"/>
                    <a:ext cx="154800" cy="154800"/>
                  </a:xfrm>
                  <a:prstGeom prst="straightConnector1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63" name="Google Shape;863;p12"/>
                  <p:cNvCxnSpPr/>
                  <p:nvPr/>
                </p:nvCxnSpPr>
                <p:spPr>
                  <a:xfrm flipH="1">
                    <a:off x="1680690" y="1924723"/>
                    <a:ext cx="154800" cy="154800"/>
                  </a:xfrm>
                  <a:prstGeom prst="straightConnector1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</p:grpSp>
        </p:grpSp>
        <p:grpSp>
          <p:nvGrpSpPr>
            <p:cNvPr id="864" name="Google Shape;864;p12"/>
            <p:cNvGrpSpPr/>
            <p:nvPr/>
          </p:nvGrpSpPr>
          <p:grpSpPr>
            <a:xfrm>
              <a:off x="5270012" y="1918935"/>
              <a:ext cx="162091" cy="935223"/>
              <a:chOff x="1674598" y="1922712"/>
              <a:chExt cx="162091" cy="935223"/>
            </a:xfrm>
          </p:grpSpPr>
          <p:grpSp>
            <p:nvGrpSpPr>
              <p:cNvPr id="865" name="Google Shape;865;p12"/>
              <p:cNvGrpSpPr/>
              <p:nvPr/>
            </p:nvGrpSpPr>
            <p:grpSpPr>
              <a:xfrm>
                <a:off x="1675162" y="1922712"/>
                <a:ext cx="161527" cy="388751"/>
                <a:chOff x="1675162" y="1922712"/>
                <a:chExt cx="161527" cy="388751"/>
              </a:xfrm>
            </p:grpSpPr>
            <p:sp>
              <p:nvSpPr>
                <p:cNvPr id="866" name="Google Shape;866;p12"/>
                <p:cNvSpPr/>
                <p:nvPr/>
              </p:nvSpPr>
              <p:spPr>
                <a:xfrm rot="10800000" flipH="1">
                  <a:off x="1675162" y="2081534"/>
                  <a:ext cx="156377" cy="229929"/>
                </a:xfrm>
                <a:prstGeom prst="triangle">
                  <a:avLst>
                    <a:gd name="adj" fmla="val 50000"/>
                  </a:avLst>
                </a:prstGeom>
                <a:gradFill>
                  <a:gsLst>
                    <a:gs pos="0">
                      <a:schemeClr val="dk1"/>
                    </a:gs>
                    <a:gs pos="50000">
                      <a:srgbClr val="DCDCDC"/>
                    </a:gs>
                    <a:gs pos="100000">
                      <a:srgbClr val="EDEDED"/>
                    </a:gs>
                  </a:gsLst>
                  <a:lin ang="18900000" scaled="0"/>
                </a:gra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67" name="Google Shape;867;p12"/>
                <p:cNvGrpSpPr/>
                <p:nvPr/>
              </p:nvGrpSpPr>
              <p:grpSpPr>
                <a:xfrm>
                  <a:off x="1675950" y="1922712"/>
                  <a:ext cx="160739" cy="161778"/>
                  <a:chOff x="1680690" y="1922712"/>
                  <a:chExt cx="160739" cy="161778"/>
                </a:xfrm>
              </p:grpSpPr>
              <p:sp>
                <p:nvSpPr>
                  <p:cNvPr id="868" name="Google Shape;868;p12"/>
                  <p:cNvSpPr/>
                  <p:nvPr/>
                </p:nvSpPr>
                <p:spPr>
                  <a:xfrm>
                    <a:off x="1680690" y="1924723"/>
                    <a:ext cx="154800" cy="154800"/>
                  </a:xfrm>
                  <a:prstGeom prst="rect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69" name="Google Shape;869;p12"/>
                  <p:cNvCxnSpPr/>
                  <p:nvPr/>
                </p:nvCxnSpPr>
                <p:spPr>
                  <a:xfrm>
                    <a:off x="1685841" y="1929690"/>
                    <a:ext cx="154800" cy="154800"/>
                  </a:xfrm>
                  <a:prstGeom prst="straightConnector1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70" name="Google Shape;870;p12"/>
                  <p:cNvCxnSpPr/>
                  <p:nvPr/>
                </p:nvCxnSpPr>
                <p:spPr>
                  <a:xfrm flipH="1">
                    <a:off x="1686629" y="1922712"/>
                    <a:ext cx="154800" cy="154800"/>
                  </a:xfrm>
                  <a:prstGeom prst="straightConnector1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</p:grpSp>
          <p:grpSp>
            <p:nvGrpSpPr>
              <p:cNvPr id="871" name="Google Shape;871;p12"/>
              <p:cNvGrpSpPr/>
              <p:nvPr/>
            </p:nvGrpSpPr>
            <p:grpSpPr>
              <a:xfrm rot="10800000" flipH="1">
                <a:off x="1674598" y="2471195"/>
                <a:ext cx="156377" cy="386740"/>
                <a:chOff x="1675162" y="1924723"/>
                <a:chExt cx="156377" cy="386740"/>
              </a:xfrm>
            </p:grpSpPr>
            <p:sp>
              <p:nvSpPr>
                <p:cNvPr id="872" name="Google Shape;872;p12"/>
                <p:cNvSpPr/>
                <p:nvPr/>
              </p:nvSpPr>
              <p:spPr>
                <a:xfrm rot="10800000" flipH="1">
                  <a:off x="1675162" y="2081534"/>
                  <a:ext cx="156377" cy="229929"/>
                </a:xfrm>
                <a:prstGeom prst="triangle">
                  <a:avLst>
                    <a:gd name="adj" fmla="val 50000"/>
                  </a:avLst>
                </a:prstGeom>
                <a:gradFill>
                  <a:gsLst>
                    <a:gs pos="0">
                      <a:schemeClr val="dk1"/>
                    </a:gs>
                    <a:gs pos="50000">
                      <a:srgbClr val="DCDCDC"/>
                    </a:gs>
                    <a:gs pos="100000">
                      <a:srgbClr val="EDEDED"/>
                    </a:gs>
                  </a:gsLst>
                  <a:lin ang="18900000" scaled="0"/>
                </a:gra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73" name="Google Shape;873;p12"/>
                <p:cNvGrpSpPr/>
                <p:nvPr/>
              </p:nvGrpSpPr>
              <p:grpSpPr>
                <a:xfrm>
                  <a:off x="1675950" y="1924723"/>
                  <a:ext cx="154800" cy="154800"/>
                  <a:chOff x="1680690" y="1924723"/>
                  <a:chExt cx="154800" cy="154800"/>
                </a:xfrm>
              </p:grpSpPr>
              <p:sp>
                <p:nvSpPr>
                  <p:cNvPr id="874" name="Google Shape;874;p12"/>
                  <p:cNvSpPr/>
                  <p:nvPr/>
                </p:nvSpPr>
                <p:spPr>
                  <a:xfrm>
                    <a:off x="1680690" y="1924723"/>
                    <a:ext cx="154800" cy="154800"/>
                  </a:xfrm>
                  <a:prstGeom prst="rect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75" name="Google Shape;875;p12"/>
                  <p:cNvCxnSpPr/>
                  <p:nvPr/>
                </p:nvCxnSpPr>
                <p:spPr>
                  <a:xfrm>
                    <a:off x="1680690" y="1924723"/>
                    <a:ext cx="154800" cy="154800"/>
                  </a:xfrm>
                  <a:prstGeom prst="straightConnector1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876" name="Google Shape;876;p12"/>
                  <p:cNvCxnSpPr/>
                  <p:nvPr/>
                </p:nvCxnSpPr>
                <p:spPr>
                  <a:xfrm flipH="1">
                    <a:off x="1680690" y="1924723"/>
                    <a:ext cx="154800" cy="154800"/>
                  </a:xfrm>
                  <a:prstGeom prst="straightConnector1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</p:grp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3"/>
          <p:cNvSpPr/>
          <p:nvPr/>
        </p:nvSpPr>
        <p:spPr>
          <a:xfrm>
            <a:off x="4535424" y="1938528"/>
            <a:ext cx="850392" cy="1463040"/>
          </a:xfrm>
          <a:prstGeom prst="leftBrace">
            <a:avLst>
              <a:gd name="adj1" fmla="val 43011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3"/>
          <p:cNvSpPr/>
          <p:nvPr/>
        </p:nvSpPr>
        <p:spPr>
          <a:xfrm>
            <a:off x="1316736" y="1243584"/>
            <a:ext cx="1051560" cy="1755648"/>
          </a:xfrm>
          <a:prstGeom prst="leftBrace">
            <a:avLst>
              <a:gd name="adj1" fmla="val 41739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7" name="Google Shape;887;p14"/>
          <p:cNvGrpSpPr/>
          <p:nvPr/>
        </p:nvGrpSpPr>
        <p:grpSpPr>
          <a:xfrm>
            <a:off x="0" y="822960"/>
            <a:ext cx="9144000" cy="4320000"/>
            <a:chOff x="0" y="822960"/>
            <a:chExt cx="9144000" cy="4320000"/>
          </a:xfrm>
        </p:grpSpPr>
        <p:pic>
          <p:nvPicPr>
            <p:cNvPr id="888" name="Google Shape;888;p14"/>
            <p:cNvPicPr preferRelativeResize="0"/>
            <p:nvPr/>
          </p:nvPicPr>
          <p:blipFill rotWithShape="1">
            <a:blip r:embed="rId3">
              <a:alphaModFix/>
            </a:blip>
            <a:srcRect l="14100" r="57700"/>
            <a:stretch/>
          </p:blipFill>
          <p:spPr>
            <a:xfrm>
              <a:off x="4641369" y="822960"/>
              <a:ext cx="2193618" cy="432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9" name="Google Shape;889;p14"/>
            <p:cNvPicPr preferRelativeResize="0"/>
            <p:nvPr/>
          </p:nvPicPr>
          <p:blipFill rotWithShape="1">
            <a:blip r:embed="rId3">
              <a:alphaModFix/>
            </a:blip>
            <a:srcRect l="58234" r="13765"/>
            <a:stretch/>
          </p:blipFill>
          <p:spPr>
            <a:xfrm>
              <a:off x="6965940" y="822960"/>
              <a:ext cx="2178060" cy="432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0" name="Google Shape;890;p14"/>
            <p:cNvPicPr preferRelativeResize="0"/>
            <p:nvPr/>
          </p:nvPicPr>
          <p:blipFill rotWithShape="1">
            <a:blip r:embed="rId4">
              <a:alphaModFix/>
            </a:blip>
            <a:srcRect l="14200" r="57700"/>
            <a:stretch/>
          </p:blipFill>
          <p:spPr>
            <a:xfrm>
              <a:off x="0" y="822960"/>
              <a:ext cx="2185843" cy="432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1" name="Google Shape;891;p14"/>
            <p:cNvPicPr preferRelativeResize="0"/>
            <p:nvPr/>
          </p:nvPicPr>
          <p:blipFill rotWithShape="1">
            <a:blip r:embed="rId4">
              <a:alphaModFix/>
            </a:blip>
            <a:srcRect l="58133" r="13667"/>
            <a:stretch/>
          </p:blipFill>
          <p:spPr>
            <a:xfrm>
              <a:off x="2316797" y="822960"/>
              <a:ext cx="2193618" cy="4320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6" name="Google Shape;896;p15"/>
          <p:cNvGrpSpPr/>
          <p:nvPr/>
        </p:nvGrpSpPr>
        <p:grpSpPr>
          <a:xfrm>
            <a:off x="10" y="740664"/>
            <a:ext cx="9143990" cy="4392000"/>
            <a:chOff x="10" y="740664"/>
            <a:chExt cx="9143990" cy="4392000"/>
          </a:xfrm>
        </p:grpSpPr>
        <p:pic>
          <p:nvPicPr>
            <p:cNvPr id="897" name="Google Shape;897;p15"/>
            <p:cNvPicPr preferRelativeResize="0"/>
            <p:nvPr/>
          </p:nvPicPr>
          <p:blipFill rotWithShape="1">
            <a:blip r:embed="rId3">
              <a:alphaModFix/>
            </a:blip>
            <a:srcRect l="14199" r="57500"/>
            <a:stretch/>
          </p:blipFill>
          <p:spPr>
            <a:xfrm>
              <a:off x="10" y="740664"/>
              <a:ext cx="2238083" cy="439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8" name="Google Shape;898;p15"/>
            <p:cNvPicPr preferRelativeResize="0"/>
            <p:nvPr/>
          </p:nvPicPr>
          <p:blipFill rotWithShape="1">
            <a:blip r:embed="rId4">
              <a:alphaModFix/>
            </a:blip>
            <a:srcRect l="58200" r="13400"/>
            <a:stretch/>
          </p:blipFill>
          <p:spPr>
            <a:xfrm>
              <a:off x="6898012" y="740664"/>
              <a:ext cx="2245988" cy="439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9" name="Google Shape;899;p15"/>
            <p:cNvPicPr preferRelativeResize="0"/>
            <p:nvPr/>
          </p:nvPicPr>
          <p:blipFill rotWithShape="1">
            <a:blip r:embed="rId4">
              <a:alphaModFix/>
            </a:blip>
            <a:srcRect l="14232" r="57467"/>
            <a:stretch/>
          </p:blipFill>
          <p:spPr>
            <a:xfrm>
              <a:off x="4598678" y="740664"/>
              <a:ext cx="2238083" cy="439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0" name="Google Shape;900;p15"/>
            <p:cNvPicPr preferRelativeResize="0"/>
            <p:nvPr/>
          </p:nvPicPr>
          <p:blipFill rotWithShape="1">
            <a:blip r:embed="rId3">
              <a:alphaModFix/>
            </a:blip>
            <a:srcRect l="58232" r="13467"/>
            <a:stretch/>
          </p:blipFill>
          <p:spPr>
            <a:xfrm>
              <a:off x="2299344" y="740664"/>
              <a:ext cx="2238083" cy="4392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5" name="Google Shape;905;p16"/>
          <p:cNvGrpSpPr/>
          <p:nvPr/>
        </p:nvGrpSpPr>
        <p:grpSpPr>
          <a:xfrm>
            <a:off x="956886" y="333985"/>
            <a:ext cx="4290685" cy="4221037"/>
            <a:chOff x="956886" y="333985"/>
            <a:chExt cx="4290685" cy="4221037"/>
          </a:xfrm>
        </p:grpSpPr>
        <p:sp>
          <p:nvSpPr>
            <p:cNvPr id="906" name="Google Shape;906;p16"/>
            <p:cNvSpPr/>
            <p:nvPr/>
          </p:nvSpPr>
          <p:spPr>
            <a:xfrm>
              <a:off x="2982660" y="2336553"/>
              <a:ext cx="1080000" cy="1062222"/>
            </a:xfrm>
            <a:prstGeom prst="ellipse">
              <a:avLst/>
            </a:prstGeom>
            <a:solidFill>
              <a:srgbClr val="7F7F7F"/>
            </a:solidFill>
            <a:ln w="635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3247017" y="2596558"/>
              <a:ext cx="551287" cy="542212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08" name="Google Shape;908;p16"/>
            <p:cNvCxnSpPr/>
            <p:nvPr/>
          </p:nvCxnSpPr>
          <p:spPr>
            <a:xfrm rot="10800000">
              <a:off x="3522660" y="464743"/>
              <a:ext cx="0" cy="720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lg" len="lg"/>
            </a:ln>
          </p:spPr>
        </p:cxnSp>
        <p:cxnSp>
          <p:nvCxnSpPr>
            <p:cNvPr id="909" name="Google Shape;909;p16"/>
            <p:cNvCxnSpPr/>
            <p:nvPr/>
          </p:nvCxnSpPr>
          <p:spPr>
            <a:xfrm rot="10800000">
              <a:off x="1091572" y="2867664"/>
              <a:ext cx="720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lg" len="lg"/>
            </a:ln>
          </p:spPr>
        </p:cxnSp>
        <p:sp>
          <p:nvSpPr>
            <p:cNvPr id="910" name="Google Shape;910;p16"/>
            <p:cNvSpPr txBox="1"/>
            <p:nvPr/>
          </p:nvSpPr>
          <p:spPr>
            <a:xfrm>
              <a:off x="956886" y="2340674"/>
              <a:ext cx="41870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pt-BR" sz="2400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/>
            </a:p>
          </p:txBody>
        </p:sp>
        <p:sp>
          <p:nvSpPr>
            <p:cNvPr id="911" name="Google Shape;911;p16"/>
            <p:cNvSpPr txBox="1"/>
            <p:nvPr/>
          </p:nvSpPr>
          <p:spPr>
            <a:xfrm>
              <a:off x="3154046" y="333985"/>
              <a:ext cx="4010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r>
                <a:rPr lang="pt-BR" sz="2400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/>
            </a:p>
          </p:txBody>
        </p:sp>
        <p:sp>
          <p:nvSpPr>
            <p:cNvPr id="912" name="Google Shape;912;p16"/>
            <p:cNvSpPr txBox="1"/>
            <p:nvPr/>
          </p:nvSpPr>
          <p:spPr>
            <a:xfrm>
              <a:off x="3186034" y="2666465"/>
              <a:ext cx="6690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Shaft</a:t>
              </a:r>
              <a:endParaRPr/>
            </a:p>
          </p:txBody>
        </p:sp>
        <p:sp>
          <p:nvSpPr>
            <p:cNvPr id="913" name="Google Shape;913;p16"/>
            <p:cNvSpPr txBox="1"/>
            <p:nvPr/>
          </p:nvSpPr>
          <p:spPr>
            <a:xfrm>
              <a:off x="2999165" y="3898180"/>
              <a:ext cx="9156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Bearing</a:t>
              </a:r>
              <a:endParaRPr/>
            </a:p>
          </p:txBody>
        </p:sp>
        <p:cxnSp>
          <p:nvCxnSpPr>
            <p:cNvPr id="914" name="Google Shape;914;p16"/>
            <p:cNvCxnSpPr/>
            <p:nvPr/>
          </p:nvCxnSpPr>
          <p:spPr>
            <a:xfrm>
              <a:off x="1968512" y="2707190"/>
              <a:ext cx="0" cy="342000"/>
            </a:xfrm>
            <a:prstGeom prst="straightConnector1">
              <a:avLst/>
            </a:prstGeom>
            <a:noFill/>
            <a:ln w="69850" cap="flat" cmpd="dbl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15" name="Google Shape;915;p16"/>
            <p:cNvCxnSpPr/>
            <p:nvPr/>
          </p:nvCxnSpPr>
          <p:spPr>
            <a:xfrm>
              <a:off x="2790228" y="2696620"/>
              <a:ext cx="0" cy="360000"/>
            </a:xfrm>
            <a:prstGeom prst="straightConnector1">
              <a:avLst/>
            </a:prstGeom>
            <a:noFill/>
            <a:ln w="69850" cap="flat" cmpd="dbl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16" name="Google Shape;916;p16"/>
            <p:cNvCxnSpPr/>
            <p:nvPr/>
          </p:nvCxnSpPr>
          <p:spPr>
            <a:xfrm>
              <a:off x="1812072" y="2873469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17" name="Google Shape;917;p16"/>
            <p:cNvCxnSpPr/>
            <p:nvPr/>
          </p:nvCxnSpPr>
          <p:spPr>
            <a:xfrm>
              <a:off x="2809276" y="2873469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18" name="Google Shape;918;p16"/>
            <p:cNvCxnSpPr/>
            <p:nvPr/>
          </p:nvCxnSpPr>
          <p:spPr>
            <a:xfrm>
              <a:off x="1948614" y="2707190"/>
              <a:ext cx="396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19" name="Google Shape;919;p16"/>
            <p:cNvCxnSpPr/>
            <p:nvPr/>
          </p:nvCxnSpPr>
          <p:spPr>
            <a:xfrm>
              <a:off x="1948615" y="3050067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20" name="Google Shape;920;p16"/>
            <p:cNvCxnSpPr/>
            <p:nvPr/>
          </p:nvCxnSpPr>
          <p:spPr>
            <a:xfrm>
              <a:off x="2425894" y="2707190"/>
              <a:ext cx="39528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21" name="Google Shape;921;p16"/>
            <p:cNvCxnSpPr/>
            <p:nvPr/>
          </p:nvCxnSpPr>
          <p:spPr>
            <a:xfrm>
              <a:off x="2681464" y="3049858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22" name="Google Shape;922;p16"/>
            <p:cNvCxnSpPr/>
            <p:nvPr/>
          </p:nvCxnSpPr>
          <p:spPr>
            <a:xfrm>
              <a:off x="2352471" y="2671489"/>
              <a:ext cx="0" cy="7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23" name="Google Shape;923;p16"/>
            <p:cNvCxnSpPr/>
            <p:nvPr/>
          </p:nvCxnSpPr>
          <p:spPr>
            <a:xfrm>
              <a:off x="2425894" y="2628789"/>
              <a:ext cx="0" cy="162027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24" name="Google Shape;924;p16"/>
            <p:cNvCxnSpPr/>
            <p:nvPr/>
          </p:nvCxnSpPr>
          <p:spPr>
            <a:xfrm>
              <a:off x="2286177" y="2628789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25" name="Google Shape;925;p16"/>
            <p:cNvCxnSpPr/>
            <p:nvPr/>
          </p:nvCxnSpPr>
          <p:spPr>
            <a:xfrm>
              <a:off x="2286177" y="2790816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26" name="Google Shape;926;p16"/>
            <p:cNvCxnSpPr/>
            <p:nvPr/>
          </p:nvCxnSpPr>
          <p:spPr>
            <a:xfrm rot="10800000" flipH="1">
              <a:off x="2085214" y="2927478"/>
              <a:ext cx="49913" cy="127221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27" name="Google Shape;927;p16"/>
            <p:cNvCxnSpPr/>
            <p:nvPr/>
          </p:nvCxnSpPr>
          <p:spPr>
            <a:xfrm rot="10800000">
              <a:off x="2135127" y="2924029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28" name="Google Shape;928;p16"/>
            <p:cNvCxnSpPr/>
            <p:nvPr/>
          </p:nvCxnSpPr>
          <p:spPr>
            <a:xfrm rot="10800000" flipH="1">
              <a:off x="2232499" y="2926621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29" name="Google Shape;929;p16"/>
            <p:cNvCxnSpPr/>
            <p:nvPr/>
          </p:nvCxnSpPr>
          <p:spPr>
            <a:xfrm rot="10800000">
              <a:off x="2332059" y="2924029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30" name="Google Shape;930;p16"/>
            <p:cNvCxnSpPr/>
            <p:nvPr/>
          </p:nvCxnSpPr>
          <p:spPr>
            <a:xfrm rot="10800000" flipH="1">
              <a:off x="2429431" y="2926621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31" name="Google Shape;931;p16"/>
            <p:cNvCxnSpPr/>
            <p:nvPr/>
          </p:nvCxnSpPr>
          <p:spPr>
            <a:xfrm rot="10800000">
              <a:off x="2532952" y="2921630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32" name="Google Shape;932;p16"/>
            <p:cNvCxnSpPr/>
            <p:nvPr/>
          </p:nvCxnSpPr>
          <p:spPr>
            <a:xfrm rot="10800000" flipH="1">
              <a:off x="2631550" y="3046409"/>
              <a:ext cx="49913" cy="127221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33" name="Google Shape;933;p16"/>
            <p:cNvCxnSpPr/>
            <p:nvPr/>
          </p:nvCxnSpPr>
          <p:spPr>
            <a:xfrm>
              <a:off x="3510925" y="1155749"/>
              <a:ext cx="0" cy="342000"/>
            </a:xfrm>
            <a:prstGeom prst="straightConnector1">
              <a:avLst/>
            </a:prstGeom>
            <a:noFill/>
            <a:ln w="69850" cap="flat" cmpd="dbl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34" name="Google Shape;934;p16"/>
            <p:cNvCxnSpPr/>
            <p:nvPr/>
          </p:nvCxnSpPr>
          <p:spPr>
            <a:xfrm>
              <a:off x="3512495" y="1968465"/>
              <a:ext cx="0" cy="360000"/>
            </a:xfrm>
            <a:prstGeom prst="straightConnector1">
              <a:avLst/>
            </a:prstGeom>
            <a:noFill/>
            <a:ln w="69850" cap="flat" cmpd="dbl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35" name="Google Shape;935;p16"/>
            <p:cNvCxnSpPr/>
            <p:nvPr/>
          </p:nvCxnSpPr>
          <p:spPr>
            <a:xfrm rot="5400000">
              <a:off x="3445787" y="1240167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36" name="Google Shape;936;p16"/>
            <p:cNvCxnSpPr/>
            <p:nvPr/>
          </p:nvCxnSpPr>
          <p:spPr>
            <a:xfrm rot="5400000">
              <a:off x="3445787" y="2237371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37" name="Google Shape;937;p16"/>
            <p:cNvCxnSpPr/>
            <p:nvPr/>
          </p:nvCxnSpPr>
          <p:spPr>
            <a:xfrm rot="5400000">
              <a:off x="3483925" y="1504851"/>
              <a:ext cx="396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38" name="Google Shape;938;p16"/>
            <p:cNvCxnSpPr/>
            <p:nvPr/>
          </p:nvCxnSpPr>
          <p:spPr>
            <a:xfrm rot="5400000">
              <a:off x="3269189" y="1376710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39" name="Google Shape;939;p16"/>
            <p:cNvCxnSpPr/>
            <p:nvPr/>
          </p:nvCxnSpPr>
          <p:spPr>
            <a:xfrm rot="5400000">
              <a:off x="3484281" y="1981774"/>
              <a:ext cx="39528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40" name="Google Shape;940;p16"/>
            <p:cNvCxnSpPr/>
            <p:nvPr/>
          </p:nvCxnSpPr>
          <p:spPr>
            <a:xfrm rot="5400000">
              <a:off x="3269398" y="2109559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41" name="Google Shape;941;p16"/>
            <p:cNvCxnSpPr/>
            <p:nvPr/>
          </p:nvCxnSpPr>
          <p:spPr>
            <a:xfrm>
              <a:off x="3681626" y="1674708"/>
              <a:ext cx="0" cy="7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42" name="Google Shape;942;p16"/>
            <p:cNvCxnSpPr/>
            <p:nvPr/>
          </p:nvCxnSpPr>
          <p:spPr>
            <a:xfrm>
              <a:off x="3679313" y="1703118"/>
              <a:ext cx="0" cy="162027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43" name="Google Shape;943;p16"/>
            <p:cNvCxnSpPr/>
            <p:nvPr/>
          </p:nvCxnSpPr>
          <p:spPr>
            <a:xfrm rot="5400000">
              <a:off x="3690468" y="1714273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44" name="Google Shape;944;p16"/>
            <p:cNvCxnSpPr/>
            <p:nvPr/>
          </p:nvCxnSpPr>
          <p:spPr>
            <a:xfrm rot="5400000">
              <a:off x="3528441" y="1714273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45" name="Google Shape;945;p16"/>
            <p:cNvCxnSpPr/>
            <p:nvPr/>
          </p:nvCxnSpPr>
          <p:spPr>
            <a:xfrm rot="-5400000" flipH="1">
              <a:off x="3373070" y="1404797"/>
              <a:ext cx="49913" cy="127221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46" name="Google Shape;946;p16"/>
            <p:cNvCxnSpPr/>
            <p:nvPr/>
          </p:nvCxnSpPr>
          <p:spPr>
            <a:xfrm rot="-5400000">
              <a:off x="3289173" y="1417278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47" name="Google Shape;947;p16"/>
            <p:cNvCxnSpPr/>
            <p:nvPr/>
          </p:nvCxnSpPr>
          <p:spPr>
            <a:xfrm rot="-5400000" flipH="1">
              <a:off x="3286581" y="1514649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48" name="Google Shape;948;p16"/>
            <p:cNvCxnSpPr/>
            <p:nvPr/>
          </p:nvCxnSpPr>
          <p:spPr>
            <a:xfrm rot="-5400000">
              <a:off x="3289173" y="1614209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49" name="Google Shape;949;p16"/>
            <p:cNvCxnSpPr/>
            <p:nvPr/>
          </p:nvCxnSpPr>
          <p:spPr>
            <a:xfrm rot="-5400000" flipH="1">
              <a:off x="3286581" y="1711581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50" name="Google Shape;950;p16"/>
            <p:cNvCxnSpPr/>
            <p:nvPr/>
          </p:nvCxnSpPr>
          <p:spPr>
            <a:xfrm rot="-5400000">
              <a:off x="3291572" y="1815102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51" name="Google Shape;951;p16"/>
            <p:cNvCxnSpPr/>
            <p:nvPr/>
          </p:nvCxnSpPr>
          <p:spPr>
            <a:xfrm rot="-5400000" flipH="1">
              <a:off x="3254139" y="1951133"/>
              <a:ext cx="49913" cy="127221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52" name="Google Shape;952;p16"/>
            <p:cNvCxnSpPr/>
            <p:nvPr/>
          </p:nvCxnSpPr>
          <p:spPr>
            <a:xfrm>
              <a:off x="2444912" y="1614860"/>
              <a:ext cx="0" cy="342000"/>
            </a:xfrm>
            <a:prstGeom prst="straightConnector1">
              <a:avLst/>
            </a:prstGeom>
            <a:noFill/>
            <a:ln w="69850" cap="flat" cmpd="dbl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53" name="Google Shape;953;p16"/>
            <p:cNvCxnSpPr/>
            <p:nvPr/>
          </p:nvCxnSpPr>
          <p:spPr>
            <a:xfrm>
              <a:off x="3027063" y="2185790"/>
              <a:ext cx="0" cy="360000"/>
            </a:xfrm>
            <a:prstGeom prst="straightConnector1">
              <a:avLst/>
            </a:prstGeom>
            <a:noFill/>
            <a:ln w="69850" cap="flat" cmpd="dbl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54" name="Google Shape;954;p16"/>
            <p:cNvCxnSpPr/>
            <p:nvPr/>
          </p:nvCxnSpPr>
          <p:spPr>
            <a:xfrm rot="2700000">
              <a:off x="2317169" y="1721299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55" name="Google Shape;955;p16"/>
            <p:cNvCxnSpPr/>
            <p:nvPr/>
          </p:nvCxnSpPr>
          <p:spPr>
            <a:xfrm rot="2700000">
              <a:off x="3022299" y="2426429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56" name="Google Shape;956;p16"/>
            <p:cNvCxnSpPr/>
            <p:nvPr/>
          </p:nvCxnSpPr>
          <p:spPr>
            <a:xfrm rot="2700000">
              <a:off x="2493764" y="1790882"/>
              <a:ext cx="396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57" name="Google Shape;957;p16"/>
            <p:cNvCxnSpPr/>
            <p:nvPr/>
          </p:nvCxnSpPr>
          <p:spPr>
            <a:xfrm rot="2700000">
              <a:off x="2288846" y="1942723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58" name="Google Shape;958;p16"/>
            <p:cNvCxnSpPr/>
            <p:nvPr/>
          </p:nvCxnSpPr>
          <p:spPr>
            <a:xfrm rot="2700000">
              <a:off x="2831357" y="2128117"/>
              <a:ext cx="39528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59" name="Google Shape;959;p16"/>
            <p:cNvCxnSpPr/>
            <p:nvPr/>
          </p:nvCxnSpPr>
          <p:spPr>
            <a:xfrm rot="2700000">
              <a:off x="2807196" y="2460778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60" name="Google Shape;960;p16"/>
            <p:cNvCxnSpPr/>
            <p:nvPr/>
          </p:nvCxnSpPr>
          <p:spPr>
            <a:xfrm>
              <a:off x="2837116" y="1900656"/>
              <a:ext cx="0" cy="7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61" name="Google Shape;961;p16"/>
            <p:cNvCxnSpPr/>
            <p:nvPr/>
          </p:nvCxnSpPr>
          <p:spPr>
            <a:xfrm>
              <a:off x="2887398" y="1909196"/>
              <a:ext cx="0" cy="162027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62" name="Google Shape;962;p16"/>
            <p:cNvCxnSpPr/>
            <p:nvPr/>
          </p:nvCxnSpPr>
          <p:spPr>
            <a:xfrm rot="2700000">
              <a:off x="2825427" y="1883527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63" name="Google Shape;963;p16"/>
            <p:cNvCxnSpPr/>
            <p:nvPr/>
          </p:nvCxnSpPr>
          <p:spPr>
            <a:xfrm rot="2700000">
              <a:off x="2710857" y="1998098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64" name="Google Shape;964;p16"/>
            <p:cNvCxnSpPr/>
            <p:nvPr/>
          </p:nvCxnSpPr>
          <p:spPr>
            <a:xfrm rot="-8100000" flipH="1">
              <a:off x="2440291" y="1902249"/>
              <a:ext cx="49913" cy="127221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65" name="Google Shape;965;p16"/>
            <p:cNvCxnSpPr/>
            <p:nvPr/>
          </p:nvCxnSpPr>
          <p:spPr>
            <a:xfrm rot="-8100000">
              <a:off x="2426599" y="1934477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66" name="Google Shape;966;p16"/>
            <p:cNvCxnSpPr/>
            <p:nvPr/>
          </p:nvCxnSpPr>
          <p:spPr>
            <a:xfrm rot="-8100000" flipH="1">
              <a:off x="2493618" y="2005162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67" name="Google Shape;967;p16"/>
            <p:cNvCxnSpPr/>
            <p:nvPr/>
          </p:nvCxnSpPr>
          <p:spPr>
            <a:xfrm rot="-8100000">
              <a:off x="2565850" y="2073729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68" name="Google Shape;968;p16"/>
            <p:cNvCxnSpPr/>
            <p:nvPr/>
          </p:nvCxnSpPr>
          <p:spPr>
            <a:xfrm rot="-8100000" flipH="1">
              <a:off x="2632870" y="2144414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69" name="Google Shape;969;p16"/>
            <p:cNvCxnSpPr/>
            <p:nvPr/>
          </p:nvCxnSpPr>
          <p:spPr>
            <a:xfrm rot="-8100000">
              <a:off x="2709599" y="2214085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70" name="Google Shape;970;p16"/>
            <p:cNvCxnSpPr/>
            <p:nvPr/>
          </p:nvCxnSpPr>
          <p:spPr>
            <a:xfrm rot="-8100000" flipH="1">
              <a:off x="2742512" y="2372663"/>
              <a:ext cx="49913" cy="127221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71" name="Google Shape;971;p16"/>
            <p:cNvCxnSpPr/>
            <p:nvPr/>
          </p:nvCxnSpPr>
          <p:spPr>
            <a:xfrm>
              <a:off x="2446835" y="3790930"/>
              <a:ext cx="0" cy="342000"/>
            </a:xfrm>
            <a:prstGeom prst="straightConnector1">
              <a:avLst/>
            </a:prstGeom>
            <a:noFill/>
            <a:ln w="69850" cap="flat" cmpd="dbl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72" name="Google Shape;972;p16"/>
            <p:cNvCxnSpPr/>
            <p:nvPr/>
          </p:nvCxnSpPr>
          <p:spPr>
            <a:xfrm>
              <a:off x="3026766" y="3199779"/>
              <a:ext cx="0" cy="360000"/>
            </a:xfrm>
            <a:prstGeom prst="straightConnector1">
              <a:avLst/>
            </a:prstGeom>
            <a:noFill/>
            <a:ln w="69850" cap="flat" cmpd="dbl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73" name="Google Shape;973;p16"/>
            <p:cNvCxnSpPr/>
            <p:nvPr/>
          </p:nvCxnSpPr>
          <p:spPr>
            <a:xfrm rot="-2700000">
              <a:off x="2312416" y="4019814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74" name="Google Shape;974;p16"/>
            <p:cNvCxnSpPr/>
            <p:nvPr/>
          </p:nvCxnSpPr>
          <p:spPr>
            <a:xfrm rot="-2700000">
              <a:off x="3017546" y="3314684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75" name="Google Shape;975;p16"/>
            <p:cNvCxnSpPr/>
            <p:nvPr/>
          </p:nvCxnSpPr>
          <p:spPr>
            <a:xfrm rot="-2700000">
              <a:off x="2253857" y="3715077"/>
              <a:ext cx="396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76" name="Google Shape;976;p16"/>
            <p:cNvCxnSpPr/>
            <p:nvPr/>
          </p:nvCxnSpPr>
          <p:spPr>
            <a:xfrm rot="-2700000">
              <a:off x="2533840" y="4048137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77" name="Google Shape;977;p16"/>
            <p:cNvCxnSpPr/>
            <p:nvPr/>
          </p:nvCxnSpPr>
          <p:spPr>
            <a:xfrm rot="-2700000">
              <a:off x="2591449" y="3377841"/>
              <a:ext cx="39528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78" name="Google Shape;978;p16"/>
            <p:cNvCxnSpPr/>
            <p:nvPr/>
          </p:nvCxnSpPr>
          <p:spPr>
            <a:xfrm rot="-2700000">
              <a:off x="3051895" y="3529787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79" name="Google Shape;979;p16"/>
            <p:cNvCxnSpPr/>
            <p:nvPr/>
          </p:nvCxnSpPr>
          <p:spPr>
            <a:xfrm>
              <a:off x="2597631" y="3533726"/>
              <a:ext cx="0" cy="7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80" name="Google Shape;980;p16"/>
            <p:cNvCxnSpPr/>
            <p:nvPr/>
          </p:nvCxnSpPr>
          <p:spPr>
            <a:xfrm>
              <a:off x="2651185" y="3438431"/>
              <a:ext cx="0" cy="162027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81" name="Google Shape;981;p16"/>
            <p:cNvCxnSpPr/>
            <p:nvPr/>
          </p:nvCxnSpPr>
          <p:spPr>
            <a:xfrm rot="-2700000">
              <a:off x="2474644" y="3511556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82" name="Google Shape;982;p16"/>
            <p:cNvCxnSpPr/>
            <p:nvPr/>
          </p:nvCxnSpPr>
          <p:spPr>
            <a:xfrm rot="-2700000">
              <a:off x="2589214" y="3626127"/>
              <a:ext cx="139717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83" name="Google Shape;983;p16"/>
            <p:cNvCxnSpPr/>
            <p:nvPr/>
          </p:nvCxnSpPr>
          <p:spPr>
            <a:xfrm rot="8100000" flipH="1">
              <a:off x="2601878" y="3877982"/>
              <a:ext cx="49913" cy="127221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84" name="Google Shape;984;p16"/>
            <p:cNvCxnSpPr/>
            <p:nvPr/>
          </p:nvCxnSpPr>
          <p:spPr>
            <a:xfrm rot="8100000">
              <a:off x="2671539" y="3804329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85" name="Google Shape;985;p16"/>
            <p:cNvCxnSpPr/>
            <p:nvPr/>
          </p:nvCxnSpPr>
          <p:spPr>
            <a:xfrm rot="8100000" flipH="1">
              <a:off x="2742224" y="3737310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86" name="Google Shape;986;p16"/>
            <p:cNvCxnSpPr/>
            <p:nvPr/>
          </p:nvCxnSpPr>
          <p:spPr>
            <a:xfrm rot="8100000">
              <a:off x="2810791" y="3665077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87" name="Google Shape;987;p16"/>
            <p:cNvCxnSpPr/>
            <p:nvPr/>
          </p:nvCxnSpPr>
          <p:spPr>
            <a:xfrm rot="8100000" flipH="1">
              <a:off x="2881476" y="3598058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88" name="Google Shape;988;p16"/>
            <p:cNvCxnSpPr/>
            <p:nvPr/>
          </p:nvCxnSpPr>
          <p:spPr>
            <a:xfrm rot="8100000">
              <a:off x="2951147" y="3521328"/>
              <a:ext cx="99827" cy="25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cxnSp>
          <p:nvCxnSpPr>
            <p:cNvPr id="989" name="Google Shape;989;p16"/>
            <p:cNvCxnSpPr/>
            <p:nvPr/>
          </p:nvCxnSpPr>
          <p:spPr>
            <a:xfrm rot="8100000" flipH="1">
              <a:off x="3072292" y="3575762"/>
              <a:ext cx="49913" cy="127221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cxnSp>
        <p:sp>
          <p:nvSpPr>
            <p:cNvPr id="990" name="Google Shape;990;p16"/>
            <p:cNvSpPr txBox="1"/>
            <p:nvPr/>
          </p:nvSpPr>
          <p:spPr>
            <a:xfrm>
              <a:off x="3042760" y="779768"/>
              <a:ext cx="463588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r>
                <a:rPr lang="pt-BR" sz="2000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zz</a:t>
              </a:r>
              <a:endParaRPr/>
            </a:p>
          </p:txBody>
        </p:sp>
        <p:sp>
          <p:nvSpPr>
            <p:cNvPr id="991" name="Google Shape;991;p16"/>
            <p:cNvSpPr txBox="1"/>
            <p:nvPr/>
          </p:nvSpPr>
          <p:spPr>
            <a:xfrm>
              <a:off x="1777698" y="1435974"/>
              <a:ext cx="4732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r>
                <a:rPr lang="pt-BR" sz="2000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xz</a:t>
              </a:r>
              <a:endParaRPr/>
            </a:p>
          </p:txBody>
        </p:sp>
        <p:sp>
          <p:nvSpPr>
            <p:cNvPr id="992" name="Google Shape;992;p16"/>
            <p:cNvSpPr txBox="1"/>
            <p:nvPr/>
          </p:nvSpPr>
          <p:spPr>
            <a:xfrm>
              <a:off x="2215050" y="4131354"/>
              <a:ext cx="4732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r>
                <a:rPr lang="pt-BR" sz="2000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zx</a:t>
              </a:r>
              <a:endParaRPr/>
            </a:p>
          </p:txBody>
        </p:sp>
        <p:sp>
          <p:nvSpPr>
            <p:cNvPr id="993" name="Google Shape;993;p16"/>
            <p:cNvSpPr txBox="1"/>
            <p:nvPr/>
          </p:nvSpPr>
          <p:spPr>
            <a:xfrm>
              <a:off x="1381622" y="2813368"/>
              <a:ext cx="482824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r>
                <a:rPr lang="pt-BR" sz="2000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xx</a:t>
              </a:r>
              <a:endParaRPr/>
            </a:p>
          </p:txBody>
        </p:sp>
        <p:sp>
          <p:nvSpPr>
            <p:cNvPr id="994" name="Google Shape;994;p16"/>
            <p:cNvSpPr txBox="1"/>
            <p:nvPr/>
          </p:nvSpPr>
          <p:spPr>
            <a:xfrm>
              <a:off x="3563505" y="781804"/>
              <a:ext cx="463588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pt-BR" sz="2000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zz</a:t>
              </a:r>
              <a:endParaRPr/>
            </a:p>
          </p:txBody>
        </p:sp>
        <p:sp>
          <p:nvSpPr>
            <p:cNvPr id="995" name="Google Shape;995;p16"/>
            <p:cNvSpPr txBox="1"/>
            <p:nvPr/>
          </p:nvSpPr>
          <p:spPr>
            <a:xfrm>
              <a:off x="2121931" y="1104828"/>
              <a:ext cx="4732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pt-BR" sz="2000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xz</a:t>
              </a:r>
              <a:endParaRPr/>
            </a:p>
          </p:txBody>
        </p:sp>
        <p:sp>
          <p:nvSpPr>
            <p:cNvPr id="996" name="Google Shape;996;p16"/>
            <p:cNvSpPr txBox="1"/>
            <p:nvPr/>
          </p:nvSpPr>
          <p:spPr>
            <a:xfrm>
              <a:off x="1827986" y="3831473"/>
              <a:ext cx="4732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pt-BR" sz="2000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zx</a:t>
              </a:r>
              <a:endParaRPr/>
            </a:p>
          </p:txBody>
        </p:sp>
        <p:sp>
          <p:nvSpPr>
            <p:cNvPr id="997" name="Google Shape;997;p16"/>
            <p:cNvSpPr txBox="1"/>
            <p:nvPr/>
          </p:nvSpPr>
          <p:spPr>
            <a:xfrm>
              <a:off x="1343923" y="2364666"/>
              <a:ext cx="482824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pt-BR" sz="2000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xx</a:t>
              </a:r>
              <a:endParaRPr/>
            </a:p>
          </p:txBody>
        </p:sp>
        <p:sp>
          <p:nvSpPr>
            <p:cNvPr id="998" name="Google Shape;998;p16"/>
            <p:cNvSpPr/>
            <p:nvPr/>
          </p:nvSpPr>
          <p:spPr>
            <a:xfrm>
              <a:off x="1806428" y="1184476"/>
              <a:ext cx="3423600" cy="3366000"/>
            </a:xfrm>
            <a:prstGeom prst="arc">
              <a:avLst>
                <a:gd name="adj1" fmla="val 6896956"/>
                <a:gd name="adj2" fmla="val 17580274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9" name="Google Shape;999;p16"/>
            <p:cNvSpPr/>
            <p:nvPr/>
          </p:nvSpPr>
          <p:spPr>
            <a:xfrm>
              <a:off x="1812989" y="1184476"/>
              <a:ext cx="3423600" cy="3366000"/>
            </a:xfrm>
            <a:prstGeom prst="arc">
              <a:avLst>
                <a:gd name="adj1" fmla="val 17389133"/>
                <a:gd name="adj2" fmla="val 18572601"/>
              </a:avLst>
            </a:prstGeom>
            <a:noFill/>
            <a:ln w="3175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0" name="Google Shape;1000;p16"/>
            <p:cNvSpPr/>
            <p:nvPr/>
          </p:nvSpPr>
          <p:spPr>
            <a:xfrm>
              <a:off x="1818574" y="1184476"/>
              <a:ext cx="3423600" cy="3366000"/>
            </a:xfrm>
            <a:prstGeom prst="arc">
              <a:avLst>
                <a:gd name="adj1" fmla="val 5915077"/>
                <a:gd name="adj2" fmla="val 6977777"/>
              </a:avLst>
            </a:prstGeom>
            <a:noFill/>
            <a:ln w="3175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1" name="Google Shape;1001;p16"/>
            <p:cNvSpPr/>
            <p:nvPr/>
          </p:nvSpPr>
          <p:spPr>
            <a:xfrm>
              <a:off x="1823971" y="1189022"/>
              <a:ext cx="3423600" cy="3366000"/>
            </a:xfrm>
            <a:prstGeom prst="arc">
              <a:avLst>
                <a:gd name="adj1" fmla="val 4932234"/>
                <a:gd name="adj2" fmla="val 5983127"/>
              </a:avLst>
            </a:prstGeom>
            <a:noFill/>
            <a:ln w="254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2" name="Google Shape;1002;p16"/>
            <p:cNvSpPr/>
            <p:nvPr/>
          </p:nvSpPr>
          <p:spPr>
            <a:xfrm>
              <a:off x="1812529" y="1185733"/>
              <a:ext cx="3423600" cy="3366000"/>
            </a:xfrm>
            <a:prstGeom prst="arc">
              <a:avLst>
                <a:gd name="adj1" fmla="val 18547373"/>
                <a:gd name="adj2" fmla="val 19452123"/>
              </a:avLst>
            </a:prstGeom>
            <a:noFill/>
            <a:ln w="254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7" name="Google Shape;1007;p17"/>
          <p:cNvPicPr preferRelativeResize="0"/>
          <p:nvPr/>
        </p:nvPicPr>
        <p:blipFill rotWithShape="1">
          <a:blip r:embed="rId3">
            <a:alphaModFix/>
          </a:blip>
          <a:srcRect l="8315" t="51469" r="51167" b="3906"/>
          <a:stretch/>
        </p:blipFill>
        <p:spPr>
          <a:xfrm>
            <a:off x="557424" y="270090"/>
            <a:ext cx="4939749" cy="30214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8" name="Google Shape;1008;p17"/>
          <p:cNvGraphicFramePr/>
          <p:nvPr/>
        </p:nvGraphicFramePr>
        <p:xfrm>
          <a:off x="2266652" y="1004781"/>
          <a:ext cx="3000000" cy="3000000"/>
        </p:xfrm>
        <a:graphic>
          <a:graphicData uri="http://schemas.openxmlformats.org/drawingml/2006/table">
            <a:tbl>
              <a:tblPr firstRow="1" firstCol="1">
                <a:noFill/>
                <a:tableStyleId>{EDF8EA8C-BF68-4FC3-9363-9B5E0039C9DF}</a:tableStyleId>
              </a:tblPr>
              <a:tblGrid>
                <a:gridCol w="73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4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Mode / direction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c) Numeric amp. [N/m]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d) Test rig amp. [N/m]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00">
                <a:tc rowSpan="4">
                  <a:txBody>
                    <a:bodyPr/>
                    <a:lstStyle/>
                    <a:p>
                      <a:pPr marL="0" marR="0" lvl="0" indent="180340" algn="ct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Free-free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Mode 1 X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7.024 x10</a:t>
                      </a:r>
                      <a:r>
                        <a:rPr lang="pt-BR" sz="1600" u="none" strike="noStrike" cap="none" baseline="30000"/>
                        <a:t>-4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9.033 x10</a:t>
                      </a:r>
                      <a:r>
                        <a:rPr lang="pt-BR" sz="1600" u="none" strike="noStrike" cap="none" baseline="30000"/>
                        <a:t>-4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6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Mode 1 Z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7.512 x10</a:t>
                      </a:r>
                      <a:r>
                        <a:rPr lang="pt-BR" sz="1600" u="none" strike="noStrike" cap="none" baseline="30000"/>
                        <a:t>-4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9.748 x10</a:t>
                      </a:r>
                      <a:r>
                        <a:rPr lang="pt-BR" sz="1600" u="none" strike="noStrike" cap="none" baseline="30000"/>
                        <a:t>-4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6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Mode 2 X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2.183 x10</a:t>
                      </a:r>
                      <a:r>
                        <a:rPr lang="pt-BR" sz="1600" u="none" strike="noStrike" cap="none" baseline="30000"/>
                        <a:t>-5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3.465 x10</a:t>
                      </a:r>
                      <a:r>
                        <a:rPr lang="pt-BR" sz="1600" u="none" strike="noStrike" cap="none" baseline="30000"/>
                        <a:t>-4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6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Mode 2 Z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1.623 x10</a:t>
                      </a:r>
                      <a:r>
                        <a:rPr lang="pt-BR" sz="1600" u="none" strike="noStrike" cap="none" baseline="30000"/>
                        <a:t>-5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3.648 x10</a:t>
                      </a:r>
                      <a:r>
                        <a:rPr lang="pt-BR" sz="1600" u="none" strike="noStrike" cap="none" baseline="30000"/>
                        <a:t>-4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600">
                <a:tc rowSpan="4">
                  <a:txBody>
                    <a:bodyPr/>
                    <a:lstStyle/>
                    <a:p>
                      <a:pPr marL="0" marR="0" lvl="0" indent="180340" algn="ct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Full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Mode 1 X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1.407 x10</a:t>
                      </a:r>
                      <a:r>
                        <a:rPr lang="pt-BR" sz="1600" u="none" strike="noStrike" cap="none" baseline="30000"/>
                        <a:t>-3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1.096 x10</a:t>
                      </a:r>
                      <a:r>
                        <a:rPr lang="pt-BR" sz="1600" u="none" strike="noStrike" cap="none" baseline="30000"/>
                        <a:t>-3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6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Mode 1 Z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1.727 x10</a:t>
                      </a:r>
                      <a:r>
                        <a:rPr lang="pt-BR" sz="1600" u="none" strike="noStrike" cap="none" baseline="30000"/>
                        <a:t>-3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1.365 x10</a:t>
                      </a:r>
                      <a:r>
                        <a:rPr lang="pt-BR" sz="1600" u="none" strike="noStrike" cap="none" baseline="30000"/>
                        <a:t>-3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6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Mode 2 X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1.721 x10</a:t>
                      </a:r>
                      <a:r>
                        <a:rPr lang="pt-BR" sz="1600" u="none" strike="noStrike" cap="none" baseline="30000"/>
                        <a:t>-4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2.992 x10</a:t>
                      </a:r>
                      <a:r>
                        <a:rPr lang="pt-BR" sz="1600" u="none" strike="noStrike" cap="none" baseline="30000"/>
                        <a:t>-4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6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Mode 2 Z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2.459 x10</a:t>
                      </a:r>
                      <a:r>
                        <a:rPr lang="pt-BR" sz="1600" u="none" strike="noStrike" cap="none" baseline="30000"/>
                        <a:t>-5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strike="noStrike" cap="none"/>
                        <a:t>2.674 x10</a:t>
                      </a:r>
                      <a:r>
                        <a:rPr lang="pt-BR" sz="1600" u="none" strike="noStrike" cap="none" baseline="30000"/>
                        <a:t>-5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009" name="Google Shape;1009;p17"/>
          <p:cNvGrpSpPr/>
          <p:nvPr/>
        </p:nvGrpSpPr>
        <p:grpSpPr>
          <a:xfrm>
            <a:off x="1271016" y="713232"/>
            <a:ext cx="5393901" cy="2520781"/>
            <a:chOff x="1828800" y="2185416"/>
            <a:chExt cx="5393901" cy="2520781"/>
          </a:xfrm>
        </p:grpSpPr>
        <p:sp>
          <p:nvSpPr>
            <p:cNvPr id="1010" name="Google Shape;1010;p17"/>
            <p:cNvSpPr/>
            <p:nvPr/>
          </p:nvSpPr>
          <p:spPr>
            <a:xfrm>
              <a:off x="1828800" y="2185416"/>
              <a:ext cx="219456" cy="548640"/>
            </a:xfrm>
            <a:prstGeom prst="ellipse">
              <a:avLst/>
            </a:prstGeom>
            <a:noFill/>
            <a:ln w="28575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17"/>
            <p:cNvSpPr/>
            <p:nvPr/>
          </p:nvSpPr>
          <p:spPr>
            <a:xfrm>
              <a:off x="2328672" y="2438400"/>
              <a:ext cx="219456" cy="548640"/>
            </a:xfrm>
            <a:prstGeom prst="ellipse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17"/>
            <p:cNvSpPr/>
            <p:nvPr/>
          </p:nvSpPr>
          <p:spPr>
            <a:xfrm>
              <a:off x="3748615" y="3990256"/>
              <a:ext cx="3474086" cy="222340"/>
            </a:xfrm>
            <a:prstGeom prst="rect">
              <a:avLst/>
            </a:prstGeom>
            <a:noFill/>
            <a:ln w="28575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17"/>
            <p:cNvSpPr/>
            <p:nvPr/>
          </p:nvSpPr>
          <p:spPr>
            <a:xfrm>
              <a:off x="3748615" y="4483857"/>
              <a:ext cx="3474086" cy="222340"/>
            </a:xfrm>
            <a:prstGeom prst="rect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17"/>
            <p:cNvSpPr/>
            <p:nvPr/>
          </p:nvSpPr>
          <p:spPr>
            <a:xfrm>
              <a:off x="1938528" y="2734056"/>
              <a:ext cx="1783080" cy="1380744"/>
            </a:xfrm>
            <a:custGeom>
              <a:avLst/>
              <a:gdLst/>
              <a:ahLst/>
              <a:cxnLst/>
              <a:rect l="l" t="t" r="r" b="b"/>
              <a:pathLst>
                <a:path w="1783080" h="1069848" extrusionOk="0">
                  <a:moveTo>
                    <a:pt x="0" y="0"/>
                  </a:moveTo>
                  <a:cubicBezTo>
                    <a:pt x="20574" y="221742"/>
                    <a:pt x="41148" y="443484"/>
                    <a:pt x="338328" y="621792"/>
                  </a:cubicBezTo>
                  <a:cubicBezTo>
                    <a:pt x="635508" y="800100"/>
                    <a:pt x="1209294" y="934974"/>
                    <a:pt x="1783080" y="1069848"/>
                  </a:cubicBezTo>
                </a:path>
              </a:pathLst>
            </a:custGeom>
            <a:noFill/>
            <a:ln w="28575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17"/>
            <p:cNvSpPr/>
            <p:nvPr/>
          </p:nvSpPr>
          <p:spPr>
            <a:xfrm>
              <a:off x="2438400" y="2987040"/>
              <a:ext cx="1283208" cy="1603248"/>
            </a:xfrm>
            <a:custGeom>
              <a:avLst/>
              <a:gdLst/>
              <a:ahLst/>
              <a:cxnLst/>
              <a:rect l="l" t="t" r="r" b="b"/>
              <a:pathLst>
                <a:path w="1783080" h="1069848" extrusionOk="0">
                  <a:moveTo>
                    <a:pt x="0" y="0"/>
                  </a:moveTo>
                  <a:cubicBezTo>
                    <a:pt x="20574" y="221742"/>
                    <a:pt x="41148" y="443484"/>
                    <a:pt x="338328" y="621792"/>
                  </a:cubicBezTo>
                  <a:cubicBezTo>
                    <a:pt x="635508" y="800100"/>
                    <a:pt x="1209294" y="934974"/>
                    <a:pt x="1783080" y="1069848"/>
                  </a:cubicBezTo>
                </a:path>
              </a:pathLst>
            </a:custGeom>
            <a:noFill/>
            <a:ln w="28575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0" name="Google Shape;1020;p18"/>
          <p:cNvGrpSpPr/>
          <p:nvPr/>
        </p:nvGrpSpPr>
        <p:grpSpPr>
          <a:xfrm>
            <a:off x="1581912" y="786383"/>
            <a:ext cx="5340096" cy="4700017"/>
            <a:chOff x="1581912" y="786383"/>
            <a:chExt cx="5340096" cy="4700017"/>
          </a:xfrm>
        </p:grpSpPr>
        <p:pic>
          <p:nvPicPr>
            <p:cNvPr id="1021" name="Google Shape;1021;p18"/>
            <p:cNvPicPr preferRelativeResize="0"/>
            <p:nvPr/>
          </p:nvPicPr>
          <p:blipFill rotWithShape="1">
            <a:blip r:embed="rId3">
              <a:alphaModFix/>
            </a:blip>
            <a:srcRect l="13799" t="3724" r="56700" b="3903"/>
            <a:stretch/>
          </p:blipFill>
          <p:spPr>
            <a:xfrm>
              <a:off x="1581912" y="795527"/>
              <a:ext cx="2697480" cy="46908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2" name="Google Shape;1022;p18"/>
            <p:cNvPicPr preferRelativeResize="0"/>
            <p:nvPr/>
          </p:nvPicPr>
          <p:blipFill rotWithShape="1">
            <a:blip r:embed="rId3">
              <a:alphaModFix/>
            </a:blip>
            <a:srcRect l="57933" t="3603" r="13167" b="4743"/>
            <a:stretch/>
          </p:blipFill>
          <p:spPr>
            <a:xfrm>
              <a:off x="4279392" y="786383"/>
              <a:ext cx="2642616" cy="46542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7" name="Google Shape;1027;p19"/>
          <p:cNvGraphicFramePr/>
          <p:nvPr/>
        </p:nvGraphicFramePr>
        <p:xfrm>
          <a:off x="1280160" y="549568"/>
          <a:ext cx="3000000" cy="3000000"/>
        </p:xfrm>
        <a:graphic>
          <a:graphicData uri="http://schemas.openxmlformats.org/drawingml/2006/table">
            <a:tbl>
              <a:tblPr firstRow="1" firstCol="1">
                <a:noFill/>
                <a:tableStyleId>{EDF8EA8C-BF68-4FC3-9363-9B5E0039C9DF}</a:tableStyleId>
              </a:tblPr>
              <a:tblGrid>
                <a:gridCol w="35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3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Disk / direction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Numeric [mm]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Test rig [mm]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5">
                <a:tc rowSpan="4">
                  <a:txBody>
                    <a:bodyPr/>
                    <a:lstStyle/>
                    <a:p>
                      <a:pPr marL="0" marR="0" lvl="0" indent="180340" algn="ct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@992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Disk 1 - Horizontal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4.002 x10</a:t>
                      </a:r>
                      <a:r>
                        <a:rPr lang="pt-BR" sz="1800" u="none" strike="noStrike" cap="none" baseline="30000"/>
                        <a:t>-5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4.103 x10</a:t>
                      </a:r>
                      <a:r>
                        <a:rPr lang="pt-BR" sz="1800" u="none" strike="noStrike" cap="none" baseline="30000"/>
                        <a:t>-5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Disk 1 - Vertical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6.563 x10</a:t>
                      </a:r>
                      <a:r>
                        <a:rPr lang="pt-BR" sz="1800" u="none" strike="noStrike" cap="none" baseline="30000"/>
                        <a:t>-5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5.274 x10</a:t>
                      </a:r>
                      <a:r>
                        <a:rPr lang="pt-BR" sz="1800" u="none" strike="noStrike" cap="none" baseline="30000"/>
                        <a:t>-5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Disk 2 - Horizontal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1.186 x10</a:t>
                      </a:r>
                      <a:r>
                        <a:rPr lang="pt-BR" sz="1800" u="none" strike="noStrike" cap="none" baseline="30000"/>
                        <a:t>-4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1.154 x10</a:t>
                      </a:r>
                      <a:r>
                        <a:rPr lang="pt-BR" sz="1800" u="none" strike="noStrike" cap="none" baseline="30000"/>
                        <a:t>-4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Disk 2 - Vertical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1.612 x10</a:t>
                      </a:r>
                      <a:r>
                        <a:rPr lang="pt-BR" sz="1800" u="none" strike="noStrike" cap="none" baseline="30000"/>
                        <a:t>-4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1.450 x10</a:t>
                      </a:r>
                      <a:r>
                        <a:rPr lang="pt-BR" sz="1800" u="none" strike="noStrike" cap="none" baseline="30000"/>
                        <a:t>-4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28" name="Google Shape;1028;p19"/>
          <p:cNvGraphicFramePr/>
          <p:nvPr/>
        </p:nvGraphicFramePr>
        <p:xfrm>
          <a:off x="1280160" y="3527464"/>
          <a:ext cx="3000000" cy="3000000"/>
        </p:xfrm>
        <a:graphic>
          <a:graphicData uri="http://schemas.openxmlformats.org/drawingml/2006/table">
            <a:tbl>
              <a:tblPr firstRow="1" firstCol="1">
                <a:noFill/>
                <a:tableStyleId>{EDF8EA8C-BF68-4FC3-9363-9B5E0039C9DF}</a:tableStyleId>
              </a:tblPr>
              <a:tblGrid>
                <a:gridCol w="35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3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Disk / direction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Numeric [mm]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Test rig [mm]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5">
                <a:tc rowSpan="4">
                  <a:txBody>
                    <a:bodyPr/>
                    <a:lstStyle/>
                    <a:p>
                      <a:pPr marL="0" marR="0" lvl="0" indent="180340" algn="ct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@1387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Disk 1 - Horizontal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4.821 x10</a:t>
                      </a:r>
                      <a:r>
                        <a:rPr lang="pt-BR" sz="1800" u="none" strike="noStrike" cap="none" baseline="30000"/>
                        <a:t>-5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4.837 x10</a:t>
                      </a:r>
                      <a:r>
                        <a:rPr lang="pt-BR" sz="1800" u="none" strike="noStrike" cap="none" baseline="30000"/>
                        <a:t>-5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Disk 1 - Vertical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6.392 x10</a:t>
                      </a:r>
                      <a:r>
                        <a:rPr lang="pt-BR" sz="1800" u="none" strike="noStrike" cap="none" baseline="30000"/>
                        <a:t>-5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6.749 x10</a:t>
                      </a:r>
                      <a:r>
                        <a:rPr lang="pt-BR" sz="1800" u="none" strike="noStrike" cap="none" baseline="30000"/>
                        <a:t>-5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Disk 2 - Horizontal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2.537 x10</a:t>
                      </a:r>
                      <a:r>
                        <a:rPr lang="pt-BR" sz="1800" u="none" strike="noStrike" cap="none" baseline="30000"/>
                        <a:t>-4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2.480 x10</a:t>
                      </a:r>
                      <a:r>
                        <a:rPr lang="pt-BR" sz="1800" u="none" strike="noStrike" cap="none" baseline="30000"/>
                        <a:t>-4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180340" algn="l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Disk 2 - Vertical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2.462 x10</a:t>
                      </a:r>
                      <a:r>
                        <a:rPr lang="pt-BR" sz="1800" u="none" strike="noStrike" cap="none" baseline="30000"/>
                        <a:t>-4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80340" algn="r" rtl="0">
                        <a:lnSpc>
                          <a:spcPct val="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3.386 x10</a:t>
                      </a:r>
                      <a:r>
                        <a:rPr lang="pt-BR" sz="1800" u="none" strike="noStrike" cap="none" baseline="30000"/>
                        <a:t>-4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b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oogle Shape;1033;p20"/>
          <p:cNvGrpSpPr/>
          <p:nvPr/>
        </p:nvGrpSpPr>
        <p:grpSpPr>
          <a:xfrm>
            <a:off x="182880" y="775062"/>
            <a:ext cx="8638907" cy="5512527"/>
            <a:chOff x="191588" y="226422"/>
            <a:chExt cx="8638907" cy="5512527"/>
          </a:xfrm>
        </p:grpSpPr>
        <p:sp>
          <p:nvSpPr>
            <p:cNvPr id="1034" name="Google Shape;1034;p20"/>
            <p:cNvSpPr/>
            <p:nvPr/>
          </p:nvSpPr>
          <p:spPr>
            <a:xfrm>
              <a:off x="191588" y="226422"/>
              <a:ext cx="8638907" cy="5512527"/>
            </a:xfrm>
            <a:prstGeom prst="rect">
              <a:avLst/>
            </a:prstGeom>
            <a:noFill/>
            <a:ln w="7620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35" name="Google Shape;1035;p20"/>
            <p:cNvGrpSpPr/>
            <p:nvPr/>
          </p:nvGrpSpPr>
          <p:grpSpPr>
            <a:xfrm>
              <a:off x="313505" y="338179"/>
              <a:ext cx="3587935" cy="2335352"/>
              <a:chOff x="783768" y="573310"/>
              <a:chExt cx="4371707" cy="2855690"/>
            </a:xfrm>
          </p:grpSpPr>
          <p:sp>
            <p:nvSpPr>
              <p:cNvPr id="1036" name="Google Shape;1036;p20"/>
              <p:cNvSpPr/>
              <p:nvPr/>
            </p:nvSpPr>
            <p:spPr>
              <a:xfrm>
                <a:off x="783768" y="573310"/>
                <a:ext cx="4371707" cy="2855690"/>
              </a:xfrm>
              <a:prstGeom prst="rect">
                <a:avLst/>
              </a:prstGeom>
              <a:noFill/>
              <a:ln w="5715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37" name="Google Shape;1037;p20"/>
              <p:cNvGrpSpPr/>
              <p:nvPr/>
            </p:nvGrpSpPr>
            <p:grpSpPr>
              <a:xfrm>
                <a:off x="870857" y="660398"/>
                <a:ext cx="1706880" cy="1070430"/>
                <a:chOff x="2917371" y="2386873"/>
                <a:chExt cx="2011682" cy="1280162"/>
              </a:xfrm>
            </p:grpSpPr>
            <p:sp>
              <p:nvSpPr>
                <p:cNvPr id="1038" name="Google Shape;1038;p20"/>
                <p:cNvSpPr/>
                <p:nvPr/>
              </p:nvSpPr>
              <p:spPr>
                <a:xfrm>
                  <a:off x="2917371" y="2386873"/>
                  <a:ext cx="2011682" cy="1280162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39" name="Google Shape;1039;p20"/>
                <p:cNvGrpSpPr/>
                <p:nvPr/>
              </p:nvGrpSpPr>
              <p:grpSpPr>
                <a:xfrm>
                  <a:off x="2944425" y="2404823"/>
                  <a:ext cx="1351269" cy="844543"/>
                  <a:chOff x="9636" y="533"/>
                  <a:chExt cx="1351269" cy="844543"/>
                </a:xfrm>
              </p:grpSpPr>
              <p:sp>
                <p:nvSpPr>
                  <p:cNvPr id="1040" name="Google Shape;1040;p20"/>
                  <p:cNvSpPr/>
                  <p:nvPr/>
                </p:nvSpPr>
                <p:spPr>
                  <a:xfrm>
                    <a:off x="9636" y="533"/>
                    <a:ext cx="422271" cy="253363"/>
                  </a:xfrm>
                  <a:prstGeom prst="rect">
                    <a:avLst/>
                  </a:prstGeom>
                  <a:solidFill>
                    <a:schemeClr val="dk2"/>
                  </a:solidFill>
                  <a:ln w="12700" cap="flat" cmpd="sng">
                    <a:solidFill>
                      <a:schemeClr val="lt2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1" name="Google Shape;1041;p20"/>
                  <p:cNvSpPr txBox="1"/>
                  <p:nvPr/>
                </p:nvSpPr>
                <p:spPr>
                  <a:xfrm>
                    <a:off x="9636" y="533"/>
                    <a:ext cx="422271" cy="2533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41900" tIns="41900" rIns="41900" bIns="419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100"/>
                      <a:buFont typeface="Calibri"/>
                      <a:buNone/>
                    </a:pPr>
                    <a:r>
                      <a:rPr lang="pt-BR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Kxx</a:t>
                    </a:r>
                    <a:endParaRPr/>
                  </a:p>
                </p:txBody>
              </p:sp>
              <p:sp>
                <p:nvSpPr>
                  <p:cNvPr id="1042" name="Google Shape;1042;p20"/>
                  <p:cNvSpPr/>
                  <p:nvPr/>
                </p:nvSpPr>
                <p:spPr>
                  <a:xfrm>
                    <a:off x="474135" y="533"/>
                    <a:ext cx="422271" cy="253363"/>
                  </a:xfrm>
                  <a:prstGeom prst="rect">
                    <a:avLst/>
                  </a:prstGeom>
                  <a:solidFill>
                    <a:schemeClr val="dk2"/>
                  </a:solidFill>
                  <a:ln w="12700" cap="flat" cmpd="sng">
                    <a:solidFill>
                      <a:schemeClr val="lt2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3" name="Google Shape;1043;p20"/>
                  <p:cNvSpPr txBox="1"/>
                  <p:nvPr/>
                </p:nvSpPr>
                <p:spPr>
                  <a:xfrm>
                    <a:off x="474135" y="533"/>
                    <a:ext cx="422271" cy="2533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41900" tIns="41900" rIns="41900" bIns="419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100"/>
                      <a:buFont typeface="Calibri"/>
                      <a:buNone/>
                    </a:pPr>
                    <a:r>
                      <a:rPr lang="pt-BR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Kxy</a:t>
                    </a:r>
                    <a:endParaRPr/>
                  </a:p>
                </p:txBody>
              </p:sp>
              <p:sp>
                <p:nvSpPr>
                  <p:cNvPr id="1044" name="Google Shape;1044;p20"/>
                  <p:cNvSpPr/>
                  <p:nvPr/>
                </p:nvSpPr>
                <p:spPr>
                  <a:xfrm>
                    <a:off x="938634" y="533"/>
                    <a:ext cx="422271" cy="253363"/>
                  </a:xfrm>
                  <a:prstGeom prst="rect">
                    <a:avLst/>
                  </a:prstGeom>
                  <a:solidFill>
                    <a:schemeClr val="dk2"/>
                  </a:solidFill>
                  <a:ln w="12700" cap="flat" cmpd="sng">
                    <a:solidFill>
                      <a:schemeClr val="lt2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5" name="Google Shape;1045;p20"/>
                  <p:cNvSpPr txBox="1"/>
                  <p:nvPr/>
                </p:nvSpPr>
                <p:spPr>
                  <a:xfrm>
                    <a:off x="938634" y="533"/>
                    <a:ext cx="422271" cy="2533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41900" tIns="41900" rIns="41900" bIns="419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100"/>
                      <a:buFont typeface="Calibri"/>
                      <a:buNone/>
                    </a:pPr>
                    <a:r>
                      <a:rPr lang="pt-BR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Kxz</a:t>
                    </a:r>
                    <a:endParaRPr/>
                  </a:p>
                </p:txBody>
              </p:sp>
              <p:sp>
                <p:nvSpPr>
                  <p:cNvPr id="1046" name="Google Shape;1046;p20"/>
                  <p:cNvSpPr/>
                  <p:nvPr/>
                </p:nvSpPr>
                <p:spPr>
                  <a:xfrm>
                    <a:off x="9636" y="296123"/>
                    <a:ext cx="422271" cy="253363"/>
                  </a:xfrm>
                  <a:prstGeom prst="rect">
                    <a:avLst/>
                  </a:prstGeom>
                  <a:solidFill>
                    <a:schemeClr val="dk2"/>
                  </a:solidFill>
                  <a:ln w="12700" cap="flat" cmpd="sng">
                    <a:solidFill>
                      <a:schemeClr val="lt2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7" name="Google Shape;1047;p20"/>
                  <p:cNvSpPr txBox="1"/>
                  <p:nvPr/>
                </p:nvSpPr>
                <p:spPr>
                  <a:xfrm>
                    <a:off x="9636" y="296123"/>
                    <a:ext cx="422271" cy="2533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41900" tIns="41900" rIns="41900" bIns="419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100"/>
                      <a:buFont typeface="Calibri"/>
                      <a:buNone/>
                    </a:pPr>
                    <a:r>
                      <a:rPr lang="pt-BR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Kyx</a:t>
                    </a:r>
                    <a:endParaRPr/>
                  </a:p>
                </p:txBody>
              </p:sp>
              <p:sp>
                <p:nvSpPr>
                  <p:cNvPr id="1048" name="Google Shape;1048;p20"/>
                  <p:cNvSpPr/>
                  <p:nvPr/>
                </p:nvSpPr>
                <p:spPr>
                  <a:xfrm>
                    <a:off x="474135" y="296123"/>
                    <a:ext cx="422271" cy="253363"/>
                  </a:xfrm>
                  <a:prstGeom prst="rect">
                    <a:avLst/>
                  </a:prstGeom>
                  <a:solidFill>
                    <a:schemeClr val="dk2"/>
                  </a:solidFill>
                  <a:ln w="12700" cap="flat" cmpd="sng">
                    <a:solidFill>
                      <a:schemeClr val="lt2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9" name="Google Shape;1049;p20"/>
                  <p:cNvSpPr txBox="1"/>
                  <p:nvPr/>
                </p:nvSpPr>
                <p:spPr>
                  <a:xfrm>
                    <a:off x="474135" y="296123"/>
                    <a:ext cx="422271" cy="2533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41900" tIns="41900" rIns="41900" bIns="419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100"/>
                      <a:buFont typeface="Calibri"/>
                      <a:buNone/>
                    </a:pPr>
                    <a:r>
                      <a:rPr lang="pt-BR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Kyy</a:t>
                    </a:r>
                    <a:endParaRPr/>
                  </a:p>
                </p:txBody>
              </p:sp>
              <p:sp>
                <p:nvSpPr>
                  <p:cNvPr id="1050" name="Google Shape;1050;p20"/>
                  <p:cNvSpPr/>
                  <p:nvPr/>
                </p:nvSpPr>
                <p:spPr>
                  <a:xfrm>
                    <a:off x="938634" y="296123"/>
                    <a:ext cx="422271" cy="253363"/>
                  </a:xfrm>
                  <a:prstGeom prst="rect">
                    <a:avLst/>
                  </a:prstGeom>
                  <a:solidFill>
                    <a:schemeClr val="dk2"/>
                  </a:solidFill>
                  <a:ln w="12700" cap="flat" cmpd="sng">
                    <a:solidFill>
                      <a:schemeClr val="lt2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1" name="Google Shape;1051;p20"/>
                  <p:cNvSpPr txBox="1"/>
                  <p:nvPr/>
                </p:nvSpPr>
                <p:spPr>
                  <a:xfrm>
                    <a:off x="938634" y="296123"/>
                    <a:ext cx="422271" cy="2533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41900" tIns="41900" rIns="41900" bIns="419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100"/>
                      <a:buFont typeface="Calibri"/>
                      <a:buNone/>
                    </a:pPr>
                    <a:r>
                      <a:rPr lang="pt-BR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Kyz</a:t>
                    </a:r>
                    <a:endParaRPr/>
                  </a:p>
                </p:txBody>
              </p:sp>
              <p:sp>
                <p:nvSpPr>
                  <p:cNvPr id="1052" name="Google Shape;1052;p20"/>
                  <p:cNvSpPr/>
                  <p:nvPr/>
                </p:nvSpPr>
                <p:spPr>
                  <a:xfrm>
                    <a:off x="9636" y="591713"/>
                    <a:ext cx="422271" cy="253363"/>
                  </a:xfrm>
                  <a:prstGeom prst="rect">
                    <a:avLst/>
                  </a:prstGeom>
                  <a:solidFill>
                    <a:schemeClr val="dk2"/>
                  </a:solidFill>
                  <a:ln w="12700" cap="flat" cmpd="sng">
                    <a:solidFill>
                      <a:schemeClr val="lt2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3" name="Google Shape;1053;p20"/>
                  <p:cNvSpPr txBox="1"/>
                  <p:nvPr/>
                </p:nvSpPr>
                <p:spPr>
                  <a:xfrm>
                    <a:off x="9636" y="591713"/>
                    <a:ext cx="422271" cy="2533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41900" tIns="41900" rIns="41900" bIns="419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100"/>
                      <a:buFont typeface="Calibri"/>
                      <a:buNone/>
                    </a:pPr>
                    <a:r>
                      <a:rPr lang="pt-BR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Kzx</a:t>
                    </a:r>
                    <a:endParaRPr/>
                  </a:p>
                </p:txBody>
              </p:sp>
              <p:sp>
                <p:nvSpPr>
                  <p:cNvPr id="1054" name="Google Shape;1054;p20"/>
                  <p:cNvSpPr/>
                  <p:nvPr/>
                </p:nvSpPr>
                <p:spPr>
                  <a:xfrm>
                    <a:off x="474135" y="591713"/>
                    <a:ext cx="422271" cy="253363"/>
                  </a:xfrm>
                  <a:prstGeom prst="rect">
                    <a:avLst/>
                  </a:prstGeom>
                  <a:solidFill>
                    <a:schemeClr val="dk2"/>
                  </a:solidFill>
                  <a:ln w="12700" cap="flat" cmpd="sng">
                    <a:solidFill>
                      <a:schemeClr val="lt2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5" name="Google Shape;1055;p20"/>
                  <p:cNvSpPr txBox="1"/>
                  <p:nvPr/>
                </p:nvSpPr>
                <p:spPr>
                  <a:xfrm>
                    <a:off x="474135" y="591713"/>
                    <a:ext cx="422271" cy="2533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41900" tIns="41900" rIns="41900" bIns="419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100"/>
                      <a:buFont typeface="Calibri"/>
                      <a:buNone/>
                    </a:pPr>
                    <a:r>
                      <a:rPr lang="pt-BR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Kzy</a:t>
                    </a:r>
                    <a:endParaRPr/>
                  </a:p>
                </p:txBody>
              </p:sp>
              <p:sp>
                <p:nvSpPr>
                  <p:cNvPr id="1056" name="Google Shape;1056;p20"/>
                  <p:cNvSpPr/>
                  <p:nvPr/>
                </p:nvSpPr>
                <p:spPr>
                  <a:xfrm>
                    <a:off x="938634" y="591713"/>
                    <a:ext cx="422271" cy="253363"/>
                  </a:xfrm>
                  <a:prstGeom prst="rect">
                    <a:avLst/>
                  </a:prstGeom>
                  <a:solidFill>
                    <a:schemeClr val="dk2"/>
                  </a:solidFill>
                  <a:ln w="12700" cap="flat" cmpd="sng">
                    <a:solidFill>
                      <a:schemeClr val="lt2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7" name="Google Shape;1057;p20"/>
                  <p:cNvSpPr txBox="1"/>
                  <p:nvPr/>
                </p:nvSpPr>
                <p:spPr>
                  <a:xfrm>
                    <a:off x="938634" y="591713"/>
                    <a:ext cx="422271" cy="2533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41900" tIns="41900" rIns="41900" bIns="419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100"/>
                      <a:buFont typeface="Calibri"/>
                      <a:buNone/>
                    </a:pPr>
                    <a:r>
                      <a:rPr lang="pt-BR"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Kzz</a:t>
                    </a:r>
                    <a:endParaRPr/>
                  </a:p>
                </p:txBody>
              </p:sp>
            </p:grpSp>
          </p:grpSp>
          <p:sp>
            <p:nvSpPr>
              <p:cNvPr id="1058" name="Google Shape;1058;p20"/>
              <p:cNvSpPr/>
              <p:nvPr/>
            </p:nvSpPr>
            <p:spPr>
              <a:xfrm>
                <a:off x="870857" y="2275838"/>
                <a:ext cx="1706880" cy="1070430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20"/>
              <p:cNvSpPr/>
              <p:nvPr/>
            </p:nvSpPr>
            <p:spPr>
              <a:xfrm>
                <a:off x="3367581" y="660398"/>
                <a:ext cx="1706880" cy="1070430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20"/>
              <p:cNvSpPr/>
              <p:nvPr/>
            </p:nvSpPr>
            <p:spPr>
              <a:xfrm>
                <a:off x="3367581" y="2275838"/>
                <a:ext cx="1706880" cy="1070430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20"/>
              <p:cNvSpPr txBox="1"/>
              <p:nvPr/>
            </p:nvSpPr>
            <p:spPr>
              <a:xfrm>
                <a:off x="2640235" y="1034143"/>
                <a:ext cx="597975" cy="4230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***</a:t>
                </a:r>
                <a:endParaRPr/>
              </a:p>
            </p:txBody>
          </p:sp>
          <p:sp>
            <p:nvSpPr>
              <p:cNvPr id="1062" name="Google Shape;1062;p20"/>
              <p:cNvSpPr txBox="1"/>
              <p:nvPr/>
            </p:nvSpPr>
            <p:spPr>
              <a:xfrm rot="5400000">
                <a:off x="1384779" y="1743683"/>
                <a:ext cx="601972" cy="420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***</a:t>
                </a:r>
                <a:endParaRPr/>
              </a:p>
            </p:txBody>
          </p:sp>
          <p:sp>
            <p:nvSpPr>
              <p:cNvPr id="1063" name="Google Shape;1063;p20"/>
              <p:cNvSpPr txBox="1"/>
              <p:nvPr/>
            </p:nvSpPr>
            <p:spPr>
              <a:xfrm rot="5400000">
                <a:off x="3856605" y="1753749"/>
                <a:ext cx="601972" cy="420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***</a:t>
                </a:r>
                <a:endParaRPr/>
              </a:p>
            </p:txBody>
          </p:sp>
          <p:sp>
            <p:nvSpPr>
              <p:cNvPr id="1064" name="Google Shape;1064;p20"/>
              <p:cNvSpPr txBox="1"/>
              <p:nvPr/>
            </p:nvSpPr>
            <p:spPr>
              <a:xfrm>
                <a:off x="2640234" y="2580220"/>
                <a:ext cx="597975" cy="4230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***</a:t>
                </a:r>
                <a:endParaRPr/>
              </a:p>
            </p:txBody>
          </p:sp>
          <p:sp>
            <p:nvSpPr>
              <p:cNvPr id="1065" name="Google Shape;1065;p20"/>
              <p:cNvSpPr txBox="1"/>
              <p:nvPr/>
            </p:nvSpPr>
            <p:spPr>
              <a:xfrm rot="2267245">
                <a:off x="2658011" y="1846515"/>
                <a:ext cx="597975" cy="4230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***</a:t>
                </a:r>
                <a:endParaRPr/>
              </a:p>
            </p:txBody>
          </p:sp>
        </p:grpSp>
        <p:sp>
          <p:nvSpPr>
            <p:cNvPr id="1066" name="Google Shape;1066;p20"/>
            <p:cNvSpPr/>
            <p:nvPr/>
          </p:nvSpPr>
          <p:spPr>
            <a:xfrm>
              <a:off x="313505" y="3293445"/>
              <a:ext cx="3587935" cy="2335352"/>
            </a:xfrm>
            <a:prstGeom prst="rect">
              <a:avLst/>
            </a:prstGeom>
            <a:noFill/>
            <a:ln w="57150" cap="flat" cmpd="sng">
              <a:solidFill>
                <a:srgbClr val="42719B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20"/>
            <p:cNvSpPr/>
            <p:nvPr/>
          </p:nvSpPr>
          <p:spPr>
            <a:xfrm>
              <a:off x="5124991" y="3293445"/>
              <a:ext cx="3587935" cy="2335352"/>
            </a:xfrm>
            <a:prstGeom prst="rect">
              <a:avLst/>
            </a:prstGeom>
            <a:noFill/>
            <a:ln w="57150" cap="flat" cmpd="sng">
              <a:solidFill>
                <a:srgbClr val="42719B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20"/>
            <p:cNvSpPr/>
            <p:nvPr/>
          </p:nvSpPr>
          <p:spPr>
            <a:xfrm>
              <a:off x="5124990" y="338179"/>
              <a:ext cx="3587935" cy="2335352"/>
            </a:xfrm>
            <a:prstGeom prst="rect">
              <a:avLst/>
            </a:prstGeom>
            <a:noFill/>
            <a:ln w="57150" cap="flat" cmpd="sng">
              <a:solidFill>
                <a:srgbClr val="42719B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20"/>
            <p:cNvSpPr txBox="1"/>
            <p:nvPr/>
          </p:nvSpPr>
          <p:spPr>
            <a:xfrm rot="5400000">
              <a:off x="1753700" y="2748156"/>
              <a:ext cx="646331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***</a:t>
              </a:r>
              <a:endParaRPr/>
            </a:p>
          </p:txBody>
        </p:sp>
        <p:sp>
          <p:nvSpPr>
            <p:cNvPr id="1070" name="Google Shape;1070;p20"/>
            <p:cNvSpPr txBox="1"/>
            <p:nvPr/>
          </p:nvSpPr>
          <p:spPr>
            <a:xfrm rot="5400000">
              <a:off x="6513138" y="2756714"/>
              <a:ext cx="646331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***</a:t>
              </a:r>
              <a:endParaRPr/>
            </a:p>
          </p:txBody>
        </p:sp>
        <p:sp>
          <p:nvSpPr>
            <p:cNvPr id="1071" name="Google Shape;1071;p20"/>
            <p:cNvSpPr txBox="1"/>
            <p:nvPr/>
          </p:nvSpPr>
          <p:spPr>
            <a:xfrm>
              <a:off x="4187875" y="1347651"/>
              <a:ext cx="646331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***</a:t>
              </a:r>
              <a:endParaRPr/>
            </a:p>
          </p:txBody>
        </p:sp>
        <p:sp>
          <p:nvSpPr>
            <p:cNvPr id="1072" name="Google Shape;1072;p20"/>
            <p:cNvSpPr txBox="1"/>
            <p:nvPr/>
          </p:nvSpPr>
          <p:spPr>
            <a:xfrm>
              <a:off x="4187874" y="4230288"/>
              <a:ext cx="646331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***</a:t>
              </a:r>
              <a:endParaRPr/>
            </a:p>
          </p:txBody>
        </p:sp>
        <p:sp>
          <p:nvSpPr>
            <p:cNvPr id="1073" name="Google Shape;1073;p20"/>
            <p:cNvSpPr txBox="1"/>
            <p:nvPr/>
          </p:nvSpPr>
          <p:spPr>
            <a:xfrm rot="1814966">
              <a:off x="4187874" y="2822275"/>
              <a:ext cx="646331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***</a:t>
              </a:r>
              <a:endParaRPr/>
            </a:p>
          </p:txBody>
        </p:sp>
      </p:grpSp>
      <p:sp>
        <p:nvSpPr>
          <p:cNvPr id="1074" name="Google Shape;1074;p20"/>
          <p:cNvSpPr txBox="1"/>
          <p:nvPr/>
        </p:nvSpPr>
        <p:spPr>
          <a:xfrm>
            <a:off x="0" y="0"/>
            <a:ext cx="35382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UF fundamental ideas and concepts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21"/>
          <p:cNvSpPr txBox="1"/>
          <p:nvPr/>
        </p:nvSpPr>
        <p:spPr>
          <a:xfrm>
            <a:off x="0" y="0"/>
            <a:ext cx="35382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UF fundamental ideas and concepts</a:t>
            </a:r>
            <a:endParaRPr/>
          </a:p>
        </p:txBody>
      </p:sp>
      <p:grpSp>
        <p:nvGrpSpPr>
          <p:cNvPr id="1080" name="Google Shape;1080;p21"/>
          <p:cNvGrpSpPr/>
          <p:nvPr/>
        </p:nvGrpSpPr>
        <p:grpSpPr>
          <a:xfrm>
            <a:off x="1797320" y="4649262"/>
            <a:ext cx="6103766" cy="1332603"/>
            <a:chOff x="1234456" y="2696457"/>
            <a:chExt cx="6103766" cy="1332603"/>
          </a:xfrm>
        </p:grpSpPr>
        <p:grpSp>
          <p:nvGrpSpPr>
            <p:cNvPr id="1081" name="Google Shape;1081;p21"/>
            <p:cNvGrpSpPr/>
            <p:nvPr/>
          </p:nvGrpSpPr>
          <p:grpSpPr>
            <a:xfrm>
              <a:off x="1239502" y="3302100"/>
              <a:ext cx="6098720" cy="126900"/>
              <a:chOff x="1115896" y="1951910"/>
              <a:chExt cx="6098720" cy="126900"/>
            </a:xfrm>
          </p:grpSpPr>
          <p:sp>
            <p:nvSpPr>
              <p:cNvPr id="1082" name="Google Shape;1082;p21"/>
              <p:cNvSpPr/>
              <p:nvPr/>
            </p:nvSpPr>
            <p:spPr>
              <a:xfrm>
                <a:off x="1115896" y="1951910"/>
                <a:ext cx="6098720" cy="126900"/>
              </a:xfrm>
              <a:prstGeom prst="rect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83" name="Google Shape;1083;p21"/>
              <p:cNvCxnSpPr/>
              <p:nvPr/>
            </p:nvCxnSpPr>
            <p:spPr>
              <a:xfrm>
                <a:off x="1272273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84" name="Google Shape;1084;p21"/>
              <p:cNvCxnSpPr/>
              <p:nvPr/>
            </p:nvCxnSpPr>
            <p:spPr>
              <a:xfrm>
                <a:off x="1428650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85" name="Google Shape;1085;p21"/>
              <p:cNvCxnSpPr/>
              <p:nvPr/>
            </p:nvCxnSpPr>
            <p:spPr>
              <a:xfrm>
                <a:off x="1585027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86" name="Google Shape;1086;p21"/>
              <p:cNvCxnSpPr/>
              <p:nvPr/>
            </p:nvCxnSpPr>
            <p:spPr>
              <a:xfrm>
                <a:off x="1897781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87" name="Google Shape;1087;p21"/>
              <p:cNvCxnSpPr/>
              <p:nvPr/>
            </p:nvCxnSpPr>
            <p:spPr>
              <a:xfrm>
                <a:off x="2210535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88" name="Google Shape;1088;p21"/>
              <p:cNvCxnSpPr/>
              <p:nvPr/>
            </p:nvCxnSpPr>
            <p:spPr>
              <a:xfrm>
                <a:off x="2523289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89" name="Google Shape;1089;p21"/>
              <p:cNvCxnSpPr/>
              <p:nvPr/>
            </p:nvCxnSpPr>
            <p:spPr>
              <a:xfrm>
                <a:off x="2992420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90" name="Google Shape;1090;p21"/>
              <p:cNvCxnSpPr/>
              <p:nvPr/>
            </p:nvCxnSpPr>
            <p:spPr>
              <a:xfrm>
                <a:off x="3461551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91" name="Google Shape;1091;p21"/>
              <p:cNvCxnSpPr/>
              <p:nvPr/>
            </p:nvCxnSpPr>
            <p:spPr>
              <a:xfrm>
                <a:off x="3930682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92" name="Google Shape;1092;p21"/>
              <p:cNvCxnSpPr/>
              <p:nvPr/>
            </p:nvCxnSpPr>
            <p:spPr>
              <a:xfrm>
                <a:off x="2679666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93" name="Google Shape;1093;p21"/>
              <p:cNvCxnSpPr/>
              <p:nvPr/>
            </p:nvCxnSpPr>
            <p:spPr>
              <a:xfrm>
                <a:off x="3148797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94" name="Google Shape;1094;p21"/>
              <p:cNvCxnSpPr/>
              <p:nvPr/>
            </p:nvCxnSpPr>
            <p:spPr>
              <a:xfrm>
                <a:off x="3617928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95" name="Google Shape;1095;p21"/>
              <p:cNvCxnSpPr/>
              <p:nvPr/>
            </p:nvCxnSpPr>
            <p:spPr>
              <a:xfrm>
                <a:off x="4087059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96" name="Google Shape;1096;p21"/>
              <p:cNvCxnSpPr/>
              <p:nvPr/>
            </p:nvCxnSpPr>
            <p:spPr>
              <a:xfrm>
                <a:off x="4399813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97" name="Google Shape;1097;p21"/>
              <p:cNvCxnSpPr/>
              <p:nvPr/>
            </p:nvCxnSpPr>
            <p:spPr>
              <a:xfrm>
                <a:off x="4712567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98" name="Google Shape;1098;p21"/>
              <p:cNvCxnSpPr/>
              <p:nvPr/>
            </p:nvCxnSpPr>
            <p:spPr>
              <a:xfrm>
                <a:off x="5025321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99" name="Google Shape;1099;p21"/>
              <p:cNvCxnSpPr/>
              <p:nvPr/>
            </p:nvCxnSpPr>
            <p:spPr>
              <a:xfrm>
                <a:off x="5494452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00" name="Google Shape;1100;p21"/>
              <p:cNvCxnSpPr/>
              <p:nvPr/>
            </p:nvCxnSpPr>
            <p:spPr>
              <a:xfrm>
                <a:off x="5807206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01" name="Google Shape;1101;p21"/>
              <p:cNvCxnSpPr/>
              <p:nvPr/>
            </p:nvCxnSpPr>
            <p:spPr>
              <a:xfrm>
                <a:off x="6119960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02" name="Google Shape;1102;p21"/>
              <p:cNvCxnSpPr/>
              <p:nvPr/>
            </p:nvCxnSpPr>
            <p:spPr>
              <a:xfrm>
                <a:off x="1741404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03" name="Google Shape;1103;p21"/>
              <p:cNvCxnSpPr/>
              <p:nvPr/>
            </p:nvCxnSpPr>
            <p:spPr>
              <a:xfrm>
                <a:off x="2054158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04" name="Google Shape;1104;p21"/>
              <p:cNvCxnSpPr/>
              <p:nvPr/>
            </p:nvCxnSpPr>
            <p:spPr>
              <a:xfrm>
                <a:off x="2366912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05" name="Google Shape;1105;p21"/>
              <p:cNvCxnSpPr/>
              <p:nvPr/>
            </p:nvCxnSpPr>
            <p:spPr>
              <a:xfrm>
                <a:off x="2836043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06" name="Google Shape;1106;p21"/>
              <p:cNvCxnSpPr/>
              <p:nvPr/>
            </p:nvCxnSpPr>
            <p:spPr>
              <a:xfrm>
                <a:off x="3305174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07" name="Google Shape;1107;p21"/>
              <p:cNvCxnSpPr/>
              <p:nvPr/>
            </p:nvCxnSpPr>
            <p:spPr>
              <a:xfrm>
                <a:off x="3774305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08" name="Google Shape;1108;p21"/>
              <p:cNvCxnSpPr/>
              <p:nvPr/>
            </p:nvCxnSpPr>
            <p:spPr>
              <a:xfrm>
                <a:off x="4243436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09" name="Google Shape;1109;p21"/>
              <p:cNvCxnSpPr/>
              <p:nvPr/>
            </p:nvCxnSpPr>
            <p:spPr>
              <a:xfrm>
                <a:off x="4556190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0" name="Google Shape;1110;p21"/>
              <p:cNvCxnSpPr/>
              <p:nvPr/>
            </p:nvCxnSpPr>
            <p:spPr>
              <a:xfrm>
                <a:off x="4868944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1" name="Google Shape;1111;p21"/>
              <p:cNvCxnSpPr/>
              <p:nvPr/>
            </p:nvCxnSpPr>
            <p:spPr>
              <a:xfrm>
                <a:off x="5181698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2" name="Google Shape;1112;p21"/>
              <p:cNvCxnSpPr/>
              <p:nvPr/>
            </p:nvCxnSpPr>
            <p:spPr>
              <a:xfrm>
                <a:off x="5338075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3" name="Google Shape;1113;p21"/>
              <p:cNvCxnSpPr/>
              <p:nvPr/>
            </p:nvCxnSpPr>
            <p:spPr>
              <a:xfrm>
                <a:off x="5650829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4" name="Google Shape;1114;p21"/>
              <p:cNvCxnSpPr/>
              <p:nvPr/>
            </p:nvCxnSpPr>
            <p:spPr>
              <a:xfrm>
                <a:off x="5963583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5" name="Google Shape;1115;p21"/>
              <p:cNvCxnSpPr/>
              <p:nvPr/>
            </p:nvCxnSpPr>
            <p:spPr>
              <a:xfrm>
                <a:off x="6276337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6" name="Google Shape;1116;p21"/>
              <p:cNvCxnSpPr/>
              <p:nvPr/>
            </p:nvCxnSpPr>
            <p:spPr>
              <a:xfrm>
                <a:off x="6432714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7" name="Google Shape;1117;p21"/>
              <p:cNvCxnSpPr/>
              <p:nvPr/>
            </p:nvCxnSpPr>
            <p:spPr>
              <a:xfrm>
                <a:off x="6589091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8" name="Google Shape;1118;p21"/>
              <p:cNvCxnSpPr/>
              <p:nvPr/>
            </p:nvCxnSpPr>
            <p:spPr>
              <a:xfrm>
                <a:off x="6745468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9" name="Google Shape;1119;p21"/>
              <p:cNvCxnSpPr/>
              <p:nvPr/>
            </p:nvCxnSpPr>
            <p:spPr>
              <a:xfrm>
                <a:off x="6901845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20" name="Google Shape;1120;p21"/>
              <p:cNvCxnSpPr/>
              <p:nvPr/>
            </p:nvCxnSpPr>
            <p:spPr>
              <a:xfrm>
                <a:off x="7058222" y="1952360"/>
                <a:ext cx="0" cy="126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cxnSp>
          <p:nvCxnSpPr>
            <p:cNvPr id="1121" name="Google Shape;1121;p21"/>
            <p:cNvCxnSpPr/>
            <p:nvPr/>
          </p:nvCxnSpPr>
          <p:spPr>
            <a:xfrm rot="10800000">
              <a:off x="1234456" y="2981637"/>
              <a:ext cx="0" cy="360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122" name="Google Shape;1122;p21"/>
            <p:cNvCxnSpPr/>
            <p:nvPr/>
          </p:nvCxnSpPr>
          <p:spPr>
            <a:xfrm rot="10800000">
              <a:off x="1234456" y="3363060"/>
              <a:ext cx="432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triangle" w="med" len="med"/>
              <a:tailEnd type="none" w="sm" len="sm"/>
            </a:ln>
          </p:spPr>
        </p:cxnSp>
        <p:sp>
          <p:nvSpPr>
            <p:cNvPr id="1123" name="Google Shape;1123;p21"/>
            <p:cNvSpPr txBox="1"/>
            <p:nvPr/>
          </p:nvSpPr>
          <p:spPr>
            <a:xfrm>
              <a:off x="1375145" y="3086258"/>
              <a:ext cx="316690" cy="27699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24" name="Google Shape;1124;p21"/>
            <p:cNvSpPr txBox="1"/>
            <p:nvPr/>
          </p:nvSpPr>
          <p:spPr>
            <a:xfrm>
              <a:off x="1237170" y="2865553"/>
              <a:ext cx="315086" cy="27699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125" name="Google Shape;1125;p21"/>
            <p:cNvSpPr/>
            <p:nvPr/>
          </p:nvSpPr>
          <p:spPr>
            <a:xfrm rot="10800000" flipH="1">
              <a:off x="3081421" y="2697060"/>
              <a:ext cx="72000" cy="133200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rgbClr val="D8D8D8"/>
                </a:gs>
                <a:gs pos="100000">
                  <a:schemeClr val="dk1"/>
                </a:gs>
              </a:gsLst>
              <a:lin ang="5400000" scaled="0"/>
            </a:gra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26" name="Google Shape;1126;p21"/>
            <p:cNvGrpSpPr/>
            <p:nvPr/>
          </p:nvGrpSpPr>
          <p:grpSpPr>
            <a:xfrm>
              <a:off x="1631056" y="2898739"/>
              <a:ext cx="156941" cy="933212"/>
              <a:chOff x="1674598" y="1924723"/>
              <a:chExt cx="156941" cy="933212"/>
            </a:xfrm>
          </p:grpSpPr>
          <p:grpSp>
            <p:nvGrpSpPr>
              <p:cNvPr id="1127" name="Google Shape;1127;p21"/>
              <p:cNvGrpSpPr/>
              <p:nvPr/>
            </p:nvGrpSpPr>
            <p:grpSpPr>
              <a:xfrm>
                <a:off x="1675162" y="1924723"/>
                <a:ext cx="156377" cy="386740"/>
                <a:chOff x="1675162" y="1924723"/>
                <a:chExt cx="156377" cy="386740"/>
              </a:xfrm>
            </p:grpSpPr>
            <p:sp>
              <p:nvSpPr>
                <p:cNvPr id="1128" name="Google Shape;1128;p21"/>
                <p:cNvSpPr/>
                <p:nvPr/>
              </p:nvSpPr>
              <p:spPr>
                <a:xfrm rot="10800000" flipH="1">
                  <a:off x="1675162" y="2081534"/>
                  <a:ext cx="156377" cy="229929"/>
                </a:xfrm>
                <a:prstGeom prst="triangle">
                  <a:avLst>
                    <a:gd name="adj" fmla="val 50000"/>
                  </a:avLst>
                </a:prstGeom>
                <a:gradFill>
                  <a:gsLst>
                    <a:gs pos="0">
                      <a:schemeClr val="dk1"/>
                    </a:gs>
                    <a:gs pos="50000">
                      <a:srgbClr val="DCDCDC"/>
                    </a:gs>
                    <a:gs pos="100000">
                      <a:srgbClr val="EDEDED"/>
                    </a:gs>
                  </a:gsLst>
                  <a:lin ang="18900000" scaled="0"/>
                </a:gra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29" name="Google Shape;1129;p21"/>
                <p:cNvGrpSpPr/>
                <p:nvPr/>
              </p:nvGrpSpPr>
              <p:grpSpPr>
                <a:xfrm>
                  <a:off x="1675950" y="1924723"/>
                  <a:ext cx="154800" cy="154800"/>
                  <a:chOff x="1680690" y="1924723"/>
                  <a:chExt cx="154800" cy="154800"/>
                </a:xfrm>
              </p:grpSpPr>
              <p:sp>
                <p:nvSpPr>
                  <p:cNvPr id="1130" name="Google Shape;1130;p21"/>
                  <p:cNvSpPr/>
                  <p:nvPr/>
                </p:nvSpPr>
                <p:spPr>
                  <a:xfrm>
                    <a:off x="1680690" y="1924723"/>
                    <a:ext cx="154800" cy="154800"/>
                  </a:xfrm>
                  <a:prstGeom prst="rect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1131" name="Google Shape;1131;p21"/>
                  <p:cNvCxnSpPr/>
                  <p:nvPr/>
                </p:nvCxnSpPr>
                <p:spPr>
                  <a:xfrm>
                    <a:off x="1680690" y="1924723"/>
                    <a:ext cx="154800" cy="154800"/>
                  </a:xfrm>
                  <a:prstGeom prst="straightConnector1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132" name="Google Shape;1132;p21"/>
                  <p:cNvCxnSpPr/>
                  <p:nvPr/>
                </p:nvCxnSpPr>
                <p:spPr>
                  <a:xfrm flipH="1">
                    <a:off x="1680690" y="1924723"/>
                    <a:ext cx="154800" cy="154800"/>
                  </a:xfrm>
                  <a:prstGeom prst="straightConnector1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</p:grpSp>
          <p:grpSp>
            <p:nvGrpSpPr>
              <p:cNvPr id="1133" name="Google Shape;1133;p21"/>
              <p:cNvGrpSpPr/>
              <p:nvPr/>
            </p:nvGrpSpPr>
            <p:grpSpPr>
              <a:xfrm rot="10800000" flipH="1">
                <a:off x="1674598" y="2471195"/>
                <a:ext cx="156377" cy="386740"/>
                <a:chOff x="1675162" y="1924723"/>
                <a:chExt cx="156377" cy="386740"/>
              </a:xfrm>
            </p:grpSpPr>
            <p:sp>
              <p:nvSpPr>
                <p:cNvPr id="1134" name="Google Shape;1134;p21"/>
                <p:cNvSpPr/>
                <p:nvPr/>
              </p:nvSpPr>
              <p:spPr>
                <a:xfrm rot="10800000" flipH="1">
                  <a:off x="1675162" y="2081534"/>
                  <a:ext cx="156377" cy="229929"/>
                </a:xfrm>
                <a:prstGeom prst="triangle">
                  <a:avLst>
                    <a:gd name="adj" fmla="val 50000"/>
                  </a:avLst>
                </a:prstGeom>
                <a:gradFill>
                  <a:gsLst>
                    <a:gs pos="0">
                      <a:schemeClr val="dk1"/>
                    </a:gs>
                    <a:gs pos="50000">
                      <a:srgbClr val="DCDCDC"/>
                    </a:gs>
                    <a:gs pos="100000">
                      <a:srgbClr val="EDEDED"/>
                    </a:gs>
                  </a:gsLst>
                  <a:lin ang="18900000" scaled="0"/>
                </a:gra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35" name="Google Shape;1135;p21"/>
                <p:cNvGrpSpPr/>
                <p:nvPr/>
              </p:nvGrpSpPr>
              <p:grpSpPr>
                <a:xfrm>
                  <a:off x="1675950" y="1924723"/>
                  <a:ext cx="154800" cy="154800"/>
                  <a:chOff x="1680690" y="1924723"/>
                  <a:chExt cx="154800" cy="154800"/>
                </a:xfrm>
              </p:grpSpPr>
              <p:sp>
                <p:nvSpPr>
                  <p:cNvPr id="1136" name="Google Shape;1136;p21"/>
                  <p:cNvSpPr/>
                  <p:nvPr/>
                </p:nvSpPr>
                <p:spPr>
                  <a:xfrm>
                    <a:off x="1680690" y="1924723"/>
                    <a:ext cx="154800" cy="154800"/>
                  </a:xfrm>
                  <a:prstGeom prst="rect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1137" name="Google Shape;1137;p21"/>
                  <p:cNvCxnSpPr/>
                  <p:nvPr/>
                </p:nvCxnSpPr>
                <p:spPr>
                  <a:xfrm>
                    <a:off x="1680690" y="1924723"/>
                    <a:ext cx="154800" cy="154800"/>
                  </a:xfrm>
                  <a:prstGeom prst="straightConnector1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138" name="Google Shape;1138;p21"/>
                  <p:cNvCxnSpPr/>
                  <p:nvPr/>
                </p:nvCxnSpPr>
                <p:spPr>
                  <a:xfrm flipH="1">
                    <a:off x="1680690" y="1924723"/>
                    <a:ext cx="154800" cy="154800"/>
                  </a:xfrm>
                  <a:prstGeom prst="straightConnector1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</p:grpSp>
        </p:grpSp>
        <p:grpSp>
          <p:nvGrpSpPr>
            <p:cNvPr id="1139" name="Google Shape;1139;p21"/>
            <p:cNvGrpSpPr/>
            <p:nvPr/>
          </p:nvGrpSpPr>
          <p:grpSpPr>
            <a:xfrm>
              <a:off x="6950771" y="2894962"/>
              <a:ext cx="156941" cy="933212"/>
              <a:chOff x="1674598" y="1924723"/>
              <a:chExt cx="156941" cy="933212"/>
            </a:xfrm>
          </p:grpSpPr>
          <p:grpSp>
            <p:nvGrpSpPr>
              <p:cNvPr id="1140" name="Google Shape;1140;p21"/>
              <p:cNvGrpSpPr/>
              <p:nvPr/>
            </p:nvGrpSpPr>
            <p:grpSpPr>
              <a:xfrm>
                <a:off x="1675162" y="1924723"/>
                <a:ext cx="156377" cy="386740"/>
                <a:chOff x="1675162" y="1924723"/>
                <a:chExt cx="156377" cy="386740"/>
              </a:xfrm>
            </p:grpSpPr>
            <p:sp>
              <p:nvSpPr>
                <p:cNvPr id="1141" name="Google Shape;1141;p21"/>
                <p:cNvSpPr/>
                <p:nvPr/>
              </p:nvSpPr>
              <p:spPr>
                <a:xfrm rot="10800000" flipH="1">
                  <a:off x="1675162" y="2081534"/>
                  <a:ext cx="156377" cy="229929"/>
                </a:xfrm>
                <a:prstGeom prst="triangle">
                  <a:avLst>
                    <a:gd name="adj" fmla="val 50000"/>
                  </a:avLst>
                </a:prstGeom>
                <a:gradFill>
                  <a:gsLst>
                    <a:gs pos="0">
                      <a:schemeClr val="dk1"/>
                    </a:gs>
                    <a:gs pos="50000">
                      <a:srgbClr val="DCDCDC"/>
                    </a:gs>
                    <a:gs pos="100000">
                      <a:srgbClr val="EDEDED"/>
                    </a:gs>
                  </a:gsLst>
                  <a:lin ang="18900000" scaled="0"/>
                </a:gra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42" name="Google Shape;1142;p21"/>
                <p:cNvGrpSpPr/>
                <p:nvPr/>
              </p:nvGrpSpPr>
              <p:grpSpPr>
                <a:xfrm>
                  <a:off x="1675950" y="1924723"/>
                  <a:ext cx="154800" cy="154800"/>
                  <a:chOff x="1680690" y="1924723"/>
                  <a:chExt cx="154800" cy="154800"/>
                </a:xfrm>
              </p:grpSpPr>
              <p:sp>
                <p:nvSpPr>
                  <p:cNvPr id="1143" name="Google Shape;1143;p21"/>
                  <p:cNvSpPr/>
                  <p:nvPr/>
                </p:nvSpPr>
                <p:spPr>
                  <a:xfrm>
                    <a:off x="1680690" y="1924723"/>
                    <a:ext cx="154800" cy="154800"/>
                  </a:xfrm>
                  <a:prstGeom prst="rect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1144" name="Google Shape;1144;p21"/>
                  <p:cNvCxnSpPr/>
                  <p:nvPr/>
                </p:nvCxnSpPr>
                <p:spPr>
                  <a:xfrm>
                    <a:off x="1680690" y="1924723"/>
                    <a:ext cx="154800" cy="154800"/>
                  </a:xfrm>
                  <a:prstGeom prst="straightConnector1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145" name="Google Shape;1145;p21"/>
                  <p:cNvCxnSpPr/>
                  <p:nvPr/>
                </p:nvCxnSpPr>
                <p:spPr>
                  <a:xfrm flipH="1">
                    <a:off x="1680690" y="1924723"/>
                    <a:ext cx="154800" cy="154800"/>
                  </a:xfrm>
                  <a:prstGeom prst="straightConnector1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</p:grpSp>
          <p:grpSp>
            <p:nvGrpSpPr>
              <p:cNvPr id="1146" name="Google Shape;1146;p21"/>
              <p:cNvGrpSpPr/>
              <p:nvPr/>
            </p:nvGrpSpPr>
            <p:grpSpPr>
              <a:xfrm rot="10800000" flipH="1">
                <a:off x="1674598" y="2471195"/>
                <a:ext cx="156377" cy="386740"/>
                <a:chOff x="1675162" y="1924723"/>
                <a:chExt cx="156377" cy="386740"/>
              </a:xfrm>
            </p:grpSpPr>
            <p:sp>
              <p:nvSpPr>
                <p:cNvPr id="1147" name="Google Shape;1147;p21"/>
                <p:cNvSpPr/>
                <p:nvPr/>
              </p:nvSpPr>
              <p:spPr>
                <a:xfrm rot="10800000" flipH="1">
                  <a:off x="1675162" y="2081534"/>
                  <a:ext cx="156377" cy="229929"/>
                </a:xfrm>
                <a:prstGeom prst="triangle">
                  <a:avLst>
                    <a:gd name="adj" fmla="val 50000"/>
                  </a:avLst>
                </a:prstGeom>
                <a:gradFill>
                  <a:gsLst>
                    <a:gs pos="0">
                      <a:schemeClr val="dk1"/>
                    </a:gs>
                    <a:gs pos="50000">
                      <a:srgbClr val="DCDCDC"/>
                    </a:gs>
                    <a:gs pos="100000">
                      <a:srgbClr val="EDEDED"/>
                    </a:gs>
                  </a:gsLst>
                  <a:lin ang="18900000" scaled="0"/>
                </a:gra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48" name="Google Shape;1148;p21"/>
                <p:cNvGrpSpPr/>
                <p:nvPr/>
              </p:nvGrpSpPr>
              <p:grpSpPr>
                <a:xfrm>
                  <a:off x="1675950" y="1924723"/>
                  <a:ext cx="154800" cy="154800"/>
                  <a:chOff x="1680690" y="1924723"/>
                  <a:chExt cx="154800" cy="154800"/>
                </a:xfrm>
              </p:grpSpPr>
              <p:sp>
                <p:nvSpPr>
                  <p:cNvPr id="1149" name="Google Shape;1149;p21"/>
                  <p:cNvSpPr/>
                  <p:nvPr/>
                </p:nvSpPr>
                <p:spPr>
                  <a:xfrm>
                    <a:off x="1680690" y="1924723"/>
                    <a:ext cx="154800" cy="154800"/>
                  </a:xfrm>
                  <a:prstGeom prst="rect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1150" name="Google Shape;1150;p21"/>
                  <p:cNvCxnSpPr/>
                  <p:nvPr/>
                </p:nvCxnSpPr>
                <p:spPr>
                  <a:xfrm>
                    <a:off x="1680690" y="1924723"/>
                    <a:ext cx="154800" cy="154800"/>
                  </a:xfrm>
                  <a:prstGeom prst="straightConnector1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1151" name="Google Shape;1151;p21"/>
                  <p:cNvCxnSpPr/>
                  <p:nvPr/>
                </p:nvCxnSpPr>
                <p:spPr>
                  <a:xfrm flipH="1">
                    <a:off x="1680690" y="1924723"/>
                    <a:ext cx="154800" cy="154800"/>
                  </a:xfrm>
                  <a:prstGeom prst="straightConnector1">
                    <a:avLst/>
                  </a:prstGeom>
                  <a:solidFill>
                    <a:srgbClr val="D8D8D8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</p:grpSp>
        </p:grpSp>
        <p:sp>
          <p:nvSpPr>
            <p:cNvPr id="1152" name="Google Shape;1152;p21"/>
            <p:cNvSpPr/>
            <p:nvPr/>
          </p:nvSpPr>
          <p:spPr>
            <a:xfrm rot="10800000" flipH="1">
              <a:off x="3153421" y="2697060"/>
              <a:ext cx="1911963" cy="7200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rgbClr val="DCDCDC"/>
                </a:gs>
                <a:gs pos="100000">
                  <a:srgbClr val="EDEDED"/>
                </a:gs>
              </a:gsLst>
              <a:lin ang="16200000" scaled="0"/>
            </a:gra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21"/>
            <p:cNvSpPr/>
            <p:nvPr/>
          </p:nvSpPr>
          <p:spPr>
            <a:xfrm>
              <a:off x="3156714" y="3956457"/>
              <a:ext cx="1911963" cy="72000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rgbClr val="DCDCDC"/>
                </a:gs>
                <a:gs pos="100000">
                  <a:srgbClr val="EDEDED"/>
                </a:gs>
              </a:gsLst>
              <a:lin ang="16200000" scaled="0"/>
            </a:gra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54" name="Google Shape;1154;p21"/>
            <p:cNvGrpSpPr/>
            <p:nvPr/>
          </p:nvGrpSpPr>
          <p:grpSpPr>
            <a:xfrm>
              <a:off x="3239697" y="3956457"/>
              <a:ext cx="1727486" cy="72000"/>
              <a:chOff x="3868347" y="3956457"/>
              <a:chExt cx="1727486" cy="72000"/>
            </a:xfrm>
          </p:grpSpPr>
          <p:cxnSp>
            <p:nvCxnSpPr>
              <p:cNvPr id="1155" name="Google Shape;1155;p21"/>
              <p:cNvCxnSpPr/>
              <p:nvPr/>
            </p:nvCxnSpPr>
            <p:spPr>
              <a:xfrm>
                <a:off x="3868347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56" name="Google Shape;1156;p21"/>
              <p:cNvCxnSpPr/>
              <p:nvPr/>
            </p:nvCxnSpPr>
            <p:spPr>
              <a:xfrm>
                <a:off x="3991739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57" name="Google Shape;1157;p21"/>
              <p:cNvCxnSpPr/>
              <p:nvPr/>
            </p:nvCxnSpPr>
            <p:spPr>
              <a:xfrm>
                <a:off x="4115131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58" name="Google Shape;1158;p21"/>
              <p:cNvCxnSpPr/>
              <p:nvPr/>
            </p:nvCxnSpPr>
            <p:spPr>
              <a:xfrm>
                <a:off x="4238523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59" name="Google Shape;1159;p21"/>
              <p:cNvCxnSpPr/>
              <p:nvPr/>
            </p:nvCxnSpPr>
            <p:spPr>
              <a:xfrm>
                <a:off x="4361915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0" name="Google Shape;1160;p21"/>
              <p:cNvCxnSpPr/>
              <p:nvPr/>
            </p:nvCxnSpPr>
            <p:spPr>
              <a:xfrm>
                <a:off x="4608699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1" name="Google Shape;1161;p21"/>
              <p:cNvCxnSpPr/>
              <p:nvPr/>
            </p:nvCxnSpPr>
            <p:spPr>
              <a:xfrm>
                <a:off x="4855483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2" name="Google Shape;1162;p21"/>
              <p:cNvCxnSpPr/>
              <p:nvPr/>
            </p:nvCxnSpPr>
            <p:spPr>
              <a:xfrm>
                <a:off x="5102267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3" name="Google Shape;1163;p21"/>
              <p:cNvCxnSpPr/>
              <p:nvPr/>
            </p:nvCxnSpPr>
            <p:spPr>
              <a:xfrm>
                <a:off x="5349051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4" name="Google Shape;1164;p21"/>
              <p:cNvCxnSpPr/>
              <p:nvPr/>
            </p:nvCxnSpPr>
            <p:spPr>
              <a:xfrm>
                <a:off x="5472443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5" name="Google Shape;1165;p21"/>
              <p:cNvCxnSpPr/>
              <p:nvPr/>
            </p:nvCxnSpPr>
            <p:spPr>
              <a:xfrm>
                <a:off x="4485307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6" name="Google Shape;1166;p21"/>
              <p:cNvCxnSpPr/>
              <p:nvPr/>
            </p:nvCxnSpPr>
            <p:spPr>
              <a:xfrm>
                <a:off x="4732091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7" name="Google Shape;1167;p21"/>
              <p:cNvCxnSpPr/>
              <p:nvPr/>
            </p:nvCxnSpPr>
            <p:spPr>
              <a:xfrm>
                <a:off x="4978875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8" name="Google Shape;1168;p21"/>
              <p:cNvCxnSpPr/>
              <p:nvPr/>
            </p:nvCxnSpPr>
            <p:spPr>
              <a:xfrm>
                <a:off x="5225659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9" name="Google Shape;1169;p21"/>
              <p:cNvCxnSpPr/>
              <p:nvPr/>
            </p:nvCxnSpPr>
            <p:spPr>
              <a:xfrm>
                <a:off x="5595833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170" name="Google Shape;1170;p21"/>
            <p:cNvGrpSpPr/>
            <p:nvPr/>
          </p:nvGrpSpPr>
          <p:grpSpPr>
            <a:xfrm>
              <a:off x="3249870" y="2697060"/>
              <a:ext cx="1727486" cy="72000"/>
              <a:chOff x="3868347" y="3956457"/>
              <a:chExt cx="1727486" cy="72000"/>
            </a:xfrm>
          </p:grpSpPr>
          <p:cxnSp>
            <p:nvCxnSpPr>
              <p:cNvPr id="1171" name="Google Shape;1171;p21"/>
              <p:cNvCxnSpPr/>
              <p:nvPr/>
            </p:nvCxnSpPr>
            <p:spPr>
              <a:xfrm>
                <a:off x="3868347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2" name="Google Shape;1172;p21"/>
              <p:cNvCxnSpPr/>
              <p:nvPr/>
            </p:nvCxnSpPr>
            <p:spPr>
              <a:xfrm>
                <a:off x="3991739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3" name="Google Shape;1173;p21"/>
              <p:cNvCxnSpPr/>
              <p:nvPr/>
            </p:nvCxnSpPr>
            <p:spPr>
              <a:xfrm>
                <a:off x="4115131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4" name="Google Shape;1174;p21"/>
              <p:cNvCxnSpPr/>
              <p:nvPr/>
            </p:nvCxnSpPr>
            <p:spPr>
              <a:xfrm>
                <a:off x="4238523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5" name="Google Shape;1175;p21"/>
              <p:cNvCxnSpPr/>
              <p:nvPr/>
            </p:nvCxnSpPr>
            <p:spPr>
              <a:xfrm>
                <a:off x="4361915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6" name="Google Shape;1176;p21"/>
              <p:cNvCxnSpPr/>
              <p:nvPr/>
            </p:nvCxnSpPr>
            <p:spPr>
              <a:xfrm>
                <a:off x="4608699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7" name="Google Shape;1177;p21"/>
              <p:cNvCxnSpPr/>
              <p:nvPr/>
            </p:nvCxnSpPr>
            <p:spPr>
              <a:xfrm>
                <a:off x="4855483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8" name="Google Shape;1178;p21"/>
              <p:cNvCxnSpPr/>
              <p:nvPr/>
            </p:nvCxnSpPr>
            <p:spPr>
              <a:xfrm>
                <a:off x="5102267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9" name="Google Shape;1179;p21"/>
              <p:cNvCxnSpPr/>
              <p:nvPr/>
            </p:nvCxnSpPr>
            <p:spPr>
              <a:xfrm>
                <a:off x="5349051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80" name="Google Shape;1180;p21"/>
              <p:cNvCxnSpPr/>
              <p:nvPr/>
            </p:nvCxnSpPr>
            <p:spPr>
              <a:xfrm>
                <a:off x="5472443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81" name="Google Shape;1181;p21"/>
              <p:cNvCxnSpPr/>
              <p:nvPr/>
            </p:nvCxnSpPr>
            <p:spPr>
              <a:xfrm>
                <a:off x="4485307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82" name="Google Shape;1182;p21"/>
              <p:cNvCxnSpPr/>
              <p:nvPr/>
            </p:nvCxnSpPr>
            <p:spPr>
              <a:xfrm>
                <a:off x="4732091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83" name="Google Shape;1183;p21"/>
              <p:cNvCxnSpPr/>
              <p:nvPr/>
            </p:nvCxnSpPr>
            <p:spPr>
              <a:xfrm>
                <a:off x="4978875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84" name="Google Shape;1184;p21"/>
              <p:cNvCxnSpPr/>
              <p:nvPr/>
            </p:nvCxnSpPr>
            <p:spPr>
              <a:xfrm>
                <a:off x="5225659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85" name="Google Shape;1185;p21"/>
              <p:cNvCxnSpPr/>
              <p:nvPr/>
            </p:nvCxnSpPr>
            <p:spPr>
              <a:xfrm>
                <a:off x="5595833" y="3956457"/>
                <a:ext cx="0" cy="72000"/>
              </a:xfrm>
              <a:prstGeom prst="straightConnector1">
                <a:avLst/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1186" name="Google Shape;1186;p21"/>
            <p:cNvSpPr/>
            <p:nvPr/>
          </p:nvSpPr>
          <p:spPr>
            <a:xfrm rot="10800000" flipH="1">
              <a:off x="5065619" y="2696457"/>
              <a:ext cx="99679" cy="198505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rgbClr val="D8D8D8"/>
                </a:gs>
                <a:gs pos="100000">
                  <a:schemeClr val="dk1"/>
                </a:gs>
              </a:gsLst>
              <a:lin ang="5400000" scaled="0"/>
            </a:gra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21"/>
            <p:cNvSpPr/>
            <p:nvPr/>
          </p:nvSpPr>
          <p:spPr>
            <a:xfrm rot="10800000" flipH="1">
              <a:off x="5069942" y="3829952"/>
              <a:ext cx="99679" cy="198505"/>
            </a:xfrm>
            <a:prstGeom prst="rect">
              <a:avLst/>
            </a:prstGeom>
            <a:gradFill>
              <a:gsLst>
                <a:gs pos="0">
                  <a:schemeClr val="dk1"/>
                </a:gs>
                <a:gs pos="50000">
                  <a:srgbClr val="D8D8D8"/>
                </a:gs>
                <a:gs pos="100000">
                  <a:schemeClr val="dk1"/>
                </a:gs>
              </a:gsLst>
              <a:lin ang="5400000" scaled="0"/>
            </a:gra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8" name="Google Shape;1188;p21"/>
          <p:cNvGrpSpPr/>
          <p:nvPr/>
        </p:nvGrpSpPr>
        <p:grpSpPr>
          <a:xfrm>
            <a:off x="3895283" y="1154835"/>
            <a:ext cx="4699910" cy="4413030"/>
            <a:chOff x="4129435" y="1183644"/>
            <a:chExt cx="4699910" cy="4413030"/>
          </a:xfrm>
        </p:grpSpPr>
        <p:sp>
          <p:nvSpPr>
            <p:cNvPr id="1189" name="Google Shape;1189;p21"/>
            <p:cNvSpPr/>
            <p:nvPr/>
          </p:nvSpPr>
          <p:spPr>
            <a:xfrm rot="10800000">
              <a:off x="8183735" y="2247481"/>
              <a:ext cx="76304" cy="645318"/>
            </a:xfrm>
            <a:custGeom>
              <a:avLst/>
              <a:gdLst/>
              <a:ahLst/>
              <a:cxnLst/>
              <a:rect l="l" t="t" r="r" b="b"/>
              <a:pathLst>
                <a:path w="76304" h="645318" extrusionOk="0">
                  <a:moveTo>
                    <a:pt x="48107" y="0"/>
                  </a:moveTo>
                  <a:cubicBezTo>
                    <a:pt x="22111" y="80962"/>
                    <a:pt x="-3884" y="161925"/>
                    <a:pt x="482" y="233362"/>
                  </a:cubicBezTo>
                  <a:cubicBezTo>
                    <a:pt x="4848" y="304799"/>
                    <a:pt x="66364" y="359966"/>
                    <a:pt x="74301" y="428625"/>
                  </a:cubicBezTo>
                  <a:cubicBezTo>
                    <a:pt x="82238" y="497284"/>
                    <a:pt x="65172" y="571301"/>
                    <a:pt x="48107" y="645318"/>
                  </a:cubicBezTo>
                </a:path>
              </a:pathLst>
            </a:custGeom>
            <a:noFill/>
            <a:ln w="12700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21"/>
            <p:cNvSpPr/>
            <p:nvPr/>
          </p:nvSpPr>
          <p:spPr>
            <a:xfrm rot="10800000">
              <a:off x="8119478" y="2524125"/>
              <a:ext cx="211931" cy="113159"/>
            </a:xfrm>
            <a:custGeom>
              <a:avLst/>
              <a:gdLst/>
              <a:ahLst/>
              <a:cxnLst/>
              <a:rect l="l" t="t" r="r" b="b"/>
              <a:pathLst>
                <a:path w="211931" h="113159" extrusionOk="0">
                  <a:moveTo>
                    <a:pt x="0" y="0"/>
                  </a:moveTo>
                  <a:cubicBezTo>
                    <a:pt x="15676" y="51792"/>
                    <a:pt x="31353" y="103585"/>
                    <a:pt x="66675" y="111919"/>
                  </a:cubicBezTo>
                  <a:cubicBezTo>
                    <a:pt x="101997" y="120253"/>
                    <a:pt x="156964" y="85129"/>
                    <a:pt x="211931" y="50006"/>
                  </a:cubicBezTo>
                </a:path>
              </a:pathLst>
            </a:custGeom>
            <a:noFill/>
            <a:ln w="12700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21"/>
            <p:cNvSpPr/>
            <p:nvPr/>
          </p:nvSpPr>
          <p:spPr>
            <a:xfrm>
              <a:off x="6559021" y="2247481"/>
              <a:ext cx="76304" cy="645318"/>
            </a:xfrm>
            <a:custGeom>
              <a:avLst/>
              <a:gdLst/>
              <a:ahLst/>
              <a:cxnLst/>
              <a:rect l="l" t="t" r="r" b="b"/>
              <a:pathLst>
                <a:path w="76304" h="645318" extrusionOk="0">
                  <a:moveTo>
                    <a:pt x="48107" y="0"/>
                  </a:moveTo>
                  <a:cubicBezTo>
                    <a:pt x="22111" y="80962"/>
                    <a:pt x="-3884" y="161925"/>
                    <a:pt x="482" y="233362"/>
                  </a:cubicBezTo>
                  <a:cubicBezTo>
                    <a:pt x="4848" y="304799"/>
                    <a:pt x="66364" y="359966"/>
                    <a:pt x="74301" y="428625"/>
                  </a:cubicBezTo>
                  <a:cubicBezTo>
                    <a:pt x="82238" y="497284"/>
                    <a:pt x="65172" y="571301"/>
                    <a:pt x="48107" y="645318"/>
                  </a:cubicBezTo>
                </a:path>
              </a:pathLst>
            </a:custGeom>
            <a:noFill/>
            <a:ln w="12700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21"/>
            <p:cNvSpPr/>
            <p:nvPr/>
          </p:nvSpPr>
          <p:spPr>
            <a:xfrm>
              <a:off x="6494764" y="2524125"/>
              <a:ext cx="211931" cy="113159"/>
            </a:xfrm>
            <a:custGeom>
              <a:avLst/>
              <a:gdLst/>
              <a:ahLst/>
              <a:cxnLst/>
              <a:rect l="l" t="t" r="r" b="b"/>
              <a:pathLst>
                <a:path w="211931" h="113159" extrusionOk="0">
                  <a:moveTo>
                    <a:pt x="0" y="0"/>
                  </a:moveTo>
                  <a:cubicBezTo>
                    <a:pt x="15676" y="51792"/>
                    <a:pt x="31353" y="103585"/>
                    <a:pt x="66675" y="111919"/>
                  </a:cubicBezTo>
                  <a:cubicBezTo>
                    <a:pt x="101997" y="120253"/>
                    <a:pt x="156964" y="85129"/>
                    <a:pt x="211931" y="50006"/>
                  </a:cubicBezTo>
                </a:path>
              </a:pathLst>
            </a:custGeom>
            <a:noFill/>
            <a:ln w="12700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21"/>
            <p:cNvSpPr/>
            <p:nvPr/>
          </p:nvSpPr>
          <p:spPr>
            <a:xfrm>
              <a:off x="6867385" y="5092674"/>
              <a:ext cx="504000" cy="504000"/>
            </a:xfrm>
            <a:prstGeom prst="ellipse">
              <a:avLst/>
            </a:prstGeom>
            <a:noFill/>
            <a:ln w="12700" cap="flat" cmpd="sng">
              <a:solidFill>
                <a:srgbClr val="C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21"/>
            <p:cNvSpPr/>
            <p:nvPr/>
          </p:nvSpPr>
          <p:spPr>
            <a:xfrm>
              <a:off x="5949345" y="1183644"/>
              <a:ext cx="2880000" cy="2880000"/>
            </a:xfrm>
            <a:prstGeom prst="ellipse">
              <a:avLst/>
            </a:prstGeom>
            <a:noFill/>
            <a:ln w="12700" cap="flat" cmpd="sng">
              <a:solidFill>
                <a:srgbClr val="C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95" name="Google Shape;1195;p21"/>
            <p:cNvCxnSpPr>
              <a:endCxn id="1193" idx="2"/>
            </p:cNvCxnSpPr>
            <p:nvPr/>
          </p:nvCxnSpPr>
          <p:spPr>
            <a:xfrm>
              <a:off x="6000085" y="3021774"/>
              <a:ext cx="867300" cy="2322900"/>
            </a:xfrm>
            <a:prstGeom prst="straightConnector1">
              <a:avLst/>
            </a:prstGeom>
            <a:noFill/>
            <a:ln w="9525" cap="flat" cmpd="sng">
              <a:solidFill>
                <a:srgbClr val="C00000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96" name="Google Shape;1196;p21"/>
            <p:cNvCxnSpPr>
              <a:endCxn id="1193" idx="5"/>
            </p:cNvCxnSpPr>
            <p:nvPr/>
          </p:nvCxnSpPr>
          <p:spPr>
            <a:xfrm flipH="1">
              <a:off x="7297576" y="3313065"/>
              <a:ext cx="1368300" cy="2209800"/>
            </a:xfrm>
            <a:prstGeom prst="straightConnector1">
              <a:avLst/>
            </a:prstGeom>
            <a:noFill/>
            <a:ln w="9525" cap="flat" cmpd="sng">
              <a:solidFill>
                <a:srgbClr val="C00000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97" name="Google Shape;1197;p21"/>
            <p:cNvCxnSpPr/>
            <p:nvPr/>
          </p:nvCxnSpPr>
          <p:spPr>
            <a:xfrm>
              <a:off x="6601887" y="2244799"/>
              <a:ext cx="1620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198" name="Google Shape;1198;p21"/>
            <p:cNvSpPr/>
            <p:nvPr/>
          </p:nvSpPr>
          <p:spPr>
            <a:xfrm>
              <a:off x="6495931" y="2244799"/>
              <a:ext cx="211912" cy="648000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99" name="Google Shape;1199;p21"/>
            <p:cNvCxnSpPr/>
            <p:nvPr/>
          </p:nvCxnSpPr>
          <p:spPr>
            <a:xfrm>
              <a:off x="6601887" y="2892799"/>
              <a:ext cx="1620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00" name="Google Shape;1200;p21"/>
            <p:cNvSpPr/>
            <p:nvPr/>
          </p:nvSpPr>
          <p:spPr>
            <a:xfrm>
              <a:off x="8115931" y="2244799"/>
              <a:ext cx="211912" cy="648000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01" name="Google Shape;1201;p21"/>
            <p:cNvCxnSpPr/>
            <p:nvPr/>
          </p:nvCxnSpPr>
          <p:spPr>
            <a:xfrm>
              <a:off x="8213935" y="2244799"/>
              <a:ext cx="576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02" name="Google Shape;1202;p21"/>
            <p:cNvCxnSpPr/>
            <p:nvPr/>
          </p:nvCxnSpPr>
          <p:spPr>
            <a:xfrm>
              <a:off x="8224108" y="2892799"/>
              <a:ext cx="576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03" name="Google Shape;1203;p21"/>
            <p:cNvCxnSpPr/>
            <p:nvPr/>
          </p:nvCxnSpPr>
          <p:spPr>
            <a:xfrm rot="10800000">
              <a:off x="6000430" y="2244799"/>
              <a:ext cx="612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04" name="Google Shape;1204;p21"/>
            <p:cNvCxnSpPr/>
            <p:nvPr/>
          </p:nvCxnSpPr>
          <p:spPr>
            <a:xfrm rot="10800000">
              <a:off x="5975040" y="2892799"/>
              <a:ext cx="612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sp>
          <p:nvSpPr>
            <p:cNvPr id="1205" name="Google Shape;1205;p21"/>
            <p:cNvSpPr/>
            <p:nvPr/>
          </p:nvSpPr>
          <p:spPr>
            <a:xfrm>
              <a:off x="6601920" y="2383189"/>
              <a:ext cx="1622425" cy="247161"/>
            </a:xfrm>
            <a:custGeom>
              <a:avLst/>
              <a:gdLst/>
              <a:ahLst/>
              <a:cxnLst/>
              <a:rect l="l" t="t" r="r" b="b"/>
              <a:pathLst>
                <a:path w="1622425" h="247161" extrusionOk="0">
                  <a:moveTo>
                    <a:pt x="0" y="163161"/>
                  </a:moveTo>
                  <a:cubicBezTo>
                    <a:pt x="160866" y="75848"/>
                    <a:pt x="321733" y="-11464"/>
                    <a:pt x="466725" y="1236"/>
                  </a:cubicBezTo>
                  <a:cubicBezTo>
                    <a:pt x="611717" y="13936"/>
                    <a:pt x="677333" y="211844"/>
                    <a:pt x="869950" y="239361"/>
                  </a:cubicBezTo>
                  <a:cubicBezTo>
                    <a:pt x="1062567" y="266878"/>
                    <a:pt x="1342496" y="216607"/>
                    <a:pt x="1622425" y="166336"/>
                  </a:cubicBezTo>
                </a:path>
              </a:pathLst>
            </a:custGeom>
            <a:noFill/>
            <a:ln w="381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21"/>
            <p:cNvSpPr/>
            <p:nvPr/>
          </p:nvSpPr>
          <p:spPr>
            <a:xfrm flipH="1">
              <a:off x="4376975" y="1576638"/>
              <a:ext cx="1446128" cy="41719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  <a:path w="120000" h="120000" fill="none" extrusionOk="0">
                  <a:moveTo>
                    <a:pt x="-10000" y="22500"/>
                  </a:moveTo>
                  <a:lnTo>
                    <a:pt x="-20000" y="22500"/>
                  </a:lnTo>
                  <a:lnTo>
                    <a:pt x="-99475" y="233180"/>
                  </a:lnTo>
                </a:path>
              </a:pathLst>
            </a:custGeom>
            <a:solidFill>
              <a:srgbClr val="D8D8D8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Displacement (y) shape function</a:t>
              </a:r>
              <a:endParaRPr/>
            </a:p>
          </p:txBody>
        </p:sp>
        <p:sp>
          <p:nvSpPr>
            <p:cNvPr id="1207" name="Google Shape;1207;p21"/>
            <p:cNvSpPr/>
            <p:nvPr/>
          </p:nvSpPr>
          <p:spPr>
            <a:xfrm flipH="1">
              <a:off x="4376975" y="2249094"/>
              <a:ext cx="1446128" cy="41719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  <a:path w="120000" h="120000" fill="none" extrusionOk="0">
                  <a:moveTo>
                    <a:pt x="-10000" y="22500"/>
                  </a:moveTo>
                  <a:lnTo>
                    <a:pt x="-20000" y="22500"/>
                  </a:lnTo>
                  <a:lnTo>
                    <a:pt x="-58375" y="72451"/>
                  </a:lnTo>
                </a:path>
              </a:pathLst>
            </a:custGeom>
            <a:solidFill>
              <a:srgbClr val="D8D8D8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Cross-section (x,y) function</a:t>
              </a:r>
              <a:endParaRPr/>
            </a:p>
          </p:txBody>
        </p:sp>
        <p:sp>
          <p:nvSpPr>
            <p:cNvPr id="1208" name="Google Shape;1208;p21"/>
            <p:cNvSpPr/>
            <p:nvPr/>
          </p:nvSpPr>
          <p:spPr>
            <a:xfrm>
              <a:off x="4129435" y="1576638"/>
              <a:ext cx="157910" cy="1089653"/>
            </a:xfrm>
            <a:prstGeom prst="leftBrace">
              <a:avLst>
                <a:gd name="adj1" fmla="val 100823"/>
                <a:gd name="adj2" fmla="val 5000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9" name="Google Shape;1209;p21"/>
          <p:cNvGrpSpPr/>
          <p:nvPr/>
        </p:nvGrpSpPr>
        <p:grpSpPr>
          <a:xfrm>
            <a:off x="548805" y="876134"/>
            <a:ext cx="3027275" cy="3507829"/>
            <a:chOff x="782958" y="904943"/>
            <a:chExt cx="3027275" cy="3507829"/>
          </a:xfrm>
        </p:grpSpPr>
        <p:grpSp>
          <p:nvGrpSpPr>
            <p:cNvPr id="1210" name="Google Shape;1210;p21"/>
            <p:cNvGrpSpPr/>
            <p:nvPr/>
          </p:nvGrpSpPr>
          <p:grpSpPr>
            <a:xfrm>
              <a:off x="782958" y="904943"/>
              <a:ext cx="2825417" cy="3507829"/>
              <a:chOff x="556520" y="964690"/>
              <a:chExt cx="2825417" cy="3507829"/>
            </a:xfrm>
          </p:grpSpPr>
          <p:grpSp>
            <p:nvGrpSpPr>
              <p:cNvPr id="1211" name="Google Shape;1211;p21"/>
              <p:cNvGrpSpPr/>
              <p:nvPr/>
            </p:nvGrpSpPr>
            <p:grpSpPr>
              <a:xfrm>
                <a:off x="556520" y="964690"/>
                <a:ext cx="2818165" cy="1174255"/>
                <a:chOff x="-2371273" y="851652"/>
                <a:chExt cx="2818165" cy="1174255"/>
              </a:xfrm>
            </p:grpSpPr>
            <p:grpSp>
              <p:nvGrpSpPr>
                <p:cNvPr id="1212" name="Google Shape;1212;p21"/>
                <p:cNvGrpSpPr/>
                <p:nvPr/>
              </p:nvGrpSpPr>
              <p:grpSpPr>
                <a:xfrm rot="5400000">
                  <a:off x="-1404069" y="135821"/>
                  <a:ext cx="1135129" cy="2566792"/>
                  <a:chOff x="5055330" y="2762838"/>
                  <a:chExt cx="1135129" cy="2566792"/>
                </a:xfrm>
              </p:grpSpPr>
              <p:grpSp>
                <p:nvGrpSpPr>
                  <p:cNvPr id="1213" name="Google Shape;1213;p21"/>
                  <p:cNvGrpSpPr/>
                  <p:nvPr/>
                </p:nvGrpSpPr>
                <p:grpSpPr>
                  <a:xfrm>
                    <a:off x="5247871" y="3445774"/>
                    <a:ext cx="942588" cy="1883857"/>
                    <a:chOff x="5247871" y="3445774"/>
                    <a:chExt cx="942588" cy="1883857"/>
                  </a:xfrm>
                </p:grpSpPr>
                <p:sp>
                  <p:nvSpPr>
                    <p:cNvPr id="1214" name="Google Shape;1214;p21"/>
                    <p:cNvSpPr/>
                    <p:nvPr/>
                  </p:nvSpPr>
                  <p:spPr>
                    <a:xfrm rot="5400000">
                      <a:off x="5734540" y="3339419"/>
                      <a:ext cx="130644" cy="343353"/>
                    </a:xfrm>
                    <a:prstGeom prst="triangle">
                      <a:avLst>
                        <a:gd name="adj" fmla="val 0"/>
                      </a:avLst>
                    </a:prstGeom>
                    <a:solidFill>
                      <a:schemeClr val="accent1"/>
                    </a:solidFill>
                    <a:ln w="1905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5" name="Google Shape;1215;p21"/>
                    <p:cNvSpPr/>
                    <p:nvPr/>
                  </p:nvSpPr>
                  <p:spPr>
                    <a:xfrm rot="-5400000">
                      <a:off x="5366647" y="3457639"/>
                      <a:ext cx="142179" cy="379732"/>
                    </a:xfrm>
                    <a:prstGeom prst="triangle">
                      <a:avLst>
                        <a:gd name="adj" fmla="val 0"/>
                      </a:avLst>
                    </a:prstGeom>
                    <a:solidFill>
                      <a:schemeClr val="accent1"/>
                    </a:solidFill>
                    <a:ln w="1905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6" name="Google Shape;1216;p21"/>
                    <p:cNvSpPr/>
                    <p:nvPr/>
                  </p:nvSpPr>
                  <p:spPr>
                    <a:xfrm rot="10800000">
                      <a:off x="5265272" y="3719245"/>
                      <a:ext cx="362621" cy="379732"/>
                    </a:xfrm>
                    <a:prstGeom prst="triangle">
                      <a:avLst>
                        <a:gd name="adj" fmla="val 0"/>
                      </a:avLst>
                    </a:prstGeom>
                    <a:solidFill>
                      <a:schemeClr val="accent1"/>
                    </a:solidFill>
                    <a:ln w="1905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7" name="Google Shape;1217;p21"/>
                    <p:cNvSpPr/>
                    <p:nvPr/>
                  </p:nvSpPr>
                  <p:spPr>
                    <a:xfrm>
                      <a:off x="5632312" y="4098977"/>
                      <a:ext cx="99678" cy="115307"/>
                    </a:xfrm>
                    <a:prstGeom prst="triangle">
                      <a:avLst>
                        <a:gd name="adj" fmla="val 0"/>
                      </a:avLst>
                    </a:prstGeom>
                    <a:solidFill>
                      <a:schemeClr val="accent1"/>
                    </a:solidFill>
                    <a:ln w="1905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8" name="Google Shape;1218;p21"/>
                    <p:cNvSpPr/>
                    <p:nvPr/>
                  </p:nvSpPr>
                  <p:spPr>
                    <a:xfrm rot="5400000">
                      <a:off x="5365780" y="4470832"/>
                      <a:ext cx="655403" cy="131760"/>
                    </a:xfrm>
                    <a:prstGeom prst="flowChartManualInput">
                      <a:avLst/>
                    </a:prstGeom>
                    <a:solidFill>
                      <a:schemeClr val="accent1"/>
                    </a:solidFill>
                    <a:ln w="1905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9" name="Google Shape;1219;p21"/>
                    <p:cNvSpPr/>
                    <p:nvPr/>
                  </p:nvSpPr>
                  <p:spPr>
                    <a:xfrm>
                      <a:off x="5761742" y="4859897"/>
                      <a:ext cx="428717" cy="469733"/>
                    </a:xfrm>
                    <a:prstGeom prst="triangle">
                      <a:avLst>
                        <a:gd name="adj" fmla="val 0"/>
                      </a:avLst>
                    </a:prstGeom>
                    <a:solidFill>
                      <a:schemeClr val="accent1"/>
                    </a:solidFill>
                    <a:ln w="1905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20" name="Google Shape;1220;p21"/>
                    <p:cNvSpPr/>
                    <p:nvPr/>
                  </p:nvSpPr>
                  <p:spPr>
                    <a:xfrm>
                      <a:off x="5632312" y="4864060"/>
                      <a:ext cx="139547" cy="45877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221" name="Google Shape;1221;p21"/>
                  <p:cNvSpPr txBox="1"/>
                  <p:nvPr/>
                </p:nvSpPr>
                <p:spPr>
                  <a:xfrm rot="-5400000">
                    <a:off x="4917632" y="2900536"/>
                    <a:ext cx="64472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pt-BR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n = 1</a:t>
                    </a:r>
                    <a:endParaRPr/>
                  </a:p>
                </p:txBody>
              </p:sp>
            </p:grpSp>
            <p:grpSp>
              <p:nvGrpSpPr>
                <p:cNvPr id="1222" name="Google Shape;1222;p21"/>
                <p:cNvGrpSpPr/>
                <p:nvPr/>
              </p:nvGrpSpPr>
              <p:grpSpPr>
                <a:xfrm rot="5400000">
                  <a:off x="-1638928" y="133851"/>
                  <a:ext cx="1159711" cy="2624402"/>
                  <a:chOff x="5066823" y="2954653"/>
                  <a:chExt cx="1159711" cy="2624402"/>
                </a:xfrm>
              </p:grpSpPr>
              <p:grpSp>
                <p:nvGrpSpPr>
                  <p:cNvPr id="1223" name="Google Shape;1223;p21"/>
                  <p:cNvGrpSpPr/>
                  <p:nvPr/>
                </p:nvGrpSpPr>
                <p:grpSpPr>
                  <a:xfrm>
                    <a:off x="5066823" y="2954653"/>
                    <a:ext cx="1116000" cy="2624402"/>
                    <a:chOff x="5066823" y="2954653"/>
                    <a:chExt cx="1116000" cy="2624402"/>
                  </a:xfrm>
                </p:grpSpPr>
                <p:sp>
                  <p:nvSpPr>
                    <p:cNvPr id="1224" name="Google Shape;1224;p21"/>
                    <p:cNvSpPr txBox="1"/>
                    <p:nvPr/>
                  </p:nvSpPr>
                  <p:spPr>
                    <a:xfrm rot="-5400000">
                      <a:off x="5594892" y="2986553"/>
                      <a:ext cx="43313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x,z</a:t>
                      </a:r>
                      <a:endParaRPr/>
                    </a:p>
                  </p:txBody>
                </p:sp>
                <p:cxnSp>
                  <p:nvCxnSpPr>
                    <p:cNvPr id="1225" name="Google Shape;1225;p21"/>
                    <p:cNvCxnSpPr/>
                    <p:nvPr/>
                  </p:nvCxnSpPr>
                  <p:spPr>
                    <a:xfrm>
                      <a:off x="5624823" y="3124276"/>
                      <a:ext cx="0" cy="2454779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stealth" w="med" len="med"/>
                      <a:tailEnd type="none" w="sm" len="sm"/>
                    </a:ln>
                  </p:spPr>
                </p:cxnSp>
                <p:cxnSp>
                  <p:nvCxnSpPr>
                    <p:cNvPr id="1226" name="Google Shape;1226;p21"/>
                    <p:cNvCxnSpPr/>
                    <p:nvPr/>
                  </p:nvCxnSpPr>
                  <p:spPr>
                    <a:xfrm rot="10800000">
                      <a:off x="5066823" y="3445192"/>
                      <a:ext cx="1116000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1227" name="Google Shape;1227;p21"/>
                    <p:cNvCxnSpPr/>
                    <p:nvPr/>
                  </p:nvCxnSpPr>
                  <p:spPr>
                    <a:xfrm rot="10800000">
                      <a:off x="5066823" y="3718599"/>
                      <a:ext cx="1116000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1228" name="Google Shape;1228;p21"/>
                    <p:cNvCxnSpPr/>
                    <p:nvPr/>
                  </p:nvCxnSpPr>
                  <p:spPr>
                    <a:xfrm rot="10800000">
                      <a:off x="5066823" y="4210120"/>
                      <a:ext cx="1116000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1229" name="Google Shape;1229;p21"/>
                    <p:cNvCxnSpPr/>
                    <p:nvPr/>
                  </p:nvCxnSpPr>
                  <p:spPr>
                    <a:xfrm rot="10800000">
                      <a:off x="5066823" y="4861032"/>
                      <a:ext cx="1116000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1230" name="Google Shape;1230;p21"/>
                    <p:cNvCxnSpPr/>
                    <p:nvPr/>
                  </p:nvCxnSpPr>
                  <p:spPr>
                    <a:xfrm rot="10800000">
                      <a:off x="5066823" y="5326250"/>
                      <a:ext cx="1116000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</p:grpSp>
              <p:sp>
                <p:nvSpPr>
                  <p:cNvPr id="1231" name="Google Shape;1231;p21"/>
                  <p:cNvSpPr/>
                  <p:nvPr/>
                </p:nvSpPr>
                <p:spPr>
                  <a:xfrm>
                    <a:off x="5940421" y="3408339"/>
                    <a:ext cx="72000" cy="72000"/>
                  </a:xfrm>
                  <a:prstGeom prst="flowChartConnector">
                    <a:avLst/>
                  </a:prstGeom>
                  <a:solidFill>
                    <a:schemeClr val="lt1"/>
                  </a:solidFill>
                  <a:ln w="2857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32" name="Google Shape;1232;p21"/>
                  <p:cNvSpPr/>
                  <p:nvPr/>
                </p:nvSpPr>
                <p:spPr>
                  <a:xfrm>
                    <a:off x="5224688" y="3684183"/>
                    <a:ext cx="72000" cy="72000"/>
                  </a:xfrm>
                  <a:prstGeom prst="flowChartConnector">
                    <a:avLst/>
                  </a:prstGeom>
                  <a:solidFill>
                    <a:schemeClr val="lt1"/>
                  </a:solidFill>
                  <a:ln w="2857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33" name="Google Shape;1233;p21"/>
                  <p:cNvSpPr/>
                  <p:nvPr/>
                </p:nvSpPr>
                <p:spPr>
                  <a:xfrm>
                    <a:off x="5695990" y="4172612"/>
                    <a:ext cx="72000" cy="72000"/>
                  </a:xfrm>
                  <a:prstGeom prst="flowChartConnector">
                    <a:avLst/>
                  </a:prstGeom>
                  <a:solidFill>
                    <a:schemeClr val="lt1"/>
                  </a:solidFill>
                  <a:ln w="2857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34" name="Google Shape;1234;p21"/>
                  <p:cNvSpPr/>
                  <p:nvPr/>
                </p:nvSpPr>
                <p:spPr>
                  <a:xfrm>
                    <a:off x="5735818" y="4829329"/>
                    <a:ext cx="72000" cy="72000"/>
                  </a:xfrm>
                  <a:prstGeom prst="flowChartConnector">
                    <a:avLst/>
                  </a:prstGeom>
                  <a:solidFill>
                    <a:schemeClr val="lt1"/>
                  </a:solidFill>
                  <a:ln w="2857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35" name="Google Shape;1235;p21"/>
                  <p:cNvSpPr/>
                  <p:nvPr/>
                </p:nvSpPr>
                <p:spPr>
                  <a:xfrm>
                    <a:off x="6154534" y="5292726"/>
                    <a:ext cx="72000" cy="72000"/>
                  </a:xfrm>
                  <a:prstGeom prst="flowChartConnector">
                    <a:avLst/>
                  </a:prstGeom>
                  <a:solidFill>
                    <a:schemeClr val="lt1"/>
                  </a:solidFill>
                  <a:ln w="2857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236" name="Google Shape;1236;p21"/>
              <p:cNvGrpSpPr/>
              <p:nvPr/>
            </p:nvGrpSpPr>
            <p:grpSpPr>
              <a:xfrm>
                <a:off x="556520" y="2122319"/>
                <a:ext cx="2815922" cy="1167870"/>
                <a:chOff x="-2371273" y="2253125"/>
                <a:chExt cx="2815922" cy="1167870"/>
              </a:xfrm>
            </p:grpSpPr>
            <p:grpSp>
              <p:nvGrpSpPr>
                <p:cNvPr id="1237" name="Google Shape;1237;p21"/>
                <p:cNvGrpSpPr/>
                <p:nvPr/>
              </p:nvGrpSpPr>
              <p:grpSpPr>
                <a:xfrm rot="5400000">
                  <a:off x="-1429946" y="1546399"/>
                  <a:ext cx="1167870" cy="2581321"/>
                  <a:chOff x="5055320" y="2762841"/>
                  <a:chExt cx="1167870" cy="2581321"/>
                </a:xfrm>
              </p:grpSpPr>
              <p:sp>
                <p:nvSpPr>
                  <p:cNvPr id="1238" name="Google Shape;1238;p21"/>
                  <p:cNvSpPr txBox="1"/>
                  <p:nvPr/>
                </p:nvSpPr>
                <p:spPr>
                  <a:xfrm rot="-5400000">
                    <a:off x="4917622" y="2900539"/>
                    <a:ext cx="64472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pt-BR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n = 2</a:t>
                    </a:r>
                    <a:endParaRPr/>
                  </a:p>
                </p:txBody>
              </p:sp>
              <p:sp>
                <p:nvSpPr>
                  <p:cNvPr id="1239" name="Google Shape;1239;p21"/>
                  <p:cNvSpPr/>
                  <p:nvPr/>
                </p:nvSpPr>
                <p:spPr>
                  <a:xfrm>
                    <a:off x="5624513" y="4852641"/>
                    <a:ext cx="598677" cy="4915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8677" h="491521" extrusionOk="0">
                        <a:moveTo>
                          <a:pt x="0" y="7490"/>
                        </a:moveTo>
                        <a:cubicBezTo>
                          <a:pt x="51395" y="7887"/>
                          <a:pt x="102790" y="8285"/>
                          <a:pt x="128587" y="9872"/>
                        </a:cubicBezTo>
                        <a:cubicBezTo>
                          <a:pt x="154384" y="11459"/>
                          <a:pt x="159544" y="-17513"/>
                          <a:pt x="154781" y="17015"/>
                        </a:cubicBezTo>
                        <a:cubicBezTo>
                          <a:pt x="150019" y="51543"/>
                          <a:pt x="32146" y="141237"/>
                          <a:pt x="100012" y="217040"/>
                        </a:cubicBezTo>
                        <a:cubicBezTo>
                          <a:pt x="167878" y="292843"/>
                          <a:pt x="561975" y="471834"/>
                          <a:pt x="561975" y="471834"/>
                        </a:cubicBezTo>
                        <a:cubicBezTo>
                          <a:pt x="640159" y="514696"/>
                          <a:pt x="569118" y="474215"/>
                          <a:pt x="569118" y="474215"/>
                        </a:cubicBezTo>
                        <a:lnTo>
                          <a:pt x="2381" y="476597"/>
                        </a:lnTo>
                      </a:path>
                    </a:pathLst>
                  </a:custGeom>
                  <a:solidFill>
                    <a:schemeClr val="accent1"/>
                  </a:solidFill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40" name="Google Shape;1240;p21"/>
                  <p:cNvSpPr/>
                  <p:nvPr/>
                </p:nvSpPr>
                <p:spPr>
                  <a:xfrm>
                    <a:off x="5629275" y="4188250"/>
                    <a:ext cx="374164" cy="6848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4164" h="684827" extrusionOk="0">
                        <a:moveTo>
                          <a:pt x="0" y="21800"/>
                        </a:moveTo>
                        <a:lnTo>
                          <a:pt x="90488" y="24181"/>
                        </a:lnTo>
                        <a:cubicBezTo>
                          <a:pt x="108744" y="24181"/>
                          <a:pt x="62310" y="-28603"/>
                          <a:pt x="109538" y="21800"/>
                        </a:cubicBezTo>
                        <a:cubicBezTo>
                          <a:pt x="156766" y="72203"/>
                          <a:pt x="365125" y="220634"/>
                          <a:pt x="373856" y="326600"/>
                        </a:cubicBezTo>
                        <a:cubicBezTo>
                          <a:pt x="382587" y="432566"/>
                          <a:pt x="203200" y="600841"/>
                          <a:pt x="161925" y="657594"/>
                        </a:cubicBezTo>
                        <a:cubicBezTo>
                          <a:pt x="120650" y="714347"/>
                          <a:pt x="153193" y="664341"/>
                          <a:pt x="126206" y="667119"/>
                        </a:cubicBezTo>
                        <a:cubicBezTo>
                          <a:pt x="99219" y="669897"/>
                          <a:pt x="49609" y="672080"/>
                          <a:pt x="0" y="674263"/>
                        </a:cubicBezTo>
                      </a:path>
                    </a:pathLst>
                  </a:custGeom>
                  <a:solidFill>
                    <a:schemeClr val="accent1"/>
                  </a:solidFill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41" name="Google Shape;1241;p21"/>
                  <p:cNvSpPr/>
                  <p:nvPr/>
                </p:nvSpPr>
                <p:spPr>
                  <a:xfrm>
                    <a:off x="5624513" y="3843338"/>
                    <a:ext cx="377242" cy="3793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242" h="379311" extrusionOk="0">
                        <a:moveTo>
                          <a:pt x="0" y="0"/>
                        </a:moveTo>
                        <a:cubicBezTo>
                          <a:pt x="178990" y="43656"/>
                          <a:pt x="357981" y="87312"/>
                          <a:pt x="376237" y="147637"/>
                        </a:cubicBezTo>
                        <a:cubicBezTo>
                          <a:pt x="394493" y="207962"/>
                          <a:pt x="158750" y="325438"/>
                          <a:pt x="109537" y="361950"/>
                        </a:cubicBezTo>
                        <a:cubicBezTo>
                          <a:pt x="60325" y="398463"/>
                          <a:pt x="97631" y="365918"/>
                          <a:pt x="80962" y="366712"/>
                        </a:cubicBezTo>
                        <a:cubicBezTo>
                          <a:pt x="64293" y="367506"/>
                          <a:pt x="36909" y="367109"/>
                          <a:pt x="9525" y="366712"/>
                        </a:cubicBezTo>
                      </a:path>
                    </a:pathLst>
                  </a:custGeom>
                  <a:solidFill>
                    <a:schemeClr val="accent1"/>
                  </a:solidFill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42" name="Google Shape;1242;p21"/>
                  <p:cNvSpPr/>
                  <p:nvPr/>
                </p:nvSpPr>
                <p:spPr>
                  <a:xfrm rot="-5400000">
                    <a:off x="5314433" y="3403537"/>
                    <a:ext cx="204787" cy="415373"/>
                  </a:xfrm>
                  <a:prstGeom prst="triangle">
                    <a:avLst>
                      <a:gd name="adj" fmla="val 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43" name="Google Shape;1243;p21"/>
                  <p:cNvSpPr/>
                  <p:nvPr/>
                </p:nvSpPr>
                <p:spPr>
                  <a:xfrm rot="5400000">
                    <a:off x="5760498" y="3308729"/>
                    <a:ext cx="72002" cy="343353"/>
                  </a:xfrm>
                  <a:prstGeom prst="triangle">
                    <a:avLst>
                      <a:gd name="adj" fmla="val 0"/>
                    </a:avLst>
                  </a:prstGeom>
                  <a:solidFill>
                    <a:schemeClr val="accent1"/>
                  </a:solidFill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44" name="Google Shape;1244;p21"/>
                  <p:cNvSpPr/>
                  <p:nvPr/>
                </p:nvSpPr>
                <p:spPr>
                  <a:xfrm>
                    <a:off x="5109435" y="3519488"/>
                    <a:ext cx="515078" cy="2047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5078" h="204787" extrusionOk="0">
                        <a:moveTo>
                          <a:pt x="515078" y="0"/>
                        </a:moveTo>
                        <a:cubicBezTo>
                          <a:pt x="357915" y="26590"/>
                          <a:pt x="200753" y="53181"/>
                          <a:pt x="115028" y="76200"/>
                        </a:cubicBezTo>
                        <a:cubicBezTo>
                          <a:pt x="29303" y="99219"/>
                          <a:pt x="-5622" y="116681"/>
                          <a:pt x="728" y="138112"/>
                        </a:cubicBezTo>
                        <a:cubicBezTo>
                          <a:pt x="7078" y="159543"/>
                          <a:pt x="84072" y="177799"/>
                          <a:pt x="153128" y="204787"/>
                        </a:cubicBezTo>
                      </a:path>
                    </a:pathLst>
                  </a:custGeom>
                  <a:solidFill>
                    <a:schemeClr val="accent1"/>
                  </a:solidFill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45" name="Google Shape;1245;p21"/>
                  <p:cNvSpPr/>
                  <p:nvPr/>
                </p:nvSpPr>
                <p:spPr>
                  <a:xfrm rot="10800000">
                    <a:off x="5253311" y="3722350"/>
                    <a:ext cx="362621" cy="120988"/>
                  </a:xfrm>
                  <a:prstGeom prst="triangle">
                    <a:avLst>
                      <a:gd name="adj" fmla="val 0"/>
                    </a:avLst>
                  </a:prstGeom>
                  <a:solidFill>
                    <a:schemeClr val="accent1"/>
                  </a:solidFill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46" name="Google Shape;1246;p21"/>
                <p:cNvGrpSpPr/>
                <p:nvPr/>
              </p:nvGrpSpPr>
              <p:grpSpPr>
                <a:xfrm rot="5400000">
                  <a:off x="-1638927" y="1525185"/>
                  <a:ext cx="1159711" cy="2624402"/>
                  <a:chOff x="5066823" y="2954653"/>
                  <a:chExt cx="1159711" cy="2624402"/>
                </a:xfrm>
              </p:grpSpPr>
              <p:grpSp>
                <p:nvGrpSpPr>
                  <p:cNvPr id="1247" name="Google Shape;1247;p21"/>
                  <p:cNvGrpSpPr/>
                  <p:nvPr/>
                </p:nvGrpSpPr>
                <p:grpSpPr>
                  <a:xfrm>
                    <a:off x="5066823" y="2954653"/>
                    <a:ext cx="1116000" cy="2624402"/>
                    <a:chOff x="5066823" y="2954653"/>
                    <a:chExt cx="1116000" cy="2624402"/>
                  </a:xfrm>
                </p:grpSpPr>
                <p:sp>
                  <p:nvSpPr>
                    <p:cNvPr id="1248" name="Google Shape;1248;p21"/>
                    <p:cNvSpPr txBox="1"/>
                    <p:nvPr/>
                  </p:nvSpPr>
                  <p:spPr>
                    <a:xfrm rot="-5400000">
                      <a:off x="5594892" y="2986553"/>
                      <a:ext cx="43313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x,z</a:t>
                      </a:r>
                      <a:endParaRPr/>
                    </a:p>
                  </p:txBody>
                </p:sp>
                <p:cxnSp>
                  <p:nvCxnSpPr>
                    <p:cNvPr id="1249" name="Google Shape;1249;p21"/>
                    <p:cNvCxnSpPr/>
                    <p:nvPr/>
                  </p:nvCxnSpPr>
                  <p:spPr>
                    <a:xfrm>
                      <a:off x="5624823" y="3124276"/>
                      <a:ext cx="0" cy="2454779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stealth" w="med" len="med"/>
                      <a:tailEnd type="none" w="sm" len="sm"/>
                    </a:ln>
                  </p:spPr>
                </p:cxnSp>
                <p:cxnSp>
                  <p:nvCxnSpPr>
                    <p:cNvPr id="1250" name="Google Shape;1250;p21"/>
                    <p:cNvCxnSpPr/>
                    <p:nvPr/>
                  </p:nvCxnSpPr>
                  <p:spPr>
                    <a:xfrm rot="10800000">
                      <a:off x="5066823" y="3445192"/>
                      <a:ext cx="1116000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1251" name="Google Shape;1251;p21"/>
                    <p:cNvCxnSpPr/>
                    <p:nvPr/>
                  </p:nvCxnSpPr>
                  <p:spPr>
                    <a:xfrm rot="10800000">
                      <a:off x="5066823" y="3718599"/>
                      <a:ext cx="1116000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1252" name="Google Shape;1252;p21"/>
                    <p:cNvCxnSpPr/>
                    <p:nvPr/>
                  </p:nvCxnSpPr>
                  <p:spPr>
                    <a:xfrm rot="10800000">
                      <a:off x="5066823" y="4210120"/>
                      <a:ext cx="1116000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1253" name="Google Shape;1253;p21"/>
                    <p:cNvCxnSpPr/>
                    <p:nvPr/>
                  </p:nvCxnSpPr>
                  <p:spPr>
                    <a:xfrm rot="10800000">
                      <a:off x="5066823" y="4861032"/>
                      <a:ext cx="1116000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1254" name="Google Shape;1254;p21"/>
                    <p:cNvCxnSpPr/>
                    <p:nvPr/>
                  </p:nvCxnSpPr>
                  <p:spPr>
                    <a:xfrm rot="10800000">
                      <a:off x="5066823" y="5326250"/>
                      <a:ext cx="1116000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</p:grpSp>
              <p:sp>
                <p:nvSpPr>
                  <p:cNvPr id="1255" name="Google Shape;1255;p21"/>
                  <p:cNvSpPr/>
                  <p:nvPr/>
                </p:nvSpPr>
                <p:spPr>
                  <a:xfrm>
                    <a:off x="5940421" y="3408339"/>
                    <a:ext cx="72000" cy="72000"/>
                  </a:xfrm>
                  <a:prstGeom prst="flowChartConnector">
                    <a:avLst/>
                  </a:prstGeom>
                  <a:solidFill>
                    <a:schemeClr val="lt1"/>
                  </a:solidFill>
                  <a:ln w="2857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56" name="Google Shape;1256;p21"/>
                  <p:cNvSpPr/>
                  <p:nvPr/>
                </p:nvSpPr>
                <p:spPr>
                  <a:xfrm>
                    <a:off x="5224688" y="3684183"/>
                    <a:ext cx="72000" cy="72000"/>
                  </a:xfrm>
                  <a:prstGeom prst="flowChartConnector">
                    <a:avLst/>
                  </a:prstGeom>
                  <a:solidFill>
                    <a:schemeClr val="lt1"/>
                  </a:solidFill>
                  <a:ln w="2857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57" name="Google Shape;1257;p21"/>
                  <p:cNvSpPr/>
                  <p:nvPr/>
                </p:nvSpPr>
                <p:spPr>
                  <a:xfrm>
                    <a:off x="5695990" y="4172612"/>
                    <a:ext cx="72000" cy="72000"/>
                  </a:xfrm>
                  <a:prstGeom prst="flowChartConnector">
                    <a:avLst/>
                  </a:prstGeom>
                  <a:solidFill>
                    <a:schemeClr val="lt1"/>
                  </a:solidFill>
                  <a:ln w="2857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58" name="Google Shape;1258;p21"/>
                  <p:cNvSpPr/>
                  <p:nvPr/>
                </p:nvSpPr>
                <p:spPr>
                  <a:xfrm>
                    <a:off x="5735818" y="4829329"/>
                    <a:ext cx="72000" cy="72000"/>
                  </a:xfrm>
                  <a:prstGeom prst="flowChartConnector">
                    <a:avLst/>
                  </a:prstGeom>
                  <a:solidFill>
                    <a:schemeClr val="lt1"/>
                  </a:solidFill>
                  <a:ln w="2857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59" name="Google Shape;1259;p21"/>
                  <p:cNvSpPr/>
                  <p:nvPr/>
                </p:nvSpPr>
                <p:spPr>
                  <a:xfrm>
                    <a:off x="6154534" y="5292726"/>
                    <a:ext cx="72000" cy="72000"/>
                  </a:xfrm>
                  <a:prstGeom prst="flowChartConnector">
                    <a:avLst/>
                  </a:prstGeom>
                  <a:solidFill>
                    <a:schemeClr val="lt1"/>
                  </a:solidFill>
                  <a:ln w="2857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260" name="Google Shape;1260;p21"/>
              <p:cNvGrpSpPr/>
              <p:nvPr/>
            </p:nvGrpSpPr>
            <p:grpSpPr>
              <a:xfrm>
                <a:off x="556520" y="3271503"/>
                <a:ext cx="2825416" cy="1201017"/>
                <a:chOff x="-2371273" y="3646151"/>
                <a:chExt cx="2825416" cy="1201017"/>
              </a:xfrm>
            </p:grpSpPr>
            <p:grpSp>
              <p:nvGrpSpPr>
                <p:cNvPr id="1261" name="Google Shape;1261;p21"/>
                <p:cNvGrpSpPr/>
                <p:nvPr/>
              </p:nvGrpSpPr>
              <p:grpSpPr>
                <a:xfrm rot="5400000">
                  <a:off x="-1437654" y="2955370"/>
                  <a:ext cx="1201017" cy="2582578"/>
                  <a:chOff x="5055327" y="2754131"/>
                  <a:chExt cx="1201017" cy="2582578"/>
                </a:xfrm>
              </p:grpSpPr>
              <p:sp>
                <p:nvSpPr>
                  <p:cNvPr id="1262" name="Google Shape;1262;p21"/>
                  <p:cNvSpPr txBox="1"/>
                  <p:nvPr/>
                </p:nvSpPr>
                <p:spPr>
                  <a:xfrm rot="-5400000">
                    <a:off x="4917629" y="2891829"/>
                    <a:ext cx="64472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pt-BR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n = 3</a:t>
                    </a:r>
                    <a:endParaRPr/>
                  </a:p>
                </p:txBody>
              </p:sp>
              <p:sp>
                <p:nvSpPr>
                  <p:cNvPr id="1263" name="Google Shape;1263;p21"/>
                  <p:cNvSpPr/>
                  <p:nvPr/>
                </p:nvSpPr>
                <p:spPr>
                  <a:xfrm>
                    <a:off x="5622131" y="3441947"/>
                    <a:ext cx="382496" cy="608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2496" h="60872" extrusionOk="0">
                        <a:moveTo>
                          <a:pt x="0" y="6103"/>
                        </a:moveTo>
                        <a:lnTo>
                          <a:pt x="328613" y="1341"/>
                        </a:lnTo>
                        <a:cubicBezTo>
                          <a:pt x="386954" y="1341"/>
                          <a:pt x="403622" y="-3819"/>
                          <a:pt x="350044" y="6103"/>
                        </a:cubicBezTo>
                        <a:cubicBezTo>
                          <a:pt x="296466" y="16025"/>
                          <a:pt x="77788" y="50950"/>
                          <a:pt x="7144" y="60872"/>
                        </a:cubicBezTo>
                      </a:path>
                    </a:pathLst>
                  </a:custGeom>
                  <a:solidFill>
                    <a:schemeClr val="accent1"/>
                  </a:solidFill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64" name="Google Shape;1264;p21"/>
                  <p:cNvSpPr/>
                  <p:nvPr/>
                </p:nvSpPr>
                <p:spPr>
                  <a:xfrm>
                    <a:off x="5083962" y="3498056"/>
                    <a:ext cx="545313" cy="2809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5313" h="280988" extrusionOk="0">
                        <a:moveTo>
                          <a:pt x="538169" y="0"/>
                        </a:moveTo>
                        <a:cubicBezTo>
                          <a:pt x="355011" y="31750"/>
                          <a:pt x="171854" y="63500"/>
                          <a:pt x="83351" y="85725"/>
                        </a:cubicBezTo>
                        <a:cubicBezTo>
                          <a:pt x="-5152" y="107950"/>
                          <a:pt x="-8327" y="109537"/>
                          <a:pt x="7151" y="133350"/>
                        </a:cubicBezTo>
                        <a:cubicBezTo>
                          <a:pt x="22629" y="157163"/>
                          <a:pt x="86525" y="203994"/>
                          <a:pt x="176219" y="228600"/>
                        </a:cubicBezTo>
                        <a:cubicBezTo>
                          <a:pt x="265913" y="253206"/>
                          <a:pt x="405613" y="267097"/>
                          <a:pt x="545313" y="280988"/>
                        </a:cubicBezTo>
                      </a:path>
                    </a:pathLst>
                  </a:custGeom>
                  <a:solidFill>
                    <a:schemeClr val="accent1"/>
                  </a:solidFill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65" name="Google Shape;1265;p21"/>
                  <p:cNvSpPr/>
                  <p:nvPr/>
                </p:nvSpPr>
                <p:spPr>
                  <a:xfrm>
                    <a:off x="5624513" y="3783806"/>
                    <a:ext cx="394688" cy="4361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688" h="436148" extrusionOk="0">
                        <a:moveTo>
                          <a:pt x="0" y="0"/>
                        </a:moveTo>
                        <a:cubicBezTo>
                          <a:pt x="133746" y="19248"/>
                          <a:pt x="267493" y="38497"/>
                          <a:pt x="330993" y="57150"/>
                        </a:cubicBezTo>
                        <a:cubicBezTo>
                          <a:pt x="394493" y="75803"/>
                          <a:pt x="409178" y="83344"/>
                          <a:pt x="381000" y="111919"/>
                        </a:cubicBezTo>
                        <a:cubicBezTo>
                          <a:pt x="352822" y="140494"/>
                          <a:pt x="215106" y="190103"/>
                          <a:pt x="161925" y="228600"/>
                        </a:cubicBezTo>
                        <a:cubicBezTo>
                          <a:pt x="108744" y="267097"/>
                          <a:pt x="71040" y="309165"/>
                          <a:pt x="61912" y="342900"/>
                        </a:cubicBezTo>
                        <a:cubicBezTo>
                          <a:pt x="52784" y="376635"/>
                          <a:pt x="97234" y="417116"/>
                          <a:pt x="107156" y="431007"/>
                        </a:cubicBezTo>
                        <a:cubicBezTo>
                          <a:pt x="117078" y="444898"/>
                          <a:pt x="138905" y="426244"/>
                          <a:pt x="121443" y="426244"/>
                        </a:cubicBezTo>
                        <a:cubicBezTo>
                          <a:pt x="103981" y="426244"/>
                          <a:pt x="53181" y="428625"/>
                          <a:pt x="2381" y="431007"/>
                        </a:cubicBezTo>
                      </a:path>
                    </a:pathLst>
                  </a:custGeom>
                  <a:solidFill>
                    <a:schemeClr val="accent1"/>
                  </a:solidFill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66" name="Google Shape;1266;p21"/>
                  <p:cNvSpPr/>
                  <p:nvPr/>
                </p:nvSpPr>
                <p:spPr>
                  <a:xfrm>
                    <a:off x="5619750" y="4217194"/>
                    <a:ext cx="376809" cy="6518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6809" h="651839" extrusionOk="0">
                        <a:moveTo>
                          <a:pt x="0" y="0"/>
                        </a:moveTo>
                        <a:lnTo>
                          <a:pt x="109538" y="0"/>
                        </a:lnTo>
                        <a:lnTo>
                          <a:pt x="109538" y="0"/>
                        </a:lnTo>
                        <a:cubicBezTo>
                          <a:pt x="138113" y="9525"/>
                          <a:pt x="236935" y="34131"/>
                          <a:pt x="280988" y="57150"/>
                        </a:cubicBezTo>
                        <a:cubicBezTo>
                          <a:pt x="325041" y="80169"/>
                          <a:pt x="363537" y="96043"/>
                          <a:pt x="373856" y="138112"/>
                        </a:cubicBezTo>
                        <a:cubicBezTo>
                          <a:pt x="384175" y="180181"/>
                          <a:pt x="365919" y="242887"/>
                          <a:pt x="342900" y="309562"/>
                        </a:cubicBezTo>
                        <a:cubicBezTo>
                          <a:pt x="319881" y="376237"/>
                          <a:pt x="267891" y="482203"/>
                          <a:pt x="235744" y="538162"/>
                        </a:cubicBezTo>
                        <a:cubicBezTo>
                          <a:pt x="203597" y="594122"/>
                          <a:pt x="167878" y="628253"/>
                          <a:pt x="150019" y="645319"/>
                        </a:cubicBezTo>
                        <a:cubicBezTo>
                          <a:pt x="132160" y="662385"/>
                          <a:pt x="128588" y="640556"/>
                          <a:pt x="128588" y="640556"/>
                        </a:cubicBezTo>
                        <a:lnTo>
                          <a:pt x="9525" y="642937"/>
                        </a:lnTo>
                      </a:path>
                    </a:pathLst>
                  </a:custGeom>
                  <a:solidFill>
                    <a:schemeClr val="accent1"/>
                  </a:solidFill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67" name="Google Shape;1267;p21"/>
                  <p:cNvSpPr/>
                  <p:nvPr/>
                </p:nvSpPr>
                <p:spPr>
                  <a:xfrm>
                    <a:off x="5622131" y="4855369"/>
                    <a:ext cx="170631" cy="714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0631" h="71437" extrusionOk="0">
                        <a:moveTo>
                          <a:pt x="0" y="0"/>
                        </a:moveTo>
                        <a:lnTo>
                          <a:pt x="145257" y="7144"/>
                        </a:lnTo>
                        <a:cubicBezTo>
                          <a:pt x="171451" y="8732"/>
                          <a:pt x="180578" y="-1190"/>
                          <a:pt x="157163" y="9525"/>
                        </a:cubicBezTo>
                        <a:cubicBezTo>
                          <a:pt x="133748" y="20240"/>
                          <a:pt x="34925" y="61118"/>
                          <a:pt x="4763" y="71437"/>
                        </a:cubicBezTo>
                      </a:path>
                    </a:pathLst>
                  </a:custGeom>
                  <a:solidFill>
                    <a:schemeClr val="accent1"/>
                  </a:solidFill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68" name="Google Shape;1268;p21"/>
                  <p:cNvSpPr/>
                  <p:nvPr/>
                </p:nvSpPr>
                <p:spPr>
                  <a:xfrm>
                    <a:off x="5345221" y="4919663"/>
                    <a:ext cx="281673" cy="219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1673" h="219075" extrusionOk="0">
                        <a:moveTo>
                          <a:pt x="281673" y="0"/>
                        </a:moveTo>
                        <a:cubicBezTo>
                          <a:pt x="254883" y="9922"/>
                          <a:pt x="228094" y="19844"/>
                          <a:pt x="181660" y="30956"/>
                        </a:cubicBezTo>
                        <a:cubicBezTo>
                          <a:pt x="135226" y="42069"/>
                          <a:pt x="19339" y="46831"/>
                          <a:pt x="3067" y="66675"/>
                        </a:cubicBezTo>
                        <a:cubicBezTo>
                          <a:pt x="-13205" y="86519"/>
                          <a:pt x="38389" y="124618"/>
                          <a:pt x="84029" y="150018"/>
                        </a:cubicBezTo>
                        <a:cubicBezTo>
                          <a:pt x="129669" y="175418"/>
                          <a:pt x="266591" y="200025"/>
                          <a:pt x="276910" y="219075"/>
                        </a:cubicBezTo>
                      </a:path>
                    </a:pathLst>
                  </a:custGeom>
                  <a:solidFill>
                    <a:schemeClr val="accent1"/>
                  </a:solidFill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69" name="Google Shape;1269;p21"/>
                  <p:cNvSpPr/>
                  <p:nvPr/>
                </p:nvSpPr>
                <p:spPr>
                  <a:xfrm>
                    <a:off x="5622131" y="5138738"/>
                    <a:ext cx="634213" cy="1979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4213" h="197971" extrusionOk="0">
                        <a:moveTo>
                          <a:pt x="0" y="0"/>
                        </a:moveTo>
                        <a:cubicBezTo>
                          <a:pt x="51395" y="31948"/>
                          <a:pt x="102791" y="63897"/>
                          <a:pt x="197644" y="95250"/>
                        </a:cubicBezTo>
                        <a:cubicBezTo>
                          <a:pt x="292497" y="126603"/>
                          <a:pt x="505619" y="171449"/>
                          <a:pt x="569119" y="188118"/>
                        </a:cubicBezTo>
                        <a:cubicBezTo>
                          <a:pt x="632619" y="204787"/>
                          <a:pt x="672306" y="195262"/>
                          <a:pt x="578644" y="195262"/>
                        </a:cubicBezTo>
                        <a:cubicBezTo>
                          <a:pt x="484982" y="195262"/>
                          <a:pt x="246063" y="191690"/>
                          <a:pt x="7144" y="188118"/>
                        </a:cubicBezTo>
                      </a:path>
                    </a:pathLst>
                  </a:custGeom>
                  <a:solidFill>
                    <a:schemeClr val="accent1"/>
                  </a:solidFill>
                  <a:ln w="1905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0" name="Google Shape;1270;p21"/>
                <p:cNvGrpSpPr/>
                <p:nvPr/>
              </p:nvGrpSpPr>
              <p:grpSpPr>
                <a:xfrm rot="5400000">
                  <a:off x="-1638928" y="2916521"/>
                  <a:ext cx="1159711" cy="2624401"/>
                  <a:chOff x="5066823" y="2954654"/>
                  <a:chExt cx="1159711" cy="2624401"/>
                </a:xfrm>
              </p:grpSpPr>
              <p:grpSp>
                <p:nvGrpSpPr>
                  <p:cNvPr id="1271" name="Google Shape;1271;p21"/>
                  <p:cNvGrpSpPr/>
                  <p:nvPr/>
                </p:nvGrpSpPr>
                <p:grpSpPr>
                  <a:xfrm>
                    <a:off x="5066823" y="2954654"/>
                    <a:ext cx="1116000" cy="2624401"/>
                    <a:chOff x="5066823" y="2954654"/>
                    <a:chExt cx="1116000" cy="2624401"/>
                  </a:xfrm>
                </p:grpSpPr>
                <p:sp>
                  <p:nvSpPr>
                    <p:cNvPr id="1272" name="Google Shape;1272;p21"/>
                    <p:cNvSpPr txBox="1"/>
                    <p:nvPr/>
                  </p:nvSpPr>
                  <p:spPr>
                    <a:xfrm rot="-5400000">
                      <a:off x="5594899" y="2986554"/>
                      <a:ext cx="43313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x,z</a:t>
                      </a:r>
                      <a:endParaRPr/>
                    </a:p>
                  </p:txBody>
                </p:sp>
                <p:cxnSp>
                  <p:nvCxnSpPr>
                    <p:cNvPr id="1273" name="Google Shape;1273;p21"/>
                    <p:cNvCxnSpPr/>
                    <p:nvPr/>
                  </p:nvCxnSpPr>
                  <p:spPr>
                    <a:xfrm>
                      <a:off x="5624823" y="3124276"/>
                      <a:ext cx="0" cy="2454779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stealth" w="med" len="med"/>
                      <a:tailEnd type="none" w="sm" len="sm"/>
                    </a:ln>
                  </p:spPr>
                </p:cxnSp>
                <p:cxnSp>
                  <p:nvCxnSpPr>
                    <p:cNvPr id="1274" name="Google Shape;1274;p21"/>
                    <p:cNvCxnSpPr/>
                    <p:nvPr/>
                  </p:nvCxnSpPr>
                  <p:spPr>
                    <a:xfrm rot="10800000">
                      <a:off x="5066823" y="3445192"/>
                      <a:ext cx="1116000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1275" name="Google Shape;1275;p21"/>
                    <p:cNvCxnSpPr/>
                    <p:nvPr/>
                  </p:nvCxnSpPr>
                  <p:spPr>
                    <a:xfrm rot="10800000">
                      <a:off x="5066823" y="3718599"/>
                      <a:ext cx="1116000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1276" name="Google Shape;1276;p21"/>
                    <p:cNvCxnSpPr/>
                    <p:nvPr/>
                  </p:nvCxnSpPr>
                  <p:spPr>
                    <a:xfrm rot="10800000">
                      <a:off x="5066823" y="4210120"/>
                      <a:ext cx="1116000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1277" name="Google Shape;1277;p21"/>
                    <p:cNvCxnSpPr/>
                    <p:nvPr/>
                  </p:nvCxnSpPr>
                  <p:spPr>
                    <a:xfrm rot="10800000">
                      <a:off x="5066823" y="4861032"/>
                      <a:ext cx="1116000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  <p:cxnSp>
                  <p:nvCxnSpPr>
                    <p:cNvPr id="1278" name="Google Shape;1278;p21"/>
                    <p:cNvCxnSpPr/>
                    <p:nvPr/>
                  </p:nvCxnSpPr>
                  <p:spPr>
                    <a:xfrm rot="10800000">
                      <a:off x="5066823" y="5326250"/>
                      <a:ext cx="1116000" cy="0"/>
                    </a:xfrm>
                    <a:prstGeom prst="straightConnector1">
                      <a:avLst/>
                    </a:prstGeom>
                    <a:noFill/>
                    <a:ln w="12700" cap="flat" cmpd="sng">
                      <a:solidFill>
                        <a:schemeClr val="dk1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</p:cxnSp>
              </p:grpSp>
              <p:sp>
                <p:nvSpPr>
                  <p:cNvPr id="1279" name="Google Shape;1279;p21"/>
                  <p:cNvSpPr/>
                  <p:nvPr/>
                </p:nvSpPr>
                <p:spPr>
                  <a:xfrm>
                    <a:off x="5940421" y="3408339"/>
                    <a:ext cx="72000" cy="72000"/>
                  </a:xfrm>
                  <a:prstGeom prst="flowChartConnector">
                    <a:avLst/>
                  </a:prstGeom>
                  <a:solidFill>
                    <a:schemeClr val="lt1"/>
                  </a:solidFill>
                  <a:ln w="2857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0" name="Google Shape;1280;p21"/>
                  <p:cNvSpPr/>
                  <p:nvPr/>
                </p:nvSpPr>
                <p:spPr>
                  <a:xfrm>
                    <a:off x="5224688" y="3684183"/>
                    <a:ext cx="72000" cy="72000"/>
                  </a:xfrm>
                  <a:prstGeom prst="flowChartConnector">
                    <a:avLst/>
                  </a:prstGeom>
                  <a:solidFill>
                    <a:schemeClr val="lt1"/>
                  </a:solidFill>
                  <a:ln w="2857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1" name="Google Shape;1281;p21"/>
                  <p:cNvSpPr/>
                  <p:nvPr/>
                </p:nvSpPr>
                <p:spPr>
                  <a:xfrm>
                    <a:off x="5695990" y="4172612"/>
                    <a:ext cx="72000" cy="72000"/>
                  </a:xfrm>
                  <a:prstGeom prst="flowChartConnector">
                    <a:avLst/>
                  </a:prstGeom>
                  <a:solidFill>
                    <a:schemeClr val="lt1"/>
                  </a:solidFill>
                  <a:ln w="2857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2" name="Google Shape;1282;p21"/>
                  <p:cNvSpPr/>
                  <p:nvPr/>
                </p:nvSpPr>
                <p:spPr>
                  <a:xfrm>
                    <a:off x="5735818" y="4829329"/>
                    <a:ext cx="72000" cy="72000"/>
                  </a:xfrm>
                  <a:prstGeom prst="flowChartConnector">
                    <a:avLst/>
                  </a:prstGeom>
                  <a:solidFill>
                    <a:schemeClr val="lt1"/>
                  </a:solidFill>
                  <a:ln w="2857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3" name="Google Shape;1283;p21"/>
                  <p:cNvSpPr/>
                  <p:nvPr/>
                </p:nvSpPr>
                <p:spPr>
                  <a:xfrm>
                    <a:off x="6154534" y="5292726"/>
                    <a:ext cx="72000" cy="72000"/>
                  </a:xfrm>
                  <a:prstGeom prst="flowChartConnector">
                    <a:avLst/>
                  </a:prstGeom>
                  <a:solidFill>
                    <a:schemeClr val="lt1"/>
                  </a:solidFill>
                  <a:ln w="28575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srgbClr val="000000">
                        <a:alpha val="40000"/>
                      </a:srgb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1284" name="Google Shape;1284;p21"/>
            <p:cNvSpPr/>
            <p:nvPr/>
          </p:nvSpPr>
          <p:spPr>
            <a:xfrm rot="10800000">
              <a:off x="3515845" y="917305"/>
              <a:ext cx="294387" cy="3413165"/>
            </a:xfrm>
            <a:prstGeom prst="leftBrace">
              <a:avLst>
                <a:gd name="adj1" fmla="val 100823"/>
                <a:gd name="adj2" fmla="val 64697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2"/>
          <p:cNvSpPr txBox="1"/>
          <p:nvPr/>
        </p:nvSpPr>
        <p:spPr>
          <a:xfrm>
            <a:off x="0" y="0"/>
            <a:ext cx="28650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UF fundamental shaft model</a:t>
            </a:r>
            <a:endParaRPr/>
          </a:p>
        </p:txBody>
      </p:sp>
      <p:grpSp>
        <p:nvGrpSpPr>
          <p:cNvPr id="1290" name="Google Shape;1290;p22"/>
          <p:cNvGrpSpPr/>
          <p:nvPr/>
        </p:nvGrpSpPr>
        <p:grpSpPr>
          <a:xfrm>
            <a:off x="867933" y="-852692"/>
            <a:ext cx="10290693" cy="6810147"/>
            <a:chOff x="867933" y="-852692"/>
            <a:chExt cx="10290693" cy="6810147"/>
          </a:xfrm>
        </p:grpSpPr>
        <p:grpSp>
          <p:nvGrpSpPr>
            <p:cNvPr id="1291" name="Google Shape;1291;p22"/>
            <p:cNvGrpSpPr/>
            <p:nvPr/>
          </p:nvGrpSpPr>
          <p:grpSpPr>
            <a:xfrm>
              <a:off x="5893464" y="369332"/>
              <a:ext cx="4539104" cy="4539104"/>
              <a:chOff x="6093130" y="1274790"/>
              <a:chExt cx="1440000" cy="1440000"/>
            </a:xfrm>
          </p:grpSpPr>
          <p:sp>
            <p:nvSpPr>
              <p:cNvPr id="1292" name="Google Shape;1292;p22"/>
              <p:cNvSpPr/>
              <p:nvPr/>
            </p:nvSpPr>
            <p:spPr>
              <a:xfrm>
                <a:off x="6093130" y="1274790"/>
                <a:ext cx="1440000" cy="14400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22"/>
              <p:cNvSpPr/>
              <p:nvPr/>
            </p:nvSpPr>
            <p:spPr>
              <a:xfrm>
                <a:off x="6309130" y="1490790"/>
                <a:ext cx="1008000" cy="10080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94" name="Google Shape;1294;p22"/>
              <p:cNvCxnSpPr/>
              <p:nvPr/>
            </p:nvCxnSpPr>
            <p:spPr>
              <a:xfrm>
                <a:off x="6304013" y="1485673"/>
                <a:ext cx="1018234" cy="1018234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95" name="Google Shape;1295;p22"/>
              <p:cNvCxnSpPr/>
              <p:nvPr/>
            </p:nvCxnSpPr>
            <p:spPr>
              <a:xfrm>
                <a:off x="6093130" y="1994790"/>
                <a:ext cx="1440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96" name="Google Shape;1296;p22"/>
              <p:cNvCxnSpPr/>
              <p:nvPr/>
            </p:nvCxnSpPr>
            <p:spPr>
              <a:xfrm rot="10800000" flipH="1">
                <a:off x="6304013" y="1485673"/>
                <a:ext cx="1018234" cy="1018234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97" name="Google Shape;1297;p22"/>
              <p:cNvCxnSpPr/>
              <p:nvPr/>
            </p:nvCxnSpPr>
            <p:spPr>
              <a:xfrm rot="10800000">
                <a:off x="6813130" y="1274790"/>
                <a:ext cx="0" cy="144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298" name="Google Shape;1298;p22"/>
              <p:cNvSpPr/>
              <p:nvPr/>
            </p:nvSpPr>
            <p:spPr>
              <a:xfrm>
                <a:off x="6201130" y="1382790"/>
                <a:ext cx="1224000" cy="12240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22"/>
              <p:cNvSpPr/>
              <p:nvPr/>
            </p:nvSpPr>
            <p:spPr>
              <a:xfrm>
                <a:off x="6417130" y="1598790"/>
                <a:ext cx="792000" cy="7920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00" name="Google Shape;1300;p22"/>
              <p:cNvCxnSpPr/>
              <p:nvPr/>
            </p:nvCxnSpPr>
            <p:spPr>
              <a:xfrm rot="-9480000" flipH="1">
                <a:off x="6304013" y="1485673"/>
                <a:ext cx="1018234" cy="1018234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01" name="Google Shape;1301;p22"/>
              <p:cNvCxnSpPr/>
              <p:nvPr/>
            </p:nvCxnSpPr>
            <p:spPr>
              <a:xfrm rot="9480000" flipH="1">
                <a:off x="6304013" y="1485673"/>
                <a:ext cx="1018234" cy="1018234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02" name="Google Shape;1302;p22"/>
              <p:cNvCxnSpPr/>
              <p:nvPr/>
            </p:nvCxnSpPr>
            <p:spPr>
              <a:xfrm rot="1320000">
                <a:off x="6304013" y="1485673"/>
                <a:ext cx="1018234" cy="1018234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03" name="Google Shape;1303;p22"/>
              <p:cNvCxnSpPr/>
              <p:nvPr/>
            </p:nvCxnSpPr>
            <p:spPr>
              <a:xfrm rot="-1320000">
                <a:off x="6304013" y="1485673"/>
                <a:ext cx="1018234" cy="1018234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304" name="Google Shape;1304;p22"/>
              <p:cNvSpPr/>
              <p:nvPr/>
            </p:nvSpPr>
            <p:spPr>
              <a:xfrm>
                <a:off x="6525130" y="1706790"/>
                <a:ext cx="576000" cy="576000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5" name="Google Shape;1305;p22"/>
            <p:cNvSpPr/>
            <p:nvPr/>
          </p:nvSpPr>
          <p:spPr>
            <a:xfrm>
              <a:off x="5606115" y="516779"/>
              <a:ext cx="2076391" cy="6948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22"/>
            <p:cNvSpPr/>
            <p:nvPr/>
          </p:nvSpPr>
          <p:spPr>
            <a:xfrm rot="2714614">
              <a:off x="6701156" y="303542"/>
              <a:ext cx="4243996" cy="236974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22"/>
            <p:cNvSpPr/>
            <p:nvPr/>
          </p:nvSpPr>
          <p:spPr>
            <a:xfrm>
              <a:off x="5631595" y="2707455"/>
              <a:ext cx="4991426" cy="236974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08" name="Google Shape;1308;p22"/>
            <p:cNvGrpSpPr/>
            <p:nvPr/>
          </p:nvGrpSpPr>
          <p:grpSpPr>
            <a:xfrm>
              <a:off x="867933" y="625698"/>
              <a:ext cx="4118748" cy="1561874"/>
              <a:chOff x="1170280" y="1901701"/>
              <a:chExt cx="5848236" cy="2217717"/>
            </a:xfrm>
          </p:grpSpPr>
          <p:sp>
            <p:nvSpPr>
              <p:cNvPr id="1309" name="Google Shape;1309;p22"/>
              <p:cNvSpPr/>
              <p:nvPr/>
            </p:nvSpPr>
            <p:spPr>
              <a:xfrm rot="5400000">
                <a:off x="3318359" y="821611"/>
                <a:ext cx="1631514" cy="4957781"/>
              </a:xfrm>
              <a:prstGeom prst="can">
                <a:avLst>
                  <a:gd name="adj" fmla="val 89504"/>
                </a:avLst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254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22"/>
              <p:cNvSpPr/>
              <p:nvPr/>
            </p:nvSpPr>
            <p:spPr>
              <a:xfrm rot="-5400000">
                <a:off x="1797411" y="2566950"/>
                <a:ext cx="1631513" cy="1473420"/>
              </a:xfrm>
              <a:prstGeom prst="arc">
                <a:avLst>
                  <a:gd name="adj1" fmla="val 10815916"/>
                  <a:gd name="adj2" fmla="val 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22"/>
              <p:cNvSpPr/>
              <p:nvPr/>
            </p:nvSpPr>
            <p:spPr>
              <a:xfrm rot="-5400000">
                <a:off x="2092727" y="2566950"/>
                <a:ext cx="1631513" cy="1473420"/>
              </a:xfrm>
              <a:prstGeom prst="arc">
                <a:avLst>
                  <a:gd name="adj1" fmla="val 10815916"/>
                  <a:gd name="adj2" fmla="val 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22"/>
              <p:cNvSpPr/>
              <p:nvPr/>
            </p:nvSpPr>
            <p:spPr>
              <a:xfrm rot="-5400000">
                <a:off x="2388044" y="2566950"/>
                <a:ext cx="1631513" cy="1473420"/>
              </a:xfrm>
              <a:prstGeom prst="arc">
                <a:avLst>
                  <a:gd name="adj1" fmla="val 10815916"/>
                  <a:gd name="adj2" fmla="val 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22"/>
              <p:cNvSpPr/>
              <p:nvPr/>
            </p:nvSpPr>
            <p:spPr>
              <a:xfrm rot="-5400000">
                <a:off x="2683362" y="2566951"/>
                <a:ext cx="1631513" cy="1473420"/>
              </a:xfrm>
              <a:prstGeom prst="arc">
                <a:avLst>
                  <a:gd name="adj1" fmla="val 10815916"/>
                  <a:gd name="adj2" fmla="val 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22"/>
              <p:cNvSpPr/>
              <p:nvPr/>
            </p:nvSpPr>
            <p:spPr>
              <a:xfrm rot="-5400000">
                <a:off x="2978679" y="2566951"/>
                <a:ext cx="1631513" cy="1473420"/>
              </a:xfrm>
              <a:prstGeom prst="arc">
                <a:avLst>
                  <a:gd name="adj1" fmla="val 10815916"/>
                  <a:gd name="adj2" fmla="val 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22"/>
              <p:cNvSpPr/>
              <p:nvPr/>
            </p:nvSpPr>
            <p:spPr>
              <a:xfrm rot="-5400000">
                <a:off x="3273996" y="2566951"/>
                <a:ext cx="1631513" cy="1473420"/>
              </a:xfrm>
              <a:prstGeom prst="arc">
                <a:avLst>
                  <a:gd name="adj1" fmla="val 10815916"/>
                  <a:gd name="adj2" fmla="val 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6" name="Google Shape;1316;p22"/>
              <p:cNvSpPr/>
              <p:nvPr/>
            </p:nvSpPr>
            <p:spPr>
              <a:xfrm rot="-5400000">
                <a:off x="3631085" y="2495372"/>
                <a:ext cx="1631513" cy="1616577"/>
              </a:xfrm>
              <a:prstGeom prst="arc">
                <a:avLst>
                  <a:gd name="adj1" fmla="val 10815916"/>
                  <a:gd name="adj2" fmla="val 0"/>
                </a:avLst>
              </a:prstGeom>
              <a:noFill/>
              <a:ln w="19050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22"/>
              <p:cNvSpPr/>
              <p:nvPr/>
            </p:nvSpPr>
            <p:spPr>
              <a:xfrm rot="-5400000">
                <a:off x="3932752" y="2495372"/>
                <a:ext cx="1631513" cy="1616578"/>
              </a:xfrm>
              <a:prstGeom prst="arc">
                <a:avLst>
                  <a:gd name="adj1" fmla="val 10815916"/>
                  <a:gd name="adj2" fmla="val 0"/>
                </a:avLst>
              </a:prstGeom>
              <a:noFill/>
              <a:ln w="19050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22"/>
              <p:cNvSpPr/>
              <p:nvPr/>
            </p:nvSpPr>
            <p:spPr>
              <a:xfrm rot="-5400000">
                <a:off x="4247118" y="2495372"/>
                <a:ext cx="1631513" cy="1616578"/>
              </a:xfrm>
              <a:prstGeom prst="arc">
                <a:avLst>
                  <a:gd name="adj1" fmla="val 10815916"/>
                  <a:gd name="adj2" fmla="val 0"/>
                </a:avLst>
              </a:prstGeom>
              <a:noFill/>
              <a:ln w="1905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319;p22"/>
              <p:cNvSpPr/>
              <p:nvPr/>
            </p:nvSpPr>
            <p:spPr>
              <a:xfrm>
                <a:off x="5287195" y="2611215"/>
                <a:ext cx="1217269" cy="1391212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22"/>
              <p:cNvSpPr/>
              <p:nvPr/>
            </p:nvSpPr>
            <p:spPr>
              <a:xfrm>
                <a:off x="5476989" y="2788276"/>
                <a:ext cx="849413" cy="1018115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21" name="Google Shape;1321;p22"/>
              <p:cNvCxnSpPr/>
              <p:nvPr/>
            </p:nvCxnSpPr>
            <p:spPr>
              <a:xfrm>
                <a:off x="2054833" y="2560625"/>
                <a:ext cx="350333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2" name="Google Shape;1322;p22"/>
              <p:cNvCxnSpPr/>
              <p:nvPr/>
            </p:nvCxnSpPr>
            <p:spPr>
              <a:xfrm>
                <a:off x="1866716" y="2710812"/>
                <a:ext cx="350333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3" name="Google Shape;1323;p22"/>
              <p:cNvCxnSpPr/>
              <p:nvPr/>
            </p:nvCxnSpPr>
            <p:spPr>
              <a:xfrm>
                <a:off x="1683329" y="2985893"/>
                <a:ext cx="350333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4" name="Google Shape;1324;p22"/>
              <p:cNvCxnSpPr/>
              <p:nvPr/>
            </p:nvCxnSpPr>
            <p:spPr>
              <a:xfrm>
                <a:off x="1637482" y="3452002"/>
                <a:ext cx="350333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5" name="Google Shape;1325;p22"/>
              <p:cNvCxnSpPr/>
              <p:nvPr/>
            </p:nvCxnSpPr>
            <p:spPr>
              <a:xfrm>
                <a:off x="1744458" y="3727083"/>
                <a:ext cx="350333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6" name="Google Shape;1326;p22"/>
              <p:cNvCxnSpPr/>
              <p:nvPr/>
            </p:nvCxnSpPr>
            <p:spPr>
              <a:xfrm>
                <a:off x="1874358" y="3918111"/>
                <a:ext cx="350333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7" name="Google Shape;1327;p22"/>
              <p:cNvCxnSpPr/>
              <p:nvPr/>
            </p:nvCxnSpPr>
            <p:spPr>
              <a:xfrm>
                <a:off x="2027180" y="4032728"/>
                <a:ext cx="350333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8" name="Google Shape;1328;p22"/>
              <p:cNvCxnSpPr/>
              <p:nvPr/>
            </p:nvCxnSpPr>
            <p:spPr>
              <a:xfrm>
                <a:off x="5566067" y="2556935"/>
                <a:ext cx="657138" cy="1467097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9" name="Google Shape;1329;p22"/>
              <p:cNvCxnSpPr/>
              <p:nvPr/>
            </p:nvCxnSpPr>
            <p:spPr>
              <a:xfrm>
                <a:off x="5359756" y="2702117"/>
                <a:ext cx="1069759" cy="1130888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0" name="Google Shape;1330;p22"/>
              <p:cNvCxnSpPr/>
              <p:nvPr/>
            </p:nvCxnSpPr>
            <p:spPr>
              <a:xfrm>
                <a:off x="5191651" y="2984839"/>
                <a:ext cx="1375404" cy="55016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1" name="Google Shape;1331;p22"/>
              <p:cNvCxnSpPr/>
              <p:nvPr/>
            </p:nvCxnSpPr>
            <p:spPr>
              <a:xfrm rot="10800000" flipH="1">
                <a:off x="5161087" y="3091814"/>
                <a:ext cx="1398328" cy="366774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2" name="Google Shape;1332;p22"/>
              <p:cNvCxnSpPr/>
              <p:nvPr/>
            </p:nvCxnSpPr>
            <p:spPr>
              <a:xfrm rot="10800000" flipH="1">
                <a:off x="5237498" y="2862580"/>
                <a:ext cx="1214941" cy="863448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3" name="Google Shape;1333;p22"/>
              <p:cNvCxnSpPr/>
              <p:nvPr/>
            </p:nvCxnSpPr>
            <p:spPr>
              <a:xfrm rot="10800000" flipH="1">
                <a:off x="5375039" y="2694475"/>
                <a:ext cx="947501" cy="121494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lg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4" name="Google Shape;1334;p22"/>
              <p:cNvCxnSpPr/>
              <p:nvPr/>
            </p:nvCxnSpPr>
            <p:spPr>
              <a:xfrm rot="10800000" flipH="1">
                <a:off x="5512579" y="2587500"/>
                <a:ext cx="672420" cy="1436533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5" name="Google Shape;1335;p22"/>
              <p:cNvCxnSpPr/>
              <p:nvPr/>
            </p:nvCxnSpPr>
            <p:spPr>
              <a:xfrm flipH="1">
                <a:off x="5772378" y="2503447"/>
                <a:ext cx="198670" cy="1604638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336" name="Google Shape;1336;p22"/>
              <p:cNvSpPr/>
              <p:nvPr/>
            </p:nvSpPr>
            <p:spPr>
              <a:xfrm>
                <a:off x="5665904" y="2990636"/>
                <a:ext cx="481557" cy="581779"/>
              </a:xfrm>
              <a:prstGeom prst="ellipse">
                <a:avLst/>
              </a:prstGeom>
              <a:gradFill>
                <a:gsLst>
                  <a:gs pos="0">
                    <a:srgbClr val="595959"/>
                  </a:gs>
                  <a:gs pos="52999">
                    <a:srgbClr val="D8D8D8"/>
                  </a:gs>
                  <a:gs pos="100000">
                    <a:srgbClr val="595959"/>
                  </a:gs>
                </a:gsLst>
                <a:lin ang="540000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37" name="Google Shape;1337;p22"/>
              <p:cNvCxnSpPr/>
              <p:nvPr/>
            </p:nvCxnSpPr>
            <p:spPr>
              <a:xfrm rot="10800000">
                <a:off x="2268215" y="2087880"/>
                <a:ext cx="0" cy="1209264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dk1"/>
                </a:solidFill>
                <a:prstDash val="dashDot"/>
                <a:miter lim="800000"/>
                <a:headEnd type="none" w="sm" len="sm"/>
                <a:tailEnd type="triangle" w="lg" len="lg"/>
              </a:ln>
            </p:spPr>
          </p:cxnSp>
          <p:cxnSp>
            <p:nvCxnSpPr>
              <p:cNvPr id="1338" name="Google Shape;1338;p22"/>
              <p:cNvCxnSpPr/>
              <p:nvPr/>
            </p:nvCxnSpPr>
            <p:spPr>
              <a:xfrm rot="10800000">
                <a:off x="2260182" y="3298550"/>
                <a:ext cx="4721861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dk1"/>
                </a:solidFill>
                <a:prstDash val="dashDot"/>
                <a:miter lim="800000"/>
                <a:headEnd type="triangle" w="lg" len="lg"/>
                <a:tailEnd type="none" w="sm" len="sm"/>
              </a:ln>
            </p:spPr>
          </p:cxnSp>
          <p:sp>
            <p:nvSpPr>
              <p:cNvPr id="1339" name="Google Shape;1339;p22"/>
              <p:cNvSpPr txBox="1"/>
              <p:nvPr/>
            </p:nvSpPr>
            <p:spPr>
              <a:xfrm>
                <a:off x="6721036" y="3358015"/>
                <a:ext cx="297480" cy="524417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r="-49999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340" name="Google Shape;1340;p22"/>
              <p:cNvSpPr txBox="1"/>
              <p:nvPr/>
            </p:nvSpPr>
            <p:spPr>
              <a:xfrm>
                <a:off x="1170280" y="3296835"/>
                <a:ext cx="392288" cy="369331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r="-17388" b="-33329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341" name="Google Shape;1341;p22"/>
              <p:cNvSpPr txBox="1"/>
              <p:nvPr/>
            </p:nvSpPr>
            <p:spPr>
              <a:xfrm>
                <a:off x="2393024" y="1901701"/>
                <a:ext cx="379462" cy="369331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r="-18604" b="-33329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342" name="Google Shape;1342;p22"/>
              <p:cNvCxnSpPr/>
              <p:nvPr/>
            </p:nvCxnSpPr>
            <p:spPr>
              <a:xfrm flipH="1">
                <a:off x="1442051" y="3303357"/>
                <a:ext cx="823077" cy="693117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dk1"/>
                </a:solidFill>
                <a:prstDash val="dashDot"/>
                <a:miter lim="800000"/>
                <a:headEnd type="none" w="sm" len="sm"/>
                <a:tailEnd type="triangle" w="lg" len="lg"/>
              </a:ln>
            </p:spPr>
          </p:cxnSp>
        </p:grpSp>
        <p:cxnSp>
          <p:nvCxnSpPr>
            <p:cNvPr id="1343" name="Google Shape;1343;p22"/>
            <p:cNvCxnSpPr>
              <a:stCxn id="1344" idx="0"/>
            </p:cNvCxnSpPr>
            <p:nvPr/>
          </p:nvCxnSpPr>
          <p:spPr>
            <a:xfrm flipH="1">
              <a:off x="1381469" y="2244462"/>
              <a:ext cx="1164600" cy="657900"/>
            </a:xfrm>
            <a:prstGeom prst="straightConnector1">
              <a:avLst/>
            </a:prstGeom>
            <a:noFill/>
            <a:ln w="25400" cap="flat" cmpd="sng">
              <a:solidFill>
                <a:srgbClr val="C00000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45" name="Google Shape;1345;p22"/>
            <p:cNvCxnSpPr>
              <a:stCxn id="1346" idx="0"/>
            </p:cNvCxnSpPr>
            <p:nvPr/>
          </p:nvCxnSpPr>
          <p:spPr>
            <a:xfrm>
              <a:off x="2961272" y="2244462"/>
              <a:ext cx="1999800" cy="646500"/>
            </a:xfrm>
            <a:prstGeom prst="straightConnector1">
              <a:avLst/>
            </a:prstGeom>
            <a:noFill/>
            <a:ln w="25400" cap="flat" cmpd="sng">
              <a:solidFill>
                <a:srgbClr val="C00000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grpSp>
          <p:nvGrpSpPr>
            <p:cNvPr id="1347" name="Google Shape;1347;p22"/>
            <p:cNvGrpSpPr/>
            <p:nvPr/>
          </p:nvGrpSpPr>
          <p:grpSpPr>
            <a:xfrm>
              <a:off x="1862190" y="976571"/>
              <a:ext cx="1788831" cy="1267897"/>
              <a:chOff x="1976025" y="2538293"/>
              <a:chExt cx="1491146" cy="1267897"/>
            </a:xfrm>
          </p:grpSpPr>
          <p:sp>
            <p:nvSpPr>
              <p:cNvPr id="1344" name="Google Shape;1344;p22"/>
              <p:cNvSpPr/>
              <p:nvPr/>
            </p:nvSpPr>
            <p:spPr>
              <a:xfrm rot="-5400000">
                <a:off x="1914596" y="2599722"/>
                <a:ext cx="1267897" cy="1145039"/>
              </a:xfrm>
              <a:prstGeom prst="arc">
                <a:avLst>
                  <a:gd name="adj1" fmla="val 10815916"/>
                  <a:gd name="adj2" fmla="val 0"/>
                </a:avLst>
              </a:prstGeom>
              <a:noFill/>
              <a:ln w="190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22"/>
              <p:cNvSpPr/>
              <p:nvPr/>
            </p:nvSpPr>
            <p:spPr>
              <a:xfrm rot="-5400000">
                <a:off x="2260703" y="2599722"/>
                <a:ext cx="1267897" cy="1145039"/>
              </a:xfrm>
              <a:prstGeom prst="arc">
                <a:avLst>
                  <a:gd name="adj1" fmla="val 10815916"/>
                  <a:gd name="adj2" fmla="val 0"/>
                </a:avLst>
              </a:prstGeom>
              <a:noFill/>
              <a:ln w="190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48" name="Google Shape;1348;p22"/>
              <p:cNvCxnSpPr>
                <a:stCxn id="1344" idx="2"/>
                <a:endCxn id="1346" idx="2"/>
              </p:cNvCxnSpPr>
              <p:nvPr/>
            </p:nvCxnSpPr>
            <p:spPr>
              <a:xfrm>
                <a:off x="2548545" y="2538293"/>
                <a:ext cx="346200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49" name="Google Shape;1349;p22"/>
              <p:cNvCxnSpPr>
                <a:stCxn id="1344" idx="0"/>
                <a:endCxn id="1346" idx="0"/>
              </p:cNvCxnSpPr>
              <p:nvPr/>
            </p:nvCxnSpPr>
            <p:spPr>
              <a:xfrm>
                <a:off x="2546098" y="3806184"/>
                <a:ext cx="346200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350" name="Google Shape;1350;p22"/>
            <p:cNvGrpSpPr/>
            <p:nvPr/>
          </p:nvGrpSpPr>
          <p:grpSpPr>
            <a:xfrm>
              <a:off x="1194026" y="2893183"/>
              <a:ext cx="3995660" cy="1208847"/>
              <a:chOff x="1010727" y="4260055"/>
              <a:chExt cx="3995660" cy="1208847"/>
            </a:xfrm>
          </p:grpSpPr>
          <p:sp>
            <p:nvSpPr>
              <p:cNvPr id="1351" name="Google Shape;1351;p22"/>
              <p:cNvSpPr/>
              <p:nvPr/>
            </p:nvSpPr>
            <p:spPr>
              <a:xfrm rot="5400000">
                <a:off x="2842121" y="3335190"/>
                <a:ext cx="396000" cy="3299694"/>
              </a:xfrm>
              <a:prstGeom prst="can">
                <a:avLst>
                  <a:gd name="adj" fmla="val 59495"/>
                </a:avLst>
              </a:prstGeom>
              <a:gradFill>
                <a:gsLst>
                  <a:gs pos="0">
                    <a:srgbClr val="F2F2F2">
                      <a:alpha val="49803"/>
                    </a:srgbClr>
                  </a:gs>
                  <a:gs pos="50000">
                    <a:srgbClr val="7F7F7F">
                      <a:alpha val="49803"/>
                    </a:srgbClr>
                  </a:gs>
                  <a:gs pos="100000">
                    <a:srgbClr val="262626">
                      <a:alpha val="83921"/>
                    </a:srgbClr>
                  </a:gs>
                </a:gsLst>
                <a:lin ang="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2" name="Google Shape;1352;p22"/>
              <p:cNvSpPr/>
              <p:nvPr/>
            </p:nvSpPr>
            <p:spPr>
              <a:xfrm>
                <a:off x="4506700" y="4859037"/>
                <a:ext cx="144000" cy="252000"/>
              </a:xfrm>
              <a:prstGeom prst="ellipse">
                <a:avLst/>
              </a:prstGeom>
              <a:gradFill>
                <a:gsLst>
                  <a:gs pos="0">
                    <a:srgbClr val="A5A5A5"/>
                  </a:gs>
                  <a:gs pos="50000">
                    <a:srgbClr val="595959"/>
                  </a:gs>
                  <a:gs pos="100000">
                    <a:schemeClr val="dk1"/>
                  </a:gs>
                </a:gsLst>
                <a:lin ang="10800000" scaled="0"/>
              </a:gra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53" name="Google Shape;1353;p22"/>
              <p:cNvCxnSpPr/>
              <p:nvPr/>
            </p:nvCxnSpPr>
            <p:spPr>
              <a:xfrm rot="10800000">
                <a:off x="1510028" y="4269130"/>
                <a:ext cx="0" cy="720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lg" len="lg"/>
              </a:ln>
            </p:spPr>
          </p:cxnSp>
          <p:cxnSp>
            <p:nvCxnSpPr>
              <p:cNvPr id="1354" name="Google Shape;1354;p22"/>
              <p:cNvCxnSpPr/>
              <p:nvPr/>
            </p:nvCxnSpPr>
            <p:spPr>
              <a:xfrm rot="10800000">
                <a:off x="1508436" y="4985037"/>
                <a:ext cx="2988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355" name="Google Shape;1355;p22"/>
              <p:cNvSpPr txBox="1"/>
              <p:nvPr/>
            </p:nvSpPr>
            <p:spPr>
              <a:xfrm>
                <a:off x="4674245" y="4547706"/>
                <a:ext cx="3321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</a:t>
                </a:r>
                <a:endParaRPr/>
              </a:p>
            </p:txBody>
          </p:sp>
          <p:sp>
            <p:nvSpPr>
              <p:cNvPr id="1356" name="Google Shape;1356;p22"/>
              <p:cNvSpPr txBox="1"/>
              <p:nvPr/>
            </p:nvSpPr>
            <p:spPr>
              <a:xfrm>
                <a:off x="1010727" y="4935815"/>
                <a:ext cx="33214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/>
              </a:p>
            </p:txBody>
          </p:sp>
          <p:sp>
            <p:nvSpPr>
              <p:cNvPr id="1357" name="Google Shape;1357;p22"/>
              <p:cNvSpPr txBox="1"/>
              <p:nvPr/>
            </p:nvSpPr>
            <p:spPr>
              <a:xfrm>
                <a:off x="1522297" y="4260055"/>
                <a:ext cx="32092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Z</a:t>
                </a:r>
                <a:endParaRPr/>
              </a:p>
            </p:txBody>
          </p:sp>
          <p:cxnSp>
            <p:nvCxnSpPr>
              <p:cNvPr id="1358" name="Google Shape;1358;p22"/>
              <p:cNvCxnSpPr/>
              <p:nvPr/>
            </p:nvCxnSpPr>
            <p:spPr>
              <a:xfrm flipH="1">
                <a:off x="1114720" y="4988161"/>
                <a:ext cx="396000" cy="396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lg" len="lg"/>
              </a:ln>
            </p:spPr>
          </p:cxnSp>
          <p:sp>
            <p:nvSpPr>
              <p:cNvPr id="1359" name="Google Shape;1359;p22"/>
              <p:cNvSpPr/>
              <p:nvPr/>
            </p:nvSpPr>
            <p:spPr>
              <a:xfrm rot="-5400000" flipH="1">
                <a:off x="2842121" y="3335190"/>
                <a:ext cx="396000" cy="3299694"/>
              </a:xfrm>
              <a:prstGeom prst="can">
                <a:avLst>
                  <a:gd name="adj" fmla="val 59495"/>
                </a:avLst>
              </a:prstGeom>
              <a:noFill/>
              <a:ln w="19050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22"/>
              <p:cNvSpPr/>
              <p:nvPr/>
            </p:nvSpPr>
            <p:spPr>
              <a:xfrm>
                <a:off x="1436968" y="4859037"/>
                <a:ext cx="144000" cy="252000"/>
              </a:xfrm>
              <a:prstGeom prst="ellipse">
                <a:avLst/>
              </a:prstGeom>
              <a:noFill/>
              <a:ln w="12700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61" name="Google Shape;1361;p22"/>
              <p:cNvCxnSpPr/>
              <p:nvPr/>
            </p:nvCxnSpPr>
            <p:spPr>
              <a:xfrm>
                <a:off x="4519296" y="4985037"/>
                <a:ext cx="372798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stealth" w="lg" len="lg"/>
              </a:ln>
            </p:spPr>
          </p:cxnSp>
          <p:sp>
            <p:nvSpPr>
              <p:cNvPr id="1362" name="Google Shape;1362;p22"/>
              <p:cNvSpPr txBox="1"/>
              <p:nvPr/>
            </p:nvSpPr>
            <p:spPr>
              <a:xfrm>
                <a:off x="1924367" y="5191903"/>
                <a:ext cx="24878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2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</a:t>
                </a:r>
                <a:endParaRPr/>
              </a:p>
            </p:txBody>
          </p:sp>
          <p:sp>
            <p:nvSpPr>
              <p:cNvPr id="1363" name="Google Shape;1363;p22"/>
              <p:cNvSpPr/>
              <p:nvPr/>
            </p:nvSpPr>
            <p:spPr>
              <a:xfrm>
                <a:off x="1121088" y="4556710"/>
                <a:ext cx="252000" cy="252000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  <p:sp>
            <p:nvSpPr>
              <p:cNvPr id="1364" name="Google Shape;1364;p22"/>
              <p:cNvSpPr/>
              <p:nvPr/>
            </p:nvSpPr>
            <p:spPr>
              <a:xfrm>
                <a:off x="4154549" y="4464860"/>
                <a:ext cx="252000" cy="252000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sp>
            <p:nvSpPr>
              <p:cNvPr id="1365" name="Google Shape;1365;p22"/>
              <p:cNvSpPr/>
              <p:nvPr/>
            </p:nvSpPr>
            <p:spPr>
              <a:xfrm>
                <a:off x="2054348" y="4858091"/>
                <a:ext cx="144000" cy="252000"/>
              </a:xfrm>
              <a:prstGeom prst="ellipse">
                <a:avLst/>
              </a:prstGeom>
              <a:noFill/>
              <a:ln w="12700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6" name="Google Shape;1366;p22"/>
              <p:cNvSpPr/>
              <p:nvPr/>
            </p:nvSpPr>
            <p:spPr>
              <a:xfrm>
                <a:off x="2006769" y="4782768"/>
                <a:ext cx="239158" cy="402646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7" name="Google Shape;1367;p22"/>
              <p:cNvSpPr/>
              <p:nvPr/>
            </p:nvSpPr>
            <p:spPr>
              <a:xfrm>
                <a:off x="2728662" y="4858091"/>
                <a:ext cx="144000" cy="252000"/>
              </a:xfrm>
              <a:prstGeom prst="ellipse">
                <a:avLst/>
              </a:prstGeom>
              <a:noFill/>
              <a:ln w="12700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8" name="Google Shape;1368;p22"/>
              <p:cNvSpPr/>
              <p:nvPr/>
            </p:nvSpPr>
            <p:spPr>
              <a:xfrm>
                <a:off x="2681083" y="4782768"/>
                <a:ext cx="239158" cy="402646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22"/>
              <p:cNvSpPr/>
              <p:nvPr/>
            </p:nvSpPr>
            <p:spPr>
              <a:xfrm>
                <a:off x="1946348" y="4484711"/>
                <a:ext cx="252000" cy="252000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  <p:sp>
            <p:nvSpPr>
              <p:cNvPr id="1370" name="Google Shape;1370;p22"/>
              <p:cNvSpPr/>
              <p:nvPr/>
            </p:nvSpPr>
            <p:spPr>
              <a:xfrm>
                <a:off x="2564300" y="4487568"/>
                <a:ext cx="252000" cy="252000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  <p:sp>
            <p:nvSpPr>
              <p:cNvPr id="1371" name="Google Shape;1371;p22"/>
              <p:cNvSpPr/>
              <p:nvPr/>
            </p:nvSpPr>
            <p:spPr>
              <a:xfrm>
                <a:off x="3596506" y="4493057"/>
                <a:ext cx="252000" cy="252000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</p:grpSp>
        <p:sp>
          <p:nvSpPr>
            <p:cNvPr id="1372" name="Google Shape;1372;p22"/>
            <p:cNvSpPr/>
            <p:nvPr/>
          </p:nvSpPr>
          <p:spPr>
            <a:xfrm rot="-2331464">
              <a:off x="4178351" y="1595342"/>
              <a:ext cx="482460" cy="671297"/>
            </a:xfrm>
            <a:prstGeom prst="ellipse">
              <a:avLst/>
            </a:prstGeom>
            <a:noFill/>
            <a:ln w="25400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22"/>
            <p:cNvSpPr/>
            <p:nvPr/>
          </p:nvSpPr>
          <p:spPr>
            <a:xfrm>
              <a:off x="3918824" y="3495976"/>
              <a:ext cx="144000" cy="252000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22"/>
            <p:cNvSpPr/>
            <p:nvPr/>
          </p:nvSpPr>
          <p:spPr>
            <a:xfrm>
              <a:off x="3871245" y="3420653"/>
              <a:ext cx="239158" cy="402646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75" name="Google Shape;1375;p22"/>
            <p:cNvCxnSpPr>
              <a:stCxn id="1372" idx="0"/>
            </p:cNvCxnSpPr>
            <p:nvPr/>
          </p:nvCxnSpPr>
          <p:spPr>
            <a:xfrm rot="10800000" flipH="1">
              <a:off x="4208999" y="1024919"/>
              <a:ext cx="1656600" cy="644700"/>
            </a:xfrm>
            <a:prstGeom prst="straightConnector1">
              <a:avLst/>
            </a:prstGeom>
            <a:noFill/>
            <a:ln w="25400" cap="flat" cmpd="sng">
              <a:solidFill>
                <a:schemeClr val="accent5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6" name="Google Shape;1376;p22"/>
            <p:cNvCxnSpPr>
              <a:stCxn id="1372" idx="2"/>
            </p:cNvCxnSpPr>
            <p:nvPr/>
          </p:nvCxnSpPr>
          <p:spPr>
            <a:xfrm>
              <a:off x="4231734" y="2082335"/>
              <a:ext cx="1447200" cy="1179300"/>
            </a:xfrm>
            <a:prstGeom prst="straightConnector1">
              <a:avLst/>
            </a:prstGeom>
            <a:noFill/>
            <a:ln w="25400" cap="flat" cmpd="sng">
              <a:solidFill>
                <a:schemeClr val="accent5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sp>
          <p:nvSpPr>
            <p:cNvPr id="1377" name="Google Shape;1377;p22"/>
            <p:cNvSpPr/>
            <p:nvPr/>
          </p:nvSpPr>
          <p:spPr>
            <a:xfrm>
              <a:off x="1059333" y="2868751"/>
              <a:ext cx="4258625" cy="3088704"/>
            </a:xfrm>
            <a:prstGeom prst="roundRect">
              <a:avLst>
                <a:gd name="adj" fmla="val 16667"/>
              </a:avLst>
            </a:prstGeom>
            <a:noFill/>
            <a:ln w="25400" cap="flat" cmpd="sng">
              <a:solidFill>
                <a:srgbClr val="C00000"/>
              </a:solidFill>
              <a:prstDash val="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22"/>
            <p:cNvSpPr txBox="1"/>
            <p:nvPr/>
          </p:nvSpPr>
          <p:spPr>
            <a:xfrm>
              <a:off x="5884685" y="5316569"/>
              <a:ext cx="1881734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(X,Z) Cross-section</a:t>
              </a:r>
              <a:br>
                <a:rPr lang="pt-B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pt-B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Shape-functions</a:t>
              </a:r>
              <a:endParaRPr/>
            </a:p>
          </p:txBody>
        </p:sp>
        <p:grpSp>
          <p:nvGrpSpPr>
            <p:cNvPr id="1379" name="Google Shape;1379;p22"/>
            <p:cNvGrpSpPr/>
            <p:nvPr/>
          </p:nvGrpSpPr>
          <p:grpSpPr>
            <a:xfrm>
              <a:off x="1225126" y="3987588"/>
              <a:ext cx="4900478" cy="1556096"/>
              <a:chOff x="6192705" y="4155691"/>
              <a:chExt cx="1531393" cy="1884084"/>
            </a:xfrm>
          </p:grpSpPr>
          <p:sp>
            <p:nvSpPr>
              <p:cNvPr id="1380" name="Google Shape;1380;p22"/>
              <p:cNvSpPr/>
              <p:nvPr/>
            </p:nvSpPr>
            <p:spPr>
              <a:xfrm>
                <a:off x="6324600" y="4508500"/>
                <a:ext cx="1022820" cy="234950"/>
              </a:xfrm>
              <a:custGeom>
                <a:avLst/>
                <a:gdLst/>
                <a:ahLst/>
                <a:cxnLst/>
                <a:rect l="l" t="t" r="r" b="b"/>
                <a:pathLst>
                  <a:path w="1022820" h="234950" extrusionOk="0">
                    <a:moveTo>
                      <a:pt x="0" y="3175"/>
                    </a:moveTo>
                    <a:lnTo>
                      <a:pt x="0" y="231775"/>
                    </a:lnTo>
                    <a:lnTo>
                      <a:pt x="0" y="234950"/>
                    </a:lnTo>
                    <a:cubicBezTo>
                      <a:pt x="85196" y="209550"/>
                      <a:pt x="346604" y="87312"/>
                      <a:pt x="511175" y="79375"/>
                    </a:cubicBezTo>
                    <a:cubicBezTo>
                      <a:pt x="675746" y="71438"/>
                      <a:pt x="987425" y="187325"/>
                      <a:pt x="987425" y="187325"/>
                    </a:cubicBezTo>
                    <a:cubicBezTo>
                      <a:pt x="1066800" y="205846"/>
                      <a:pt x="987954" y="221721"/>
                      <a:pt x="987425" y="190500"/>
                    </a:cubicBezTo>
                    <a:cubicBezTo>
                      <a:pt x="986896" y="159279"/>
                      <a:pt x="985573" y="79639"/>
                      <a:pt x="984250" y="0"/>
                    </a:cubicBezTo>
                  </a:path>
                </a:pathLst>
              </a:custGeom>
              <a:solidFill>
                <a:srgbClr val="C000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22"/>
              <p:cNvSpPr/>
              <p:nvPr/>
            </p:nvSpPr>
            <p:spPr>
              <a:xfrm>
                <a:off x="6318779" y="5712619"/>
                <a:ext cx="170127" cy="327156"/>
              </a:xfrm>
              <a:custGeom>
                <a:avLst/>
                <a:gdLst/>
                <a:ahLst/>
                <a:cxnLst/>
                <a:rect l="l" t="t" r="r" b="b"/>
                <a:pathLst>
                  <a:path w="170127" h="327156" extrusionOk="0">
                    <a:moveTo>
                      <a:pt x="5821" y="0"/>
                    </a:moveTo>
                    <a:cubicBezTo>
                      <a:pt x="6813" y="121841"/>
                      <a:pt x="8202" y="292894"/>
                      <a:pt x="8202" y="292894"/>
                    </a:cubicBezTo>
                    <a:cubicBezTo>
                      <a:pt x="8599" y="342106"/>
                      <a:pt x="-10451" y="334169"/>
                      <a:pt x="8202" y="295275"/>
                    </a:cubicBezTo>
                    <a:cubicBezTo>
                      <a:pt x="26855" y="256381"/>
                      <a:pt x="93134" y="107950"/>
                      <a:pt x="120121" y="59531"/>
                    </a:cubicBezTo>
                    <a:cubicBezTo>
                      <a:pt x="147109" y="11112"/>
                      <a:pt x="158618" y="7937"/>
                      <a:pt x="170127" y="4762"/>
                    </a:cubicBezTo>
                  </a:path>
                </a:pathLst>
              </a:custGeom>
              <a:solidFill>
                <a:srgbClr val="C000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22"/>
              <p:cNvSpPr/>
              <p:nvPr/>
            </p:nvSpPr>
            <p:spPr>
              <a:xfrm>
                <a:off x="6491288" y="5515295"/>
                <a:ext cx="674083" cy="199705"/>
              </a:xfrm>
              <a:custGeom>
                <a:avLst/>
                <a:gdLst/>
                <a:ahLst/>
                <a:cxnLst/>
                <a:rect l="l" t="t" r="r" b="b"/>
                <a:pathLst>
                  <a:path w="674083" h="199705" extrusionOk="0">
                    <a:moveTo>
                      <a:pt x="0" y="199705"/>
                    </a:moveTo>
                    <a:cubicBezTo>
                      <a:pt x="19446" y="192958"/>
                      <a:pt x="38893" y="186211"/>
                      <a:pt x="52387" y="173511"/>
                    </a:cubicBezTo>
                    <a:cubicBezTo>
                      <a:pt x="65881" y="160811"/>
                      <a:pt x="47625" y="146524"/>
                      <a:pt x="80962" y="123505"/>
                    </a:cubicBezTo>
                    <a:cubicBezTo>
                      <a:pt x="114299" y="100486"/>
                      <a:pt x="176212" y="54846"/>
                      <a:pt x="252412" y="35399"/>
                    </a:cubicBezTo>
                    <a:cubicBezTo>
                      <a:pt x="328612" y="15952"/>
                      <a:pt x="471487" y="-13417"/>
                      <a:pt x="538162" y="6824"/>
                    </a:cubicBezTo>
                    <a:cubicBezTo>
                      <a:pt x="604837" y="27065"/>
                      <a:pt x="629840" y="124696"/>
                      <a:pt x="652462" y="156843"/>
                    </a:cubicBezTo>
                    <a:cubicBezTo>
                      <a:pt x="675084" y="188990"/>
                      <a:pt x="674488" y="194347"/>
                      <a:pt x="673893" y="199705"/>
                    </a:cubicBezTo>
                  </a:path>
                </a:pathLst>
              </a:custGeom>
              <a:solidFill>
                <a:srgbClr val="C000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22"/>
              <p:cNvSpPr/>
              <p:nvPr/>
            </p:nvSpPr>
            <p:spPr>
              <a:xfrm>
                <a:off x="7162130" y="5712619"/>
                <a:ext cx="153069" cy="202707"/>
              </a:xfrm>
              <a:custGeom>
                <a:avLst/>
                <a:gdLst/>
                <a:ahLst/>
                <a:cxnLst/>
                <a:rect l="l" t="t" r="r" b="b"/>
                <a:pathLst>
                  <a:path w="153069" h="202707" extrusionOk="0">
                    <a:moveTo>
                      <a:pt x="143545" y="0"/>
                    </a:moveTo>
                    <a:lnTo>
                      <a:pt x="143545" y="180975"/>
                    </a:lnTo>
                    <a:cubicBezTo>
                      <a:pt x="143545" y="211534"/>
                      <a:pt x="164976" y="207565"/>
                      <a:pt x="143545" y="183356"/>
                    </a:cubicBezTo>
                    <a:cubicBezTo>
                      <a:pt x="122114" y="159147"/>
                      <a:pt x="37580" y="66278"/>
                      <a:pt x="14958" y="35719"/>
                    </a:cubicBezTo>
                    <a:cubicBezTo>
                      <a:pt x="-7664" y="5160"/>
                      <a:pt x="75" y="2580"/>
                      <a:pt x="7814" y="0"/>
                    </a:cubicBezTo>
                  </a:path>
                </a:pathLst>
              </a:custGeom>
              <a:solidFill>
                <a:srgbClr val="C000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22"/>
              <p:cNvSpPr/>
              <p:nvPr/>
            </p:nvSpPr>
            <p:spPr>
              <a:xfrm>
                <a:off x="6702306" y="5026129"/>
                <a:ext cx="404813" cy="92892"/>
              </a:xfrm>
              <a:custGeom>
                <a:avLst/>
                <a:gdLst/>
                <a:ahLst/>
                <a:cxnLst/>
                <a:rect l="l" t="t" r="r" b="b"/>
                <a:pathLst>
                  <a:path w="404813" h="92892" extrusionOk="0">
                    <a:moveTo>
                      <a:pt x="0" y="85748"/>
                    </a:moveTo>
                    <a:cubicBezTo>
                      <a:pt x="62706" y="42290"/>
                      <a:pt x="125412" y="-1168"/>
                      <a:pt x="192881" y="23"/>
                    </a:cubicBezTo>
                    <a:cubicBezTo>
                      <a:pt x="260350" y="1214"/>
                      <a:pt x="367507" y="63523"/>
                      <a:pt x="404813" y="92892"/>
                    </a:cubicBezTo>
                  </a:path>
                </a:pathLst>
              </a:custGeom>
              <a:solidFill>
                <a:srgbClr val="C000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22"/>
              <p:cNvSpPr/>
              <p:nvPr/>
            </p:nvSpPr>
            <p:spPr>
              <a:xfrm>
                <a:off x="6322043" y="5107781"/>
                <a:ext cx="390701" cy="320163"/>
              </a:xfrm>
              <a:custGeom>
                <a:avLst/>
                <a:gdLst/>
                <a:ahLst/>
                <a:cxnLst/>
                <a:rect l="l" t="t" r="r" b="b"/>
                <a:pathLst>
                  <a:path w="390701" h="320163" extrusionOk="0">
                    <a:moveTo>
                      <a:pt x="2557" y="4763"/>
                    </a:moveTo>
                    <a:cubicBezTo>
                      <a:pt x="1565" y="126604"/>
                      <a:pt x="176" y="297657"/>
                      <a:pt x="176" y="297657"/>
                    </a:cubicBezTo>
                    <a:cubicBezTo>
                      <a:pt x="-221" y="346869"/>
                      <a:pt x="176" y="300038"/>
                      <a:pt x="176" y="300038"/>
                    </a:cubicBezTo>
                    <a:cubicBezTo>
                      <a:pt x="49388" y="258763"/>
                      <a:pt x="230364" y="100013"/>
                      <a:pt x="295451" y="50007"/>
                    </a:cubicBezTo>
                    <a:cubicBezTo>
                      <a:pt x="360538" y="1"/>
                      <a:pt x="375619" y="0"/>
                      <a:pt x="390701" y="0"/>
                    </a:cubicBezTo>
                  </a:path>
                </a:pathLst>
              </a:custGeom>
              <a:solidFill>
                <a:srgbClr val="C000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22"/>
              <p:cNvSpPr/>
              <p:nvPr/>
            </p:nvSpPr>
            <p:spPr>
              <a:xfrm>
                <a:off x="7100888" y="5112544"/>
                <a:ext cx="209550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83356" extrusionOk="0">
                    <a:moveTo>
                      <a:pt x="204787" y="0"/>
                    </a:moveTo>
                    <a:lnTo>
                      <a:pt x="209550" y="183356"/>
                    </a:lnTo>
                    <a:lnTo>
                      <a:pt x="209550" y="183356"/>
                    </a:lnTo>
                    <a:lnTo>
                      <a:pt x="54768" y="45244"/>
                    </a:lnTo>
                    <a:cubicBezTo>
                      <a:pt x="19843" y="15082"/>
                      <a:pt x="9921" y="8731"/>
                      <a:pt x="0" y="2381"/>
                    </a:cubicBezTo>
                  </a:path>
                </a:pathLst>
              </a:custGeom>
              <a:solidFill>
                <a:srgbClr val="C000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22"/>
              <p:cNvSpPr txBox="1"/>
              <p:nvPr/>
            </p:nvSpPr>
            <p:spPr>
              <a:xfrm>
                <a:off x="7296794" y="4155691"/>
                <a:ext cx="42351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B2</a:t>
                </a:r>
                <a:endParaRPr/>
              </a:p>
            </p:txBody>
          </p:sp>
          <p:cxnSp>
            <p:nvCxnSpPr>
              <p:cNvPr id="1388" name="Google Shape;1388;p22"/>
              <p:cNvCxnSpPr/>
              <p:nvPr/>
            </p:nvCxnSpPr>
            <p:spPr>
              <a:xfrm rot="10800000">
                <a:off x="6192705" y="4513325"/>
                <a:ext cx="1240361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stealth" w="med" len="med"/>
                <a:tailEnd type="none" w="sm" len="sm"/>
              </a:ln>
            </p:spPr>
          </p:cxnSp>
          <p:cxnSp>
            <p:nvCxnSpPr>
              <p:cNvPr id="1389" name="Google Shape;1389;p22"/>
              <p:cNvCxnSpPr/>
              <p:nvPr/>
            </p:nvCxnSpPr>
            <p:spPr>
              <a:xfrm rot="-5400000">
                <a:off x="7016252" y="4513324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90" name="Google Shape;1390;p22"/>
              <p:cNvCxnSpPr/>
              <p:nvPr/>
            </p:nvCxnSpPr>
            <p:spPr>
              <a:xfrm rot="-5400000">
                <a:off x="6033210" y="4513324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391" name="Google Shape;1391;p22"/>
              <p:cNvSpPr txBox="1"/>
              <p:nvPr/>
            </p:nvSpPr>
            <p:spPr>
              <a:xfrm>
                <a:off x="7295622" y="4760669"/>
                <a:ext cx="42351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B3</a:t>
                </a:r>
                <a:endParaRPr/>
              </a:p>
            </p:txBody>
          </p:sp>
          <p:cxnSp>
            <p:nvCxnSpPr>
              <p:cNvPr id="1392" name="Google Shape;1392;p22"/>
              <p:cNvCxnSpPr/>
              <p:nvPr/>
            </p:nvCxnSpPr>
            <p:spPr>
              <a:xfrm rot="10800000">
                <a:off x="6192706" y="5113003"/>
                <a:ext cx="1244329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stealth" w="med" len="med"/>
                <a:tailEnd type="none" w="sm" len="sm"/>
              </a:ln>
            </p:spPr>
          </p:cxnSp>
          <p:cxnSp>
            <p:nvCxnSpPr>
              <p:cNvPr id="1393" name="Google Shape;1393;p22"/>
              <p:cNvCxnSpPr/>
              <p:nvPr/>
            </p:nvCxnSpPr>
            <p:spPr>
              <a:xfrm rot="-5400000">
                <a:off x="7016253" y="5113002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94" name="Google Shape;1394;p22"/>
              <p:cNvCxnSpPr/>
              <p:nvPr/>
            </p:nvCxnSpPr>
            <p:spPr>
              <a:xfrm rot="-5400000">
                <a:off x="6616501" y="5113002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95" name="Google Shape;1395;p22"/>
              <p:cNvCxnSpPr/>
              <p:nvPr/>
            </p:nvCxnSpPr>
            <p:spPr>
              <a:xfrm rot="-5400000">
                <a:off x="6033211" y="5113002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396" name="Google Shape;1396;p22"/>
              <p:cNvSpPr txBox="1"/>
              <p:nvPr/>
            </p:nvSpPr>
            <p:spPr>
              <a:xfrm>
                <a:off x="7300584" y="5361233"/>
                <a:ext cx="42351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B4</a:t>
                </a:r>
                <a:endParaRPr/>
              </a:p>
            </p:txBody>
          </p:sp>
          <p:cxnSp>
            <p:nvCxnSpPr>
              <p:cNvPr id="1397" name="Google Shape;1397;p22"/>
              <p:cNvCxnSpPr/>
              <p:nvPr/>
            </p:nvCxnSpPr>
            <p:spPr>
              <a:xfrm rot="10800000">
                <a:off x="6192706" y="5712684"/>
                <a:ext cx="1242345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stealth" w="med" len="med"/>
                <a:tailEnd type="none" w="sm" len="sm"/>
              </a:ln>
            </p:spPr>
          </p:cxnSp>
          <p:cxnSp>
            <p:nvCxnSpPr>
              <p:cNvPr id="1398" name="Google Shape;1398;p22"/>
              <p:cNvCxnSpPr/>
              <p:nvPr/>
            </p:nvCxnSpPr>
            <p:spPr>
              <a:xfrm rot="-5400000">
                <a:off x="7016252" y="5712684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99" name="Google Shape;1399;p22"/>
              <p:cNvCxnSpPr/>
              <p:nvPr/>
            </p:nvCxnSpPr>
            <p:spPr>
              <a:xfrm rot="-5400000">
                <a:off x="6737638" y="5712684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00" name="Google Shape;1400;p22"/>
              <p:cNvCxnSpPr/>
              <p:nvPr/>
            </p:nvCxnSpPr>
            <p:spPr>
              <a:xfrm rot="-5400000">
                <a:off x="6276334" y="5712684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01" name="Google Shape;1401;p22"/>
              <p:cNvCxnSpPr/>
              <p:nvPr/>
            </p:nvCxnSpPr>
            <p:spPr>
              <a:xfrm rot="-5400000">
                <a:off x="6033210" y="5712684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1402" name="Google Shape;1402;p22"/>
            <p:cNvSpPr/>
            <p:nvPr/>
          </p:nvSpPr>
          <p:spPr>
            <a:xfrm rot="5400000">
              <a:off x="4759774" y="4398366"/>
              <a:ext cx="72000" cy="72000"/>
            </a:xfrm>
            <a:prstGeom prst="flowChartConnector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22"/>
            <p:cNvSpPr/>
            <p:nvPr/>
          </p:nvSpPr>
          <p:spPr>
            <a:xfrm rot="5400000">
              <a:off x="1609295" y="4435819"/>
              <a:ext cx="72000" cy="72000"/>
            </a:xfrm>
            <a:prstGeom prst="flowChartConnector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22"/>
            <p:cNvSpPr/>
            <p:nvPr/>
          </p:nvSpPr>
          <p:spPr>
            <a:xfrm rot="5400000">
              <a:off x="4759777" y="4895061"/>
              <a:ext cx="72000" cy="72000"/>
            </a:xfrm>
            <a:prstGeom prst="flowChartConnector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22"/>
            <p:cNvSpPr/>
            <p:nvPr/>
          </p:nvSpPr>
          <p:spPr>
            <a:xfrm rot="5400000">
              <a:off x="3478138" y="4670917"/>
              <a:ext cx="72000" cy="72000"/>
            </a:xfrm>
            <a:prstGeom prst="flowChartConnector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22"/>
            <p:cNvSpPr/>
            <p:nvPr/>
          </p:nvSpPr>
          <p:spPr>
            <a:xfrm rot="5400000">
              <a:off x="1609298" y="4987741"/>
              <a:ext cx="72000" cy="72000"/>
            </a:xfrm>
            <a:prstGeom prst="flowChartConnector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22"/>
            <p:cNvSpPr/>
            <p:nvPr/>
          </p:nvSpPr>
          <p:spPr>
            <a:xfrm rot="5400000">
              <a:off x="4756602" y="5391760"/>
              <a:ext cx="72000" cy="72000"/>
            </a:xfrm>
            <a:prstGeom prst="flowChartConnector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22"/>
            <p:cNvSpPr/>
            <p:nvPr/>
          </p:nvSpPr>
          <p:spPr>
            <a:xfrm rot="5400000">
              <a:off x="3869302" y="5081952"/>
              <a:ext cx="72000" cy="72000"/>
            </a:xfrm>
            <a:prstGeom prst="flowChartConnector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22"/>
            <p:cNvSpPr/>
            <p:nvPr/>
          </p:nvSpPr>
          <p:spPr>
            <a:xfrm rot="5400000">
              <a:off x="2388966" y="5180913"/>
              <a:ext cx="72000" cy="72000"/>
            </a:xfrm>
            <a:prstGeom prst="flowChartConnector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22"/>
            <p:cNvSpPr/>
            <p:nvPr/>
          </p:nvSpPr>
          <p:spPr>
            <a:xfrm rot="5400000">
              <a:off x="1609295" y="5502190"/>
              <a:ext cx="72000" cy="72000"/>
            </a:xfrm>
            <a:prstGeom prst="flowChartConnector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22"/>
            <p:cNvSpPr txBox="1"/>
            <p:nvPr/>
          </p:nvSpPr>
          <p:spPr>
            <a:xfrm>
              <a:off x="1736559" y="5540041"/>
              <a:ext cx="2999539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(Y) Longitudinal Shape Functions</a:t>
              </a:r>
              <a:endParaRPr/>
            </a:p>
          </p:txBody>
        </p:sp>
        <p:sp>
          <p:nvSpPr>
            <p:cNvPr id="1412" name="Google Shape;1412;p22"/>
            <p:cNvSpPr/>
            <p:nvPr/>
          </p:nvSpPr>
          <p:spPr>
            <a:xfrm>
              <a:off x="5674620" y="976570"/>
              <a:ext cx="2286143" cy="4978181"/>
            </a:xfrm>
            <a:prstGeom prst="roundRect">
              <a:avLst>
                <a:gd name="adj" fmla="val 16667"/>
              </a:avLst>
            </a:prstGeom>
            <a:noFill/>
            <a:ln w="25400" cap="flat" cmpd="sng">
              <a:solidFill>
                <a:schemeClr val="accent5"/>
              </a:solidFill>
              <a:prstDash val="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13" name="Google Shape;1413;p22"/>
            <p:cNvGrpSpPr/>
            <p:nvPr/>
          </p:nvGrpSpPr>
          <p:grpSpPr>
            <a:xfrm>
              <a:off x="5747595" y="2844683"/>
              <a:ext cx="2449732" cy="2274732"/>
              <a:chOff x="5985200" y="1841534"/>
              <a:chExt cx="1800387" cy="1917014"/>
            </a:xfrm>
          </p:grpSpPr>
          <p:sp>
            <p:nvSpPr>
              <p:cNvPr id="1414" name="Google Shape;1414;p22"/>
              <p:cNvSpPr/>
              <p:nvPr/>
            </p:nvSpPr>
            <p:spPr>
              <a:xfrm rot="10800000">
                <a:off x="7032797" y="2224729"/>
                <a:ext cx="68275" cy="179436"/>
              </a:xfrm>
              <a:prstGeom prst="triangle">
                <a:avLst>
                  <a:gd name="adj" fmla="val 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5" name="Google Shape;1415;p22"/>
              <p:cNvSpPr/>
              <p:nvPr/>
            </p:nvSpPr>
            <p:spPr>
              <a:xfrm>
                <a:off x="6958495" y="2025976"/>
                <a:ext cx="74303" cy="198448"/>
              </a:xfrm>
              <a:prstGeom prst="triangle">
                <a:avLst>
                  <a:gd name="adj" fmla="val 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6" name="Google Shape;1416;p22"/>
              <p:cNvSpPr/>
              <p:nvPr/>
            </p:nvSpPr>
            <p:spPr>
              <a:xfrm rot="-5400000">
                <a:off x="6764178" y="2030599"/>
                <a:ext cx="189506" cy="198448"/>
              </a:xfrm>
              <a:prstGeom prst="triangle">
                <a:avLst>
                  <a:gd name="adj" fmla="val 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22"/>
              <p:cNvSpPr/>
              <p:nvPr/>
            </p:nvSpPr>
            <p:spPr>
              <a:xfrm rot="5400000">
                <a:off x="6703532" y="2222802"/>
                <a:ext cx="52092" cy="60259"/>
              </a:xfrm>
              <a:prstGeom prst="triangle">
                <a:avLst>
                  <a:gd name="adj" fmla="val 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8" name="Google Shape;1418;p22"/>
              <p:cNvSpPr/>
              <p:nvPr/>
            </p:nvSpPr>
            <p:spPr>
              <a:xfrm rot="10800000">
                <a:off x="6359690" y="2224424"/>
                <a:ext cx="342514" cy="68858"/>
              </a:xfrm>
              <a:prstGeom prst="flowChartManualInpu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22"/>
              <p:cNvSpPr/>
              <p:nvPr/>
            </p:nvSpPr>
            <p:spPr>
              <a:xfrm rot="5400000">
                <a:off x="6126664" y="2283187"/>
                <a:ext cx="225290" cy="245483"/>
              </a:xfrm>
              <a:prstGeom prst="triangle">
                <a:avLst>
                  <a:gd name="adj" fmla="val 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22"/>
              <p:cNvSpPr/>
              <p:nvPr/>
            </p:nvSpPr>
            <p:spPr>
              <a:xfrm rot="5400000">
                <a:off x="6197412" y="2140523"/>
                <a:ext cx="72924" cy="252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1" name="Google Shape;1421;p22"/>
              <p:cNvSpPr txBox="1"/>
              <p:nvPr/>
            </p:nvSpPr>
            <p:spPr>
              <a:xfrm>
                <a:off x="7121039" y="1841534"/>
                <a:ext cx="66075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 = 1</a:t>
                </a:r>
                <a:endParaRPr/>
              </a:p>
            </p:txBody>
          </p:sp>
          <p:cxnSp>
            <p:nvCxnSpPr>
              <p:cNvPr id="1422" name="Google Shape;1422;p22"/>
              <p:cNvCxnSpPr/>
              <p:nvPr/>
            </p:nvCxnSpPr>
            <p:spPr>
              <a:xfrm>
                <a:off x="6626634" y="1583133"/>
                <a:ext cx="0" cy="128286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stealth" w="med" len="med"/>
                <a:tailEnd type="none" w="sm" len="sm"/>
              </a:ln>
            </p:spPr>
          </p:cxnSp>
          <p:cxnSp>
            <p:nvCxnSpPr>
              <p:cNvPr id="1423" name="Google Shape;1423;p22"/>
              <p:cNvCxnSpPr/>
              <p:nvPr/>
            </p:nvCxnSpPr>
            <p:spPr>
              <a:xfrm rot="-5400000">
                <a:off x="6808747" y="2224567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24" name="Google Shape;1424;p22"/>
              <p:cNvCxnSpPr/>
              <p:nvPr/>
            </p:nvCxnSpPr>
            <p:spPr>
              <a:xfrm rot="-5400000">
                <a:off x="6665864" y="2224567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25" name="Google Shape;1425;p22"/>
              <p:cNvCxnSpPr/>
              <p:nvPr/>
            </p:nvCxnSpPr>
            <p:spPr>
              <a:xfrm rot="-5400000">
                <a:off x="6408995" y="2224567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26" name="Google Shape;1426;p22"/>
              <p:cNvCxnSpPr/>
              <p:nvPr/>
            </p:nvCxnSpPr>
            <p:spPr>
              <a:xfrm rot="-5400000">
                <a:off x="6068828" y="2224567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27" name="Google Shape;1427;p22"/>
              <p:cNvCxnSpPr/>
              <p:nvPr/>
            </p:nvCxnSpPr>
            <p:spPr>
              <a:xfrm rot="-5400000">
                <a:off x="5825705" y="2224567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428" name="Google Shape;1428;p22"/>
              <p:cNvSpPr/>
              <p:nvPr/>
            </p:nvSpPr>
            <p:spPr>
              <a:xfrm rot="5400000">
                <a:off x="7081989" y="2389498"/>
                <a:ext cx="37627" cy="37627"/>
              </a:xfrm>
              <a:prstGeom prst="flowChartConnector">
                <a:avLst/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9" name="Google Shape;1429;p22"/>
              <p:cNvSpPr/>
              <p:nvPr/>
            </p:nvSpPr>
            <p:spPr>
              <a:xfrm rot="5400000">
                <a:off x="6937833" y="2015456"/>
                <a:ext cx="37627" cy="37627"/>
              </a:xfrm>
              <a:prstGeom prst="flowChartConnector">
                <a:avLst/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0" name="Google Shape;1430;p22"/>
              <p:cNvSpPr/>
              <p:nvPr/>
            </p:nvSpPr>
            <p:spPr>
              <a:xfrm rot="5400000">
                <a:off x="6682580" y="2261759"/>
                <a:ext cx="37627" cy="37627"/>
              </a:xfrm>
              <a:prstGeom prst="flowChartConnector">
                <a:avLst/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22"/>
              <p:cNvSpPr/>
              <p:nvPr/>
            </p:nvSpPr>
            <p:spPr>
              <a:xfrm rot="5400000">
                <a:off x="6339380" y="2282573"/>
                <a:ext cx="37627" cy="37627"/>
              </a:xfrm>
              <a:prstGeom prst="flowChartConnector">
                <a:avLst/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22"/>
              <p:cNvSpPr/>
              <p:nvPr/>
            </p:nvSpPr>
            <p:spPr>
              <a:xfrm rot="5400000">
                <a:off x="6097208" y="2501394"/>
                <a:ext cx="37627" cy="37627"/>
              </a:xfrm>
              <a:prstGeom prst="flowChartConnector">
                <a:avLst/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3" name="Google Shape;1433;p22"/>
              <p:cNvSpPr txBox="1"/>
              <p:nvPr/>
            </p:nvSpPr>
            <p:spPr>
              <a:xfrm>
                <a:off x="7119867" y="2446512"/>
                <a:ext cx="66075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 = 2</a:t>
                </a:r>
                <a:endParaRPr/>
              </a:p>
            </p:txBody>
          </p:sp>
          <p:sp>
            <p:nvSpPr>
              <p:cNvPr id="1434" name="Google Shape;1434;p22"/>
              <p:cNvSpPr/>
              <p:nvPr/>
            </p:nvSpPr>
            <p:spPr>
              <a:xfrm rot="5400000">
                <a:off x="6079803" y="2855792"/>
                <a:ext cx="312869" cy="256869"/>
              </a:xfrm>
              <a:custGeom>
                <a:avLst/>
                <a:gdLst/>
                <a:ahLst/>
                <a:cxnLst/>
                <a:rect l="l" t="t" r="r" b="b"/>
                <a:pathLst>
                  <a:path w="598677" h="491521" extrusionOk="0">
                    <a:moveTo>
                      <a:pt x="0" y="7490"/>
                    </a:moveTo>
                    <a:cubicBezTo>
                      <a:pt x="51395" y="7887"/>
                      <a:pt x="102790" y="8285"/>
                      <a:pt x="128587" y="9872"/>
                    </a:cubicBezTo>
                    <a:cubicBezTo>
                      <a:pt x="154384" y="11459"/>
                      <a:pt x="159544" y="-17513"/>
                      <a:pt x="154781" y="17015"/>
                    </a:cubicBezTo>
                    <a:cubicBezTo>
                      <a:pt x="150019" y="51543"/>
                      <a:pt x="32146" y="141237"/>
                      <a:pt x="100012" y="217040"/>
                    </a:cubicBezTo>
                    <a:cubicBezTo>
                      <a:pt x="167878" y="292843"/>
                      <a:pt x="561975" y="471834"/>
                      <a:pt x="561975" y="471834"/>
                    </a:cubicBezTo>
                    <a:cubicBezTo>
                      <a:pt x="640159" y="514696"/>
                      <a:pt x="569118" y="474215"/>
                      <a:pt x="569118" y="474215"/>
                    </a:cubicBezTo>
                    <a:lnTo>
                      <a:pt x="2381" y="476597"/>
                    </a:lnTo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22"/>
              <p:cNvSpPr/>
              <p:nvPr/>
            </p:nvSpPr>
            <p:spPr>
              <a:xfrm rot="5400000">
                <a:off x="6435168" y="2749105"/>
                <a:ext cx="195538" cy="357891"/>
              </a:xfrm>
              <a:custGeom>
                <a:avLst/>
                <a:gdLst/>
                <a:ahLst/>
                <a:cxnLst/>
                <a:rect l="l" t="t" r="r" b="b"/>
                <a:pathLst>
                  <a:path w="374164" h="684827" extrusionOk="0">
                    <a:moveTo>
                      <a:pt x="0" y="21800"/>
                    </a:moveTo>
                    <a:lnTo>
                      <a:pt x="90488" y="24181"/>
                    </a:lnTo>
                    <a:cubicBezTo>
                      <a:pt x="108744" y="24181"/>
                      <a:pt x="62310" y="-28603"/>
                      <a:pt x="109538" y="21800"/>
                    </a:cubicBezTo>
                    <a:cubicBezTo>
                      <a:pt x="156766" y="72203"/>
                      <a:pt x="365125" y="220634"/>
                      <a:pt x="373856" y="326600"/>
                    </a:cubicBezTo>
                    <a:cubicBezTo>
                      <a:pt x="382587" y="432566"/>
                      <a:pt x="203200" y="600841"/>
                      <a:pt x="161925" y="657594"/>
                    </a:cubicBezTo>
                    <a:cubicBezTo>
                      <a:pt x="120650" y="714347"/>
                      <a:pt x="153193" y="664341"/>
                      <a:pt x="126206" y="667119"/>
                    </a:cubicBezTo>
                    <a:cubicBezTo>
                      <a:pt x="99219" y="669897"/>
                      <a:pt x="49609" y="672080"/>
                      <a:pt x="0" y="674263"/>
                    </a:cubicBezTo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22"/>
              <p:cNvSpPr/>
              <p:nvPr/>
            </p:nvSpPr>
            <p:spPr>
              <a:xfrm rot="5400000">
                <a:off x="6694447" y="2827252"/>
                <a:ext cx="197147" cy="198228"/>
              </a:xfrm>
              <a:custGeom>
                <a:avLst/>
                <a:gdLst/>
                <a:ahLst/>
                <a:cxnLst/>
                <a:rect l="l" t="t" r="r" b="b"/>
                <a:pathLst>
                  <a:path w="377242" h="379311" extrusionOk="0">
                    <a:moveTo>
                      <a:pt x="0" y="0"/>
                    </a:moveTo>
                    <a:cubicBezTo>
                      <a:pt x="178990" y="43656"/>
                      <a:pt x="357981" y="87312"/>
                      <a:pt x="376237" y="147637"/>
                    </a:cubicBezTo>
                    <a:cubicBezTo>
                      <a:pt x="394493" y="207962"/>
                      <a:pt x="158750" y="325438"/>
                      <a:pt x="109537" y="361950"/>
                    </a:cubicBezTo>
                    <a:cubicBezTo>
                      <a:pt x="60325" y="398463"/>
                      <a:pt x="97631" y="365918"/>
                      <a:pt x="80962" y="366712"/>
                    </a:cubicBezTo>
                    <a:cubicBezTo>
                      <a:pt x="64293" y="367506"/>
                      <a:pt x="36909" y="367109"/>
                      <a:pt x="9525" y="366712"/>
                    </a:cubicBezTo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22"/>
              <p:cNvSpPr/>
              <p:nvPr/>
            </p:nvSpPr>
            <p:spPr>
              <a:xfrm>
                <a:off x="6959926" y="2610718"/>
                <a:ext cx="107022" cy="217074"/>
              </a:xfrm>
              <a:prstGeom prst="triangle">
                <a:avLst>
                  <a:gd name="adj" fmla="val 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8" name="Google Shape;1438;p22"/>
              <p:cNvSpPr/>
              <p:nvPr/>
            </p:nvSpPr>
            <p:spPr>
              <a:xfrm rot="10800000">
                <a:off x="7062988" y="2827954"/>
                <a:ext cx="37628" cy="179436"/>
              </a:xfrm>
              <a:prstGeom prst="triangle">
                <a:avLst>
                  <a:gd name="adj" fmla="val 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9" name="Google Shape;1439;p22"/>
              <p:cNvSpPr/>
              <p:nvPr/>
            </p:nvSpPr>
            <p:spPr>
              <a:xfrm rot="5400000">
                <a:off x="6873277" y="2639692"/>
                <a:ext cx="269180" cy="107022"/>
              </a:xfrm>
              <a:custGeom>
                <a:avLst/>
                <a:gdLst/>
                <a:ahLst/>
                <a:cxnLst/>
                <a:rect l="l" t="t" r="r" b="b"/>
                <a:pathLst>
                  <a:path w="515078" h="204787" extrusionOk="0">
                    <a:moveTo>
                      <a:pt x="515078" y="0"/>
                    </a:moveTo>
                    <a:cubicBezTo>
                      <a:pt x="357915" y="26590"/>
                      <a:pt x="200753" y="53181"/>
                      <a:pt x="115028" y="76200"/>
                    </a:cubicBezTo>
                    <a:cubicBezTo>
                      <a:pt x="29303" y="99219"/>
                      <a:pt x="-5622" y="116681"/>
                      <a:pt x="728" y="138112"/>
                    </a:cubicBezTo>
                    <a:cubicBezTo>
                      <a:pt x="7078" y="159543"/>
                      <a:pt x="84072" y="177799"/>
                      <a:pt x="153128" y="204787"/>
                    </a:cubicBezTo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0" name="Google Shape;1440;p22"/>
              <p:cNvSpPr/>
              <p:nvPr/>
            </p:nvSpPr>
            <p:spPr>
              <a:xfrm rot="-5400000">
                <a:off x="6828995" y="2696941"/>
                <a:ext cx="189506" cy="63228"/>
              </a:xfrm>
              <a:prstGeom prst="triangle">
                <a:avLst>
                  <a:gd name="adj" fmla="val 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41" name="Google Shape;1441;p22"/>
              <p:cNvCxnSpPr/>
              <p:nvPr/>
            </p:nvCxnSpPr>
            <p:spPr>
              <a:xfrm>
                <a:off x="6626635" y="2182811"/>
                <a:ext cx="0" cy="128286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stealth" w="med" len="med"/>
                <a:tailEnd type="none" w="sm" len="sm"/>
              </a:ln>
            </p:spPr>
          </p:cxnSp>
          <p:cxnSp>
            <p:nvCxnSpPr>
              <p:cNvPr id="1442" name="Google Shape;1442;p22"/>
              <p:cNvCxnSpPr/>
              <p:nvPr/>
            </p:nvCxnSpPr>
            <p:spPr>
              <a:xfrm rot="-5400000">
                <a:off x="6808748" y="2824245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43" name="Google Shape;1443;p22"/>
              <p:cNvCxnSpPr/>
              <p:nvPr/>
            </p:nvCxnSpPr>
            <p:spPr>
              <a:xfrm rot="-5400000">
                <a:off x="6665865" y="2824245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44" name="Google Shape;1444;p22"/>
              <p:cNvCxnSpPr/>
              <p:nvPr/>
            </p:nvCxnSpPr>
            <p:spPr>
              <a:xfrm rot="-5400000">
                <a:off x="6408996" y="2824245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45" name="Google Shape;1445;p22"/>
              <p:cNvCxnSpPr/>
              <p:nvPr/>
            </p:nvCxnSpPr>
            <p:spPr>
              <a:xfrm rot="-5400000">
                <a:off x="6068829" y="2824245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46" name="Google Shape;1446;p22"/>
              <p:cNvCxnSpPr/>
              <p:nvPr/>
            </p:nvCxnSpPr>
            <p:spPr>
              <a:xfrm rot="-5400000">
                <a:off x="5825706" y="2824245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447" name="Google Shape;1447;p22"/>
              <p:cNvSpPr/>
              <p:nvPr/>
            </p:nvSpPr>
            <p:spPr>
              <a:xfrm rot="5400000">
                <a:off x="7081990" y="2989176"/>
                <a:ext cx="37627" cy="37627"/>
              </a:xfrm>
              <a:prstGeom prst="flowChartConnector">
                <a:avLst/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8" name="Google Shape;1448;p22"/>
              <p:cNvSpPr/>
              <p:nvPr/>
            </p:nvSpPr>
            <p:spPr>
              <a:xfrm rot="5400000">
                <a:off x="6937834" y="2615134"/>
                <a:ext cx="37627" cy="37627"/>
              </a:xfrm>
              <a:prstGeom prst="flowChartConnector">
                <a:avLst/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9" name="Google Shape;1449;p22"/>
              <p:cNvSpPr/>
              <p:nvPr/>
            </p:nvSpPr>
            <p:spPr>
              <a:xfrm rot="5400000">
                <a:off x="6682581" y="2861437"/>
                <a:ext cx="37627" cy="37627"/>
              </a:xfrm>
              <a:prstGeom prst="flowChartConnector">
                <a:avLst/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0" name="Google Shape;1450;p22"/>
              <p:cNvSpPr/>
              <p:nvPr/>
            </p:nvSpPr>
            <p:spPr>
              <a:xfrm rot="5400000">
                <a:off x="6339381" y="2882251"/>
                <a:ext cx="37627" cy="37627"/>
              </a:xfrm>
              <a:prstGeom prst="flowChartConnector">
                <a:avLst/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1" name="Google Shape;1451;p22"/>
              <p:cNvSpPr/>
              <p:nvPr/>
            </p:nvSpPr>
            <p:spPr>
              <a:xfrm rot="5400000">
                <a:off x="6097209" y="3101072"/>
                <a:ext cx="37627" cy="37627"/>
              </a:xfrm>
              <a:prstGeom prst="flowChartConnector">
                <a:avLst/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2" name="Google Shape;1452;p22"/>
              <p:cNvSpPr txBox="1"/>
              <p:nvPr/>
            </p:nvSpPr>
            <p:spPr>
              <a:xfrm>
                <a:off x="7124829" y="3047076"/>
                <a:ext cx="66075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 = 3</a:t>
                </a:r>
                <a:endParaRPr/>
              </a:p>
            </p:txBody>
          </p:sp>
          <p:sp>
            <p:nvSpPr>
              <p:cNvPr id="1453" name="Google Shape;1453;p22"/>
              <p:cNvSpPr/>
              <p:nvPr/>
            </p:nvSpPr>
            <p:spPr>
              <a:xfrm rot="5400000">
                <a:off x="6986459" y="3511148"/>
                <a:ext cx="199893" cy="31812"/>
              </a:xfrm>
              <a:custGeom>
                <a:avLst/>
                <a:gdLst/>
                <a:ahLst/>
                <a:cxnLst/>
                <a:rect l="l" t="t" r="r" b="b"/>
                <a:pathLst>
                  <a:path w="382496" h="60872" extrusionOk="0">
                    <a:moveTo>
                      <a:pt x="0" y="6103"/>
                    </a:moveTo>
                    <a:lnTo>
                      <a:pt x="328613" y="1341"/>
                    </a:lnTo>
                    <a:cubicBezTo>
                      <a:pt x="386954" y="1341"/>
                      <a:pt x="403622" y="-3819"/>
                      <a:pt x="350044" y="6103"/>
                    </a:cubicBezTo>
                    <a:cubicBezTo>
                      <a:pt x="296466" y="16025"/>
                      <a:pt x="77788" y="50950"/>
                      <a:pt x="7144" y="60872"/>
                    </a:cubicBezTo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4" name="Google Shape;1454;p22"/>
              <p:cNvSpPr/>
              <p:nvPr/>
            </p:nvSpPr>
            <p:spPr>
              <a:xfrm rot="5400000">
                <a:off x="6857076" y="3214929"/>
                <a:ext cx="284981" cy="146844"/>
              </a:xfrm>
              <a:custGeom>
                <a:avLst/>
                <a:gdLst/>
                <a:ahLst/>
                <a:cxnLst/>
                <a:rect l="l" t="t" r="r" b="b"/>
                <a:pathLst>
                  <a:path w="545313" h="280988" extrusionOk="0">
                    <a:moveTo>
                      <a:pt x="538169" y="0"/>
                    </a:moveTo>
                    <a:cubicBezTo>
                      <a:pt x="355011" y="31750"/>
                      <a:pt x="171854" y="63500"/>
                      <a:pt x="83351" y="85725"/>
                    </a:cubicBezTo>
                    <a:cubicBezTo>
                      <a:pt x="-5152" y="107950"/>
                      <a:pt x="-8327" y="109537"/>
                      <a:pt x="7151" y="133350"/>
                    </a:cubicBezTo>
                    <a:cubicBezTo>
                      <a:pt x="22629" y="157163"/>
                      <a:pt x="86525" y="203994"/>
                      <a:pt x="176219" y="228600"/>
                    </a:cubicBezTo>
                    <a:cubicBezTo>
                      <a:pt x="265913" y="253206"/>
                      <a:pt x="405613" y="267097"/>
                      <a:pt x="545313" y="280988"/>
                    </a:cubicBezTo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5" name="Google Shape;1455;p22"/>
              <p:cNvSpPr/>
              <p:nvPr/>
            </p:nvSpPr>
            <p:spPr>
              <a:xfrm rot="5400000">
                <a:off x="6706558" y="3417519"/>
                <a:ext cx="206264" cy="227931"/>
              </a:xfrm>
              <a:custGeom>
                <a:avLst/>
                <a:gdLst/>
                <a:ahLst/>
                <a:cxnLst/>
                <a:rect l="l" t="t" r="r" b="b"/>
                <a:pathLst>
                  <a:path w="394688" h="436148" extrusionOk="0">
                    <a:moveTo>
                      <a:pt x="0" y="0"/>
                    </a:moveTo>
                    <a:cubicBezTo>
                      <a:pt x="133746" y="19248"/>
                      <a:pt x="267493" y="38497"/>
                      <a:pt x="330993" y="57150"/>
                    </a:cubicBezTo>
                    <a:cubicBezTo>
                      <a:pt x="394493" y="75803"/>
                      <a:pt x="409178" y="83344"/>
                      <a:pt x="381000" y="111919"/>
                    </a:cubicBezTo>
                    <a:cubicBezTo>
                      <a:pt x="352822" y="140494"/>
                      <a:pt x="215106" y="190103"/>
                      <a:pt x="161925" y="228600"/>
                    </a:cubicBezTo>
                    <a:cubicBezTo>
                      <a:pt x="108744" y="267097"/>
                      <a:pt x="71040" y="309165"/>
                      <a:pt x="61912" y="342900"/>
                    </a:cubicBezTo>
                    <a:cubicBezTo>
                      <a:pt x="52784" y="376635"/>
                      <a:pt x="97234" y="417116"/>
                      <a:pt x="107156" y="431007"/>
                    </a:cubicBezTo>
                    <a:cubicBezTo>
                      <a:pt x="117078" y="444898"/>
                      <a:pt x="138905" y="426244"/>
                      <a:pt x="121443" y="426244"/>
                    </a:cubicBezTo>
                    <a:cubicBezTo>
                      <a:pt x="103981" y="426244"/>
                      <a:pt x="53181" y="428625"/>
                      <a:pt x="2381" y="431007"/>
                    </a:cubicBezTo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6" name="Google Shape;1456;p22"/>
              <p:cNvSpPr/>
              <p:nvPr/>
            </p:nvSpPr>
            <p:spPr>
              <a:xfrm rot="5400000">
                <a:off x="6428381" y="3353998"/>
                <a:ext cx="196921" cy="340651"/>
              </a:xfrm>
              <a:custGeom>
                <a:avLst/>
                <a:gdLst/>
                <a:ahLst/>
                <a:cxnLst/>
                <a:rect l="l" t="t" r="r" b="b"/>
                <a:pathLst>
                  <a:path w="376809" h="651839" extrusionOk="0">
                    <a:moveTo>
                      <a:pt x="0" y="0"/>
                    </a:moveTo>
                    <a:lnTo>
                      <a:pt x="109538" y="0"/>
                    </a:lnTo>
                    <a:lnTo>
                      <a:pt x="109538" y="0"/>
                    </a:lnTo>
                    <a:cubicBezTo>
                      <a:pt x="138113" y="9525"/>
                      <a:pt x="236935" y="34131"/>
                      <a:pt x="280988" y="57150"/>
                    </a:cubicBezTo>
                    <a:cubicBezTo>
                      <a:pt x="325041" y="80169"/>
                      <a:pt x="363537" y="96043"/>
                      <a:pt x="373856" y="138112"/>
                    </a:cubicBezTo>
                    <a:cubicBezTo>
                      <a:pt x="384175" y="180181"/>
                      <a:pt x="365919" y="242887"/>
                      <a:pt x="342900" y="309562"/>
                    </a:cubicBezTo>
                    <a:cubicBezTo>
                      <a:pt x="319881" y="376237"/>
                      <a:pt x="267891" y="482203"/>
                      <a:pt x="235744" y="538162"/>
                    </a:cubicBezTo>
                    <a:cubicBezTo>
                      <a:pt x="203597" y="594122"/>
                      <a:pt x="167878" y="628253"/>
                      <a:pt x="150019" y="645319"/>
                    </a:cubicBezTo>
                    <a:cubicBezTo>
                      <a:pt x="132160" y="662385"/>
                      <a:pt x="128588" y="640556"/>
                      <a:pt x="128588" y="640556"/>
                    </a:cubicBezTo>
                    <a:lnTo>
                      <a:pt x="9525" y="642937"/>
                    </a:lnTo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7" name="Google Shape;1457;p22"/>
              <p:cNvSpPr/>
              <p:nvPr/>
            </p:nvSpPr>
            <p:spPr>
              <a:xfrm rot="5400000">
                <a:off x="6300404" y="3453027"/>
                <a:ext cx="89172" cy="37333"/>
              </a:xfrm>
              <a:custGeom>
                <a:avLst/>
                <a:gdLst/>
                <a:ahLst/>
                <a:cxnLst/>
                <a:rect l="l" t="t" r="r" b="b"/>
                <a:pathLst>
                  <a:path w="170631" h="71437" extrusionOk="0">
                    <a:moveTo>
                      <a:pt x="0" y="0"/>
                    </a:moveTo>
                    <a:lnTo>
                      <a:pt x="145257" y="7144"/>
                    </a:lnTo>
                    <a:cubicBezTo>
                      <a:pt x="171451" y="8732"/>
                      <a:pt x="180578" y="-1190"/>
                      <a:pt x="157163" y="9525"/>
                    </a:cubicBezTo>
                    <a:cubicBezTo>
                      <a:pt x="133748" y="20240"/>
                      <a:pt x="34925" y="61118"/>
                      <a:pt x="4763" y="71437"/>
                    </a:cubicBezTo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8" name="Google Shape;1458;p22"/>
              <p:cNvSpPr/>
              <p:nvPr/>
            </p:nvSpPr>
            <p:spPr>
              <a:xfrm rot="5400000">
                <a:off x="6199211" y="3298752"/>
                <a:ext cx="147202" cy="114489"/>
              </a:xfrm>
              <a:custGeom>
                <a:avLst/>
                <a:gdLst/>
                <a:ahLst/>
                <a:cxnLst/>
                <a:rect l="l" t="t" r="r" b="b"/>
                <a:pathLst>
                  <a:path w="281673" h="219075" extrusionOk="0">
                    <a:moveTo>
                      <a:pt x="281673" y="0"/>
                    </a:moveTo>
                    <a:cubicBezTo>
                      <a:pt x="254883" y="9922"/>
                      <a:pt x="228094" y="19844"/>
                      <a:pt x="181660" y="30956"/>
                    </a:cubicBezTo>
                    <a:cubicBezTo>
                      <a:pt x="135226" y="42069"/>
                      <a:pt x="19339" y="46831"/>
                      <a:pt x="3067" y="66675"/>
                    </a:cubicBezTo>
                    <a:cubicBezTo>
                      <a:pt x="-13205" y="86519"/>
                      <a:pt x="38389" y="124618"/>
                      <a:pt x="84029" y="150018"/>
                    </a:cubicBezTo>
                    <a:cubicBezTo>
                      <a:pt x="129669" y="175418"/>
                      <a:pt x="266591" y="200025"/>
                      <a:pt x="276910" y="219075"/>
                    </a:cubicBezTo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9" name="Google Shape;1459;p22"/>
              <p:cNvSpPr/>
              <p:nvPr/>
            </p:nvSpPr>
            <p:spPr>
              <a:xfrm rot="5400000">
                <a:off x="5998118" y="3541098"/>
                <a:ext cx="331440" cy="103460"/>
              </a:xfrm>
              <a:custGeom>
                <a:avLst/>
                <a:gdLst/>
                <a:ahLst/>
                <a:cxnLst/>
                <a:rect l="l" t="t" r="r" b="b"/>
                <a:pathLst>
                  <a:path w="634213" h="197971" extrusionOk="0">
                    <a:moveTo>
                      <a:pt x="0" y="0"/>
                    </a:moveTo>
                    <a:cubicBezTo>
                      <a:pt x="51395" y="31948"/>
                      <a:pt x="102791" y="63897"/>
                      <a:pt x="197644" y="95250"/>
                    </a:cubicBezTo>
                    <a:cubicBezTo>
                      <a:pt x="292497" y="126603"/>
                      <a:pt x="505619" y="171449"/>
                      <a:pt x="569119" y="188118"/>
                    </a:cubicBezTo>
                    <a:cubicBezTo>
                      <a:pt x="632619" y="204787"/>
                      <a:pt x="672306" y="195262"/>
                      <a:pt x="578644" y="195262"/>
                    </a:cubicBezTo>
                    <a:cubicBezTo>
                      <a:pt x="484982" y="195262"/>
                      <a:pt x="246063" y="191690"/>
                      <a:pt x="7144" y="188118"/>
                    </a:cubicBezTo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60" name="Google Shape;1460;p22"/>
              <p:cNvCxnSpPr/>
              <p:nvPr/>
            </p:nvCxnSpPr>
            <p:spPr>
              <a:xfrm>
                <a:off x="6626635" y="2782492"/>
                <a:ext cx="0" cy="128286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stealth" w="med" len="med"/>
                <a:tailEnd type="none" w="sm" len="sm"/>
              </a:ln>
            </p:spPr>
          </p:cxnSp>
          <p:cxnSp>
            <p:nvCxnSpPr>
              <p:cNvPr id="1461" name="Google Shape;1461;p22"/>
              <p:cNvCxnSpPr/>
              <p:nvPr/>
            </p:nvCxnSpPr>
            <p:spPr>
              <a:xfrm rot="-5400000">
                <a:off x="6808747" y="3423927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62" name="Google Shape;1462;p22"/>
              <p:cNvCxnSpPr/>
              <p:nvPr/>
            </p:nvCxnSpPr>
            <p:spPr>
              <a:xfrm rot="-5400000">
                <a:off x="6665865" y="3423927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63" name="Google Shape;1463;p22"/>
              <p:cNvCxnSpPr/>
              <p:nvPr/>
            </p:nvCxnSpPr>
            <p:spPr>
              <a:xfrm rot="-5400000">
                <a:off x="6408995" y="3423927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64" name="Google Shape;1464;p22"/>
              <p:cNvCxnSpPr/>
              <p:nvPr/>
            </p:nvCxnSpPr>
            <p:spPr>
              <a:xfrm rot="-5400000">
                <a:off x="6068829" y="3423927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65" name="Google Shape;1465;p22"/>
              <p:cNvCxnSpPr/>
              <p:nvPr/>
            </p:nvCxnSpPr>
            <p:spPr>
              <a:xfrm rot="-5400000">
                <a:off x="5825705" y="3423927"/>
                <a:ext cx="583222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466" name="Google Shape;1466;p22"/>
              <p:cNvSpPr/>
              <p:nvPr/>
            </p:nvSpPr>
            <p:spPr>
              <a:xfrm rot="5400000">
                <a:off x="7081990" y="3588858"/>
                <a:ext cx="37627" cy="37627"/>
              </a:xfrm>
              <a:prstGeom prst="flowChartConnector">
                <a:avLst/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7" name="Google Shape;1467;p22"/>
              <p:cNvSpPr/>
              <p:nvPr/>
            </p:nvSpPr>
            <p:spPr>
              <a:xfrm rot="5400000">
                <a:off x="6937834" y="3214816"/>
                <a:ext cx="37627" cy="37627"/>
              </a:xfrm>
              <a:prstGeom prst="flowChartConnector">
                <a:avLst/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8" name="Google Shape;1468;p22"/>
              <p:cNvSpPr/>
              <p:nvPr/>
            </p:nvSpPr>
            <p:spPr>
              <a:xfrm rot="5400000">
                <a:off x="6682580" y="3461119"/>
                <a:ext cx="37627" cy="37627"/>
              </a:xfrm>
              <a:prstGeom prst="flowChartConnector">
                <a:avLst/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9" name="Google Shape;1469;p22"/>
              <p:cNvSpPr/>
              <p:nvPr/>
            </p:nvSpPr>
            <p:spPr>
              <a:xfrm rot="5400000">
                <a:off x="6339380" y="3481933"/>
                <a:ext cx="37627" cy="37627"/>
              </a:xfrm>
              <a:prstGeom prst="flowChartConnector">
                <a:avLst/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0" name="Google Shape;1470;p22"/>
              <p:cNvSpPr/>
              <p:nvPr/>
            </p:nvSpPr>
            <p:spPr>
              <a:xfrm rot="5400000">
                <a:off x="6097208" y="3700754"/>
                <a:ext cx="37627" cy="37627"/>
              </a:xfrm>
              <a:prstGeom prst="flowChartConnector">
                <a:avLst/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5" name="Google Shape;1475;p23"/>
          <p:cNvGrpSpPr/>
          <p:nvPr/>
        </p:nvGrpSpPr>
        <p:grpSpPr>
          <a:xfrm>
            <a:off x="2103472" y="2606614"/>
            <a:ext cx="4336113" cy="1597994"/>
            <a:chOff x="2103472" y="2606614"/>
            <a:chExt cx="4336113" cy="1597994"/>
          </a:xfrm>
        </p:grpSpPr>
        <p:sp>
          <p:nvSpPr>
            <p:cNvPr id="1476" name="Google Shape;1476;p23"/>
            <p:cNvSpPr/>
            <p:nvPr/>
          </p:nvSpPr>
          <p:spPr>
            <a:xfrm rot="5400000">
              <a:off x="4147046" y="1779153"/>
              <a:ext cx="396000" cy="3299694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>
                    <a:alpha val="49803"/>
                  </a:srgbClr>
                </a:gs>
                <a:gs pos="50000">
                  <a:srgbClr val="7F7F7F">
                    <a:alpha val="49803"/>
                  </a:srgbClr>
                </a:gs>
                <a:gs pos="100000">
                  <a:srgbClr val="262626">
                    <a:alpha val="83921"/>
                  </a:srgbClr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23"/>
            <p:cNvSpPr/>
            <p:nvPr/>
          </p:nvSpPr>
          <p:spPr>
            <a:xfrm>
              <a:off x="5811625" y="3303000"/>
              <a:ext cx="144000" cy="252000"/>
            </a:xfrm>
            <a:prstGeom prst="ellipse">
              <a:avLst/>
            </a:prstGeom>
            <a:gradFill>
              <a:gsLst>
                <a:gs pos="0">
                  <a:srgbClr val="A5A5A5"/>
                </a:gs>
                <a:gs pos="50000">
                  <a:srgbClr val="595959"/>
                </a:gs>
                <a:gs pos="100000">
                  <a:schemeClr val="dk1"/>
                </a:gs>
              </a:gsLst>
              <a:lin ang="10800000" scaled="0"/>
            </a:gra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78" name="Google Shape;1478;p23"/>
            <p:cNvCxnSpPr/>
            <p:nvPr/>
          </p:nvCxnSpPr>
          <p:spPr>
            <a:xfrm rot="10800000">
              <a:off x="2814953" y="2713093"/>
              <a:ext cx="0" cy="720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lg" len="lg"/>
            </a:ln>
          </p:spPr>
        </p:cxnSp>
        <p:cxnSp>
          <p:nvCxnSpPr>
            <p:cNvPr id="1479" name="Google Shape;1479;p23"/>
            <p:cNvCxnSpPr/>
            <p:nvPr/>
          </p:nvCxnSpPr>
          <p:spPr>
            <a:xfrm rot="10800000">
              <a:off x="2813361" y="3429000"/>
              <a:ext cx="2988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sp>
          <p:nvSpPr>
            <p:cNvPr id="1480" name="Google Shape;1480;p23"/>
            <p:cNvSpPr txBox="1"/>
            <p:nvPr/>
          </p:nvSpPr>
          <p:spPr>
            <a:xfrm>
              <a:off x="6147517" y="3154112"/>
              <a:ext cx="292068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1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/>
            </a:p>
          </p:txBody>
        </p:sp>
        <p:sp>
          <p:nvSpPr>
            <p:cNvPr id="1481" name="Google Shape;1481;p23"/>
            <p:cNvSpPr txBox="1"/>
            <p:nvPr/>
          </p:nvSpPr>
          <p:spPr>
            <a:xfrm>
              <a:off x="2103472" y="3492666"/>
              <a:ext cx="29848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1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sp>
          <p:nvSpPr>
            <p:cNvPr id="1482" name="Google Shape;1482;p23"/>
            <p:cNvSpPr txBox="1"/>
            <p:nvPr/>
          </p:nvSpPr>
          <p:spPr>
            <a:xfrm>
              <a:off x="2503196" y="2703476"/>
              <a:ext cx="28245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1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Z</a:t>
              </a:r>
              <a:endParaRPr/>
            </a:p>
          </p:txBody>
        </p:sp>
        <p:cxnSp>
          <p:nvCxnSpPr>
            <p:cNvPr id="1483" name="Google Shape;1483;p23"/>
            <p:cNvCxnSpPr/>
            <p:nvPr/>
          </p:nvCxnSpPr>
          <p:spPr>
            <a:xfrm flipH="1">
              <a:off x="2419645" y="3432124"/>
              <a:ext cx="396000" cy="396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lg" len="lg"/>
            </a:ln>
          </p:spPr>
        </p:cxnSp>
        <p:sp>
          <p:nvSpPr>
            <p:cNvPr id="1484" name="Google Shape;1484;p23"/>
            <p:cNvSpPr/>
            <p:nvPr/>
          </p:nvSpPr>
          <p:spPr>
            <a:xfrm rot="-5400000" flipH="1">
              <a:off x="4147046" y="1779153"/>
              <a:ext cx="396000" cy="3299694"/>
            </a:xfrm>
            <a:prstGeom prst="can">
              <a:avLst>
                <a:gd name="adj" fmla="val 59495"/>
              </a:avLst>
            </a:prstGeom>
            <a:noFill/>
            <a:ln w="1905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23"/>
            <p:cNvSpPr/>
            <p:nvPr/>
          </p:nvSpPr>
          <p:spPr>
            <a:xfrm>
              <a:off x="2741893" y="3303000"/>
              <a:ext cx="144000" cy="252000"/>
            </a:xfrm>
            <a:prstGeom prst="ellipse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86" name="Google Shape;1486;p23"/>
            <p:cNvCxnSpPr/>
            <p:nvPr/>
          </p:nvCxnSpPr>
          <p:spPr>
            <a:xfrm>
              <a:off x="5824221" y="3429000"/>
              <a:ext cx="37279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lg" len="lg"/>
            </a:ln>
          </p:spPr>
        </p:cxnSp>
        <p:sp>
          <p:nvSpPr>
            <p:cNvPr id="1487" name="Google Shape;1487;p23"/>
            <p:cNvSpPr/>
            <p:nvPr/>
          </p:nvSpPr>
          <p:spPr>
            <a:xfrm rot="5400000" flipH="1">
              <a:off x="2643360" y="3777278"/>
              <a:ext cx="256188" cy="211043"/>
            </a:xfrm>
            <a:prstGeom prst="arc">
              <a:avLst>
                <a:gd name="adj1" fmla="val 9970492"/>
                <a:gd name="adj2" fmla="val 554250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23"/>
            <p:cNvSpPr/>
            <p:nvPr/>
          </p:nvSpPr>
          <p:spPr>
            <a:xfrm rot="5400000" flipH="1">
              <a:off x="3028218" y="2815395"/>
              <a:ext cx="158935" cy="299396"/>
            </a:xfrm>
            <a:prstGeom prst="arc">
              <a:avLst>
                <a:gd name="adj1" fmla="val 2397801"/>
                <a:gd name="adj2" fmla="val 19069117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89" name="Google Shape;1489;p23"/>
            <p:cNvCxnSpPr/>
            <p:nvPr/>
          </p:nvCxnSpPr>
          <p:spPr>
            <a:xfrm flipH="1">
              <a:off x="2556718" y="3716275"/>
              <a:ext cx="396000" cy="396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1490" name="Google Shape;1490;p23"/>
            <p:cNvCxnSpPr/>
            <p:nvPr/>
          </p:nvCxnSpPr>
          <p:spPr>
            <a:xfrm rot="10800000">
              <a:off x="3109677" y="2660001"/>
              <a:ext cx="0" cy="504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sp>
          <p:nvSpPr>
            <p:cNvPr id="1491" name="Google Shape;1491;p23"/>
            <p:cNvSpPr txBox="1"/>
            <p:nvPr/>
          </p:nvSpPr>
          <p:spPr>
            <a:xfrm>
              <a:off x="3191907" y="2611685"/>
              <a:ext cx="230832" cy="18466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10810" r="-8106" b="-1290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92" name="Google Shape;1492;p23"/>
            <p:cNvSpPr txBox="1"/>
            <p:nvPr/>
          </p:nvSpPr>
          <p:spPr>
            <a:xfrm>
              <a:off x="2654768" y="4019942"/>
              <a:ext cx="208390" cy="18466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l="-8569" r="-5711" b="-1290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93" name="Google Shape;1493;p23"/>
            <p:cNvSpPr txBox="1"/>
            <p:nvPr/>
          </p:nvSpPr>
          <p:spPr>
            <a:xfrm>
              <a:off x="3301239" y="2905203"/>
              <a:ext cx="205184" cy="18466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l="-18178" r="-9088" b="-1333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94" name="Google Shape;1494;p23"/>
            <p:cNvSpPr txBox="1"/>
            <p:nvPr/>
          </p:nvSpPr>
          <p:spPr>
            <a:xfrm>
              <a:off x="2917675" y="3802414"/>
              <a:ext cx="226023" cy="18466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16215" r="-5403" b="-2333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495" name="Google Shape;1495;p23"/>
            <p:cNvSpPr/>
            <p:nvPr/>
          </p:nvSpPr>
          <p:spPr>
            <a:xfrm rot="5400000" flipH="1">
              <a:off x="5291434" y="3772207"/>
              <a:ext cx="256188" cy="211043"/>
            </a:xfrm>
            <a:prstGeom prst="arc">
              <a:avLst>
                <a:gd name="adj1" fmla="val 9970492"/>
                <a:gd name="adj2" fmla="val 554250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1496;p23"/>
            <p:cNvSpPr/>
            <p:nvPr/>
          </p:nvSpPr>
          <p:spPr>
            <a:xfrm rot="5400000" flipH="1">
              <a:off x="5676292" y="2810324"/>
              <a:ext cx="158935" cy="299396"/>
            </a:xfrm>
            <a:prstGeom prst="arc">
              <a:avLst>
                <a:gd name="adj1" fmla="val 2397801"/>
                <a:gd name="adj2" fmla="val 19069117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97" name="Google Shape;1497;p23"/>
            <p:cNvCxnSpPr/>
            <p:nvPr/>
          </p:nvCxnSpPr>
          <p:spPr>
            <a:xfrm flipH="1">
              <a:off x="5204792" y="3711204"/>
              <a:ext cx="396000" cy="396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1498" name="Google Shape;1498;p23"/>
            <p:cNvCxnSpPr/>
            <p:nvPr/>
          </p:nvCxnSpPr>
          <p:spPr>
            <a:xfrm rot="10800000">
              <a:off x="5757751" y="2654930"/>
              <a:ext cx="0" cy="504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sp>
          <p:nvSpPr>
            <p:cNvPr id="1499" name="Google Shape;1499;p23"/>
            <p:cNvSpPr txBox="1"/>
            <p:nvPr/>
          </p:nvSpPr>
          <p:spPr>
            <a:xfrm>
              <a:off x="5839981" y="2606614"/>
              <a:ext cx="230832" cy="184666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l="-7894" r="-7893" b="-1333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500" name="Google Shape;1500;p23"/>
            <p:cNvSpPr txBox="1"/>
            <p:nvPr/>
          </p:nvSpPr>
          <p:spPr>
            <a:xfrm>
              <a:off x="5302842" y="4014871"/>
              <a:ext cx="208390" cy="18466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l="-11764" r="-5881" b="-1333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501" name="Google Shape;1501;p23"/>
            <p:cNvSpPr txBox="1"/>
            <p:nvPr/>
          </p:nvSpPr>
          <p:spPr>
            <a:xfrm>
              <a:off x="5949313" y="2900132"/>
              <a:ext cx="205184" cy="184666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l="-17645" r="-5879" b="-13332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502" name="Google Shape;1502;p23"/>
            <p:cNvSpPr txBox="1"/>
            <p:nvPr/>
          </p:nvSpPr>
          <p:spPr>
            <a:xfrm>
              <a:off x="5565749" y="3797343"/>
              <a:ext cx="226023" cy="184666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l="-16215" r="-8107" b="-23331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503" name="Google Shape;1503;p23"/>
            <p:cNvSpPr txBox="1"/>
            <p:nvPr/>
          </p:nvSpPr>
          <p:spPr>
            <a:xfrm>
              <a:off x="4088273" y="3635866"/>
              <a:ext cx="24878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endParaRPr/>
            </a:p>
          </p:txBody>
        </p:sp>
        <p:sp>
          <p:nvSpPr>
            <p:cNvPr id="1504" name="Google Shape;1504;p23"/>
            <p:cNvSpPr/>
            <p:nvPr/>
          </p:nvSpPr>
          <p:spPr>
            <a:xfrm>
              <a:off x="2287347" y="3197389"/>
              <a:ext cx="252000" cy="2520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505" name="Google Shape;1505;p23"/>
            <p:cNvSpPr/>
            <p:nvPr/>
          </p:nvSpPr>
          <p:spPr>
            <a:xfrm>
              <a:off x="6021253" y="3702124"/>
              <a:ext cx="252000" cy="2520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1506" name="Google Shape;1506;p23"/>
          <p:cNvSpPr txBox="1"/>
          <p:nvPr/>
        </p:nvSpPr>
        <p:spPr>
          <a:xfrm>
            <a:off x="0" y="0"/>
            <a:ext cx="29670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CBT fundamental shaft model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24"/>
          <p:cNvSpPr txBox="1"/>
          <p:nvPr/>
        </p:nvSpPr>
        <p:spPr>
          <a:xfrm>
            <a:off x="0" y="0"/>
            <a:ext cx="44237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Onboard rotor, adapted from duchemin 2003</a:t>
            </a:r>
            <a:endParaRPr/>
          </a:p>
        </p:txBody>
      </p:sp>
      <p:pic>
        <p:nvPicPr>
          <p:cNvPr id="1512" name="Google Shape;1512;p24"/>
          <p:cNvPicPr preferRelativeResize="0"/>
          <p:nvPr/>
        </p:nvPicPr>
        <p:blipFill rotWithShape="1">
          <a:blip r:embed="rId3">
            <a:alphaModFix/>
          </a:blip>
          <a:srcRect l="13582" t="23208" r="20096" b="7340"/>
          <a:stretch/>
        </p:blipFill>
        <p:spPr>
          <a:xfrm>
            <a:off x="252514" y="413692"/>
            <a:ext cx="3898265" cy="13576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3" name="Google Shape;1513;p24"/>
          <p:cNvGrpSpPr/>
          <p:nvPr/>
        </p:nvGrpSpPr>
        <p:grpSpPr>
          <a:xfrm>
            <a:off x="1388063" y="2349812"/>
            <a:ext cx="5116250" cy="1671850"/>
            <a:chOff x="1388063" y="2357432"/>
            <a:chExt cx="5116250" cy="1671850"/>
          </a:xfrm>
        </p:grpSpPr>
        <p:sp>
          <p:nvSpPr>
            <p:cNvPr id="1514" name="Google Shape;1514;p24"/>
            <p:cNvSpPr txBox="1"/>
            <p:nvPr/>
          </p:nvSpPr>
          <p:spPr>
            <a:xfrm>
              <a:off x="1456433" y="3168784"/>
              <a:ext cx="327910" cy="27699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1515" name="Google Shape;1515;p24"/>
            <p:cNvCxnSpPr/>
            <p:nvPr/>
          </p:nvCxnSpPr>
          <p:spPr>
            <a:xfrm rot="10800000">
              <a:off x="1754588" y="2744525"/>
              <a:ext cx="0" cy="61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516" name="Google Shape;1516;p24"/>
            <p:cNvCxnSpPr/>
            <p:nvPr/>
          </p:nvCxnSpPr>
          <p:spPr>
            <a:xfrm rot="10800000">
              <a:off x="1747912" y="3356134"/>
              <a:ext cx="6120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1517" name="Google Shape;1517;p24"/>
            <p:cNvCxnSpPr/>
            <p:nvPr/>
          </p:nvCxnSpPr>
          <p:spPr>
            <a:xfrm flipH="1">
              <a:off x="1388063" y="3360129"/>
              <a:ext cx="356511" cy="28363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  <p:sp>
          <p:nvSpPr>
            <p:cNvPr id="1518" name="Google Shape;1518;p24"/>
            <p:cNvSpPr txBox="1"/>
            <p:nvPr/>
          </p:nvSpPr>
          <p:spPr>
            <a:xfrm>
              <a:off x="2085435" y="3066061"/>
              <a:ext cx="369012" cy="27699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dirty="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dirty="0"/>
            </a:p>
          </p:txBody>
        </p:sp>
        <p:sp>
          <p:nvSpPr>
            <p:cNvPr id="1519" name="Google Shape;1519;p24"/>
            <p:cNvSpPr txBox="1"/>
            <p:nvPr/>
          </p:nvSpPr>
          <p:spPr>
            <a:xfrm>
              <a:off x="1422196" y="3479088"/>
              <a:ext cx="375423" cy="27699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520" name="Google Shape;1520;p24"/>
            <p:cNvSpPr txBox="1"/>
            <p:nvPr/>
          </p:nvSpPr>
          <p:spPr>
            <a:xfrm>
              <a:off x="1726395" y="2674048"/>
              <a:ext cx="354584" cy="27276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521" name="Google Shape;1521;p24"/>
            <p:cNvSpPr txBox="1"/>
            <p:nvPr/>
          </p:nvSpPr>
          <p:spPr>
            <a:xfrm>
              <a:off x="1643290" y="3304681"/>
              <a:ext cx="375423" cy="27699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cxnSp>
          <p:nvCxnSpPr>
            <p:cNvPr id="1522" name="Google Shape;1522;p24"/>
            <p:cNvCxnSpPr/>
            <p:nvPr/>
          </p:nvCxnSpPr>
          <p:spPr>
            <a:xfrm rot="-573834" flipH="1">
              <a:off x="2527751" y="3130171"/>
              <a:ext cx="720000" cy="720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1523" name="Google Shape;1523;p24"/>
            <p:cNvGrpSpPr/>
            <p:nvPr/>
          </p:nvGrpSpPr>
          <p:grpSpPr>
            <a:xfrm>
              <a:off x="2604897" y="2357432"/>
              <a:ext cx="3899416" cy="1671850"/>
              <a:chOff x="2604897" y="2357432"/>
              <a:chExt cx="3899416" cy="1671850"/>
            </a:xfrm>
          </p:grpSpPr>
          <p:sp>
            <p:nvSpPr>
              <p:cNvPr id="1524" name="Google Shape;1524;p24"/>
              <p:cNvSpPr/>
              <p:nvPr/>
            </p:nvSpPr>
            <p:spPr>
              <a:xfrm rot="-573834">
                <a:off x="2913271" y="3243064"/>
                <a:ext cx="3542071" cy="425091"/>
              </a:xfrm>
              <a:prstGeom prst="cube">
                <a:avLst>
                  <a:gd name="adj" fmla="val 78379"/>
                </a:avLst>
              </a:prstGeom>
              <a:solidFill>
                <a:srgbClr val="7F7F7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5" name="Google Shape;1525;p24"/>
              <p:cNvSpPr/>
              <p:nvPr/>
            </p:nvSpPr>
            <p:spPr>
              <a:xfrm rot="4826166">
                <a:off x="3032587" y="3169039"/>
                <a:ext cx="157654" cy="252000"/>
              </a:xfrm>
              <a:prstGeom prst="can">
                <a:avLst>
                  <a:gd name="adj" fmla="val 59495"/>
                </a:avLst>
              </a:prstGeom>
              <a:gradFill>
                <a:gsLst>
                  <a:gs pos="0">
                    <a:srgbClr val="F2F2F2"/>
                  </a:gs>
                  <a:gs pos="50000">
                    <a:srgbClr val="7F7F7F"/>
                  </a:gs>
                  <a:gs pos="100000">
                    <a:srgbClr val="262626"/>
                  </a:gs>
                </a:gsLst>
                <a:lin ang="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6" name="Google Shape;1526;p24"/>
              <p:cNvSpPr/>
              <p:nvPr/>
            </p:nvSpPr>
            <p:spPr>
              <a:xfrm rot="-573834">
                <a:off x="3175016" y="3181711"/>
                <a:ext cx="315215" cy="550814"/>
              </a:xfrm>
              <a:prstGeom prst="cube">
                <a:avLst>
                  <a:gd name="adj" fmla="val 64039"/>
                </a:avLst>
              </a:prstGeom>
              <a:solidFill>
                <a:srgbClr val="7F7F7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7" name="Google Shape;1527;p24"/>
              <p:cNvSpPr/>
              <p:nvPr/>
            </p:nvSpPr>
            <p:spPr>
              <a:xfrm rot="-573834">
                <a:off x="3126961" y="2957263"/>
                <a:ext cx="315215" cy="431291"/>
              </a:xfrm>
              <a:prstGeom prst="cube">
                <a:avLst>
                  <a:gd name="adj" fmla="val 64039"/>
                </a:avLst>
              </a:prstGeom>
              <a:solidFill>
                <a:srgbClr val="7F7F7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8" name="Google Shape;1528;p24"/>
              <p:cNvSpPr/>
              <p:nvPr/>
            </p:nvSpPr>
            <p:spPr>
              <a:xfrm rot="-573834">
                <a:off x="3303241" y="3142343"/>
                <a:ext cx="146898" cy="216000"/>
              </a:xfrm>
              <a:prstGeom prst="ellipse">
                <a:avLst/>
              </a:prstGeom>
              <a:solidFill>
                <a:srgbClr val="3F3F3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9" name="Google Shape;1529;p24"/>
              <p:cNvSpPr/>
              <p:nvPr/>
            </p:nvSpPr>
            <p:spPr>
              <a:xfrm rot="4826166">
                <a:off x="3531283" y="2941014"/>
                <a:ext cx="157654" cy="540000"/>
              </a:xfrm>
              <a:prstGeom prst="can">
                <a:avLst>
                  <a:gd name="adj" fmla="val 59495"/>
                </a:avLst>
              </a:prstGeom>
              <a:gradFill>
                <a:gsLst>
                  <a:gs pos="0">
                    <a:srgbClr val="F2F2F2"/>
                  </a:gs>
                  <a:gs pos="50000">
                    <a:srgbClr val="7F7F7F"/>
                  </a:gs>
                  <a:gs pos="100000">
                    <a:srgbClr val="262626"/>
                  </a:gs>
                </a:gsLst>
                <a:lin ang="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0" name="Google Shape;1530;p24"/>
              <p:cNvSpPr/>
              <p:nvPr/>
            </p:nvSpPr>
            <p:spPr>
              <a:xfrm rot="4826166">
                <a:off x="3555738" y="2980748"/>
                <a:ext cx="683901" cy="363625"/>
              </a:xfrm>
              <a:prstGeom prst="can">
                <a:avLst>
                  <a:gd name="adj" fmla="val 50000"/>
                </a:avLst>
              </a:prstGeom>
              <a:gradFill>
                <a:gsLst>
                  <a:gs pos="0">
                    <a:srgbClr val="C9C9C9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1" name="Google Shape;1531;p24"/>
              <p:cNvSpPr/>
              <p:nvPr/>
            </p:nvSpPr>
            <p:spPr>
              <a:xfrm rot="4826166">
                <a:off x="4965231" y="1871409"/>
                <a:ext cx="157654" cy="2196000"/>
              </a:xfrm>
              <a:prstGeom prst="can">
                <a:avLst>
                  <a:gd name="adj" fmla="val 59495"/>
                </a:avLst>
              </a:prstGeom>
              <a:gradFill>
                <a:gsLst>
                  <a:gs pos="0">
                    <a:srgbClr val="F2F2F2"/>
                  </a:gs>
                  <a:gs pos="50000">
                    <a:srgbClr val="7F7F7F"/>
                  </a:gs>
                  <a:gs pos="100000">
                    <a:srgbClr val="262626"/>
                  </a:gs>
                </a:gsLst>
                <a:lin ang="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2" name="Google Shape;1532;p24"/>
              <p:cNvSpPr/>
              <p:nvPr/>
            </p:nvSpPr>
            <p:spPr>
              <a:xfrm rot="-573834">
                <a:off x="5879623" y="2726014"/>
                <a:ext cx="315215" cy="550814"/>
              </a:xfrm>
              <a:prstGeom prst="cube">
                <a:avLst>
                  <a:gd name="adj" fmla="val 64039"/>
                </a:avLst>
              </a:prstGeom>
              <a:solidFill>
                <a:srgbClr val="7F7F7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3" name="Google Shape;1533;p24"/>
              <p:cNvSpPr/>
              <p:nvPr/>
            </p:nvSpPr>
            <p:spPr>
              <a:xfrm rot="-573834">
                <a:off x="5831567" y="2501566"/>
                <a:ext cx="315215" cy="431291"/>
              </a:xfrm>
              <a:prstGeom prst="cube">
                <a:avLst>
                  <a:gd name="adj" fmla="val 64039"/>
                </a:avLst>
              </a:prstGeom>
              <a:solidFill>
                <a:srgbClr val="7F7F7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1534;p24"/>
              <p:cNvSpPr/>
              <p:nvPr/>
            </p:nvSpPr>
            <p:spPr>
              <a:xfrm rot="-573834">
                <a:off x="6007847" y="2686645"/>
                <a:ext cx="146898" cy="216000"/>
              </a:xfrm>
              <a:prstGeom prst="ellipse">
                <a:avLst/>
              </a:prstGeom>
              <a:solidFill>
                <a:srgbClr val="3F3F3F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24"/>
              <p:cNvSpPr/>
              <p:nvPr/>
            </p:nvSpPr>
            <p:spPr>
              <a:xfrm rot="4826166">
                <a:off x="6066532" y="2675851"/>
                <a:ext cx="157654" cy="216000"/>
              </a:xfrm>
              <a:prstGeom prst="can">
                <a:avLst>
                  <a:gd name="adj" fmla="val 59495"/>
                </a:avLst>
              </a:prstGeom>
              <a:gradFill>
                <a:gsLst>
                  <a:gs pos="0">
                    <a:srgbClr val="F2F2F2"/>
                  </a:gs>
                  <a:gs pos="50000">
                    <a:srgbClr val="7F7F7F"/>
                  </a:gs>
                  <a:gs pos="100000">
                    <a:srgbClr val="262626"/>
                  </a:gs>
                </a:gsLst>
                <a:lin ang="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36" name="Google Shape;1536;p24"/>
              <p:cNvCxnSpPr/>
              <p:nvPr/>
            </p:nvCxnSpPr>
            <p:spPr>
              <a:xfrm rot="10800000">
                <a:off x="2963418" y="2598672"/>
                <a:ext cx="0" cy="97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1537" name="Google Shape;1537;p24"/>
              <p:cNvCxnSpPr/>
              <p:nvPr/>
            </p:nvCxnSpPr>
            <p:spPr>
              <a:xfrm rot="10226166">
                <a:off x="2735727" y="3049310"/>
                <a:ext cx="3708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triangle" w="med" len="med"/>
                <a:tailEnd type="none" w="sm" len="sm"/>
              </a:ln>
            </p:spPr>
          </p:cxnSp>
          <p:sp>
            <p:nvSpPr>
              <p:cNvPr id="1538" name="Google Shape;1538;p24"/>
              <p:cNvSpPr txBox="1"/>
              <p:nvPr/>
            </p:nvSpPr>
            <p:spPr>
              <a:xfrm>
                <a:off x="6146523" y="2457007"/>
                <a:ext cx="357790" cy="276999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39" name="Google Shape;1539;p24"/>
              <p:cNvSpPr txBox="1"/>
              <p:nvPr/>
            </p:nvSpPr>
            <p:spPr>
              <a:xfrm>
                <a:off x="2604897" y="3705419"/>
                <a:ext cx="364202" cy="276999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40" name="Google Shape;1540;p24"/>
              <p:cNvSpPr txBox="1"/>
              <p:nvPr/>
            </p:nvSpPr>
            <p:spPr>
              <a:xfrm>
                <a:off x="2850133" y="2590979"/>
                <a:ext cx="356187" cy="276999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41" name="Google Shape;1541;p24"/>
              <p:cNvSpPr/>
              <p:nvPr/>
            </p:nvSpPr>
            <p:spPr>
              <a:xfrm rot="-573834">
                <a:off x="4624654" y="2715480"/>
                <a:ext cx="288000" cy="612000"/>
              </a:xfrm>
              <a:prstGeom prst="arc">
                <a:avLst>
                  <a:gd name="adj1" fmla="val 2693242"/>
                  <a:gd name="adj2" fmla="val 18043605"/>
                </a:avLst>
              </a:prstGeom>
              <a:noFill/>
              <a:ln w="25400" cap="flat" cmpd="sng">
                <a:solidFill>
                  <a:schemeClr val="dk1"/>
                </a:solidFill>
                <a:prstDash val="solid"/>
                <a:miter lim="800000"/>
                <a:headEnd type="triangle" w="med" len="med"/>
                <a:tailEnd type="none" w="sm" len="sm"/>
              </a:ln>
              <a:effectLst>
                <a:outerShdw blurRad="50800" dist="38100" algn="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2" name="Google Shape;1542;p24"/>
              <p:cNvSpPr txBox="1"/>
              <p:nvPr/>
            </p:nvSpPr>
            <p:spPr>
              <a:xfrm>
                <a:off x="4792646" y="2466434"/>
                <a:ext cx="394659" cy="369332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43" name="Google Shape;1543;p24"/>
              <p:cNvSpPr txBox="1"/>
              <p:nvPr/>
            </p:nvSpPr>
            <p:spPr>
              <a:xfrm>
                <a:off x="3919866" y="2664156"/>
                <a:ext cx="330219" cy="276999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44" name="Google Shape;1544;p24"/>
              <p:cNvSpPr txBox="1"/>
              <p:nvPr/>
            </p:nvSpPr>
            <p:spPr>
              <a:xfrm>
                <a:off x="3165000" y="2673406"/>
                <a:ext cx="405880" cy="276999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45" name="Google Shape;1545;p24"/>
              <p:cNvSpPr txBox="1"/>
              <p:nvPr/>
            </p:nvSpPr>
            <p:spPr>
              <a:xfrm>
                <a:off x="5618632" y="2357432"/>
                <a:ext cx="405880" cy="276999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546" name="Google Shape;1546;p24"/>
              <p:cNvCxnSpPr/>
              <p:nvPr/>
            </p:nvCxnSpPr>
            <p:spPr>
              <a:xfrm rot="10800000">
                <a:off x="3801668" y="2565010"/>
                <a:ext cx="0" cy="61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1547" name="Google Shape;1547;p24"/>
              <p:cNvCxnSpPr/>
              <p:nvPr/>
            </p:nvCxnSpPr>
            <p:spPr>
              <a:xfrm rot="10226166">
                <a:off x="3841608" y="3122640"/>
                <a:ext cx="612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triangle" w="med" len="med"/>
                <a:tailEnd type="none" w="sm" len="sm"/>
              </a:ln>
            </p:spPr>
          </p:cxnSp>
          <p:sp>
            <p:nvSpPr>
              <p:cNvPr id="1548" name="Google Shape;1548;p24"/>
              <p:cNvSpPr txBox="1"/>
              <p:nvPr/>
            </p:nvSpPr>
            <p:spPr>
              <a:xfrm>
                <a:off x="4163436" y="2763336"/>
                <a:ext cx="316689" cy="276999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49" name="Google Shape;1549;p24"/>
              <p:cNvSpPr txBox="1"/>
              <p:nvPr/>
            </p:nvSpPr>
            <p:spPr>
              <a:xfrm>
                <a:off x="3517374" y="3439726"/>
                <a:ext cx="323101" cy="276999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50" name="Google Shape;1550;p24"/>
              <p:cNvSpPr txBox="1"/>
              <p:nvPr/>
            </p:nvSpPr>
            <p:spPr>
              <a:xfrm>
                <a:off x="3723204" y="2465267"/>
                <a:ext cx="315086" cy="276999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551" name="Google Shape;1551;p24"/>
              <p:cNvCxnSpPr/>
              <p:nvPr/>
            </p:nvCxnSpPr>
            <p:spPr>
              <a:xfrm rot="-573834" flipH="1">
                <a:off x="3514029" y="3213134"/>
                <a:ext cx="356511" cy="28363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1552" name="Google Shape;1552;p24"/>
              <p:cNvSpPr txBox="1"/>
              <p:nvPr/>
            </p:nvSpPr>
            <p:spPr>
              <a:xfrm>
                <a:off x="2668131" y="3066655"/>
                <a:ext cx="375423" cy="276999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53" name="Google Shape;1553;p24"/>
              <p:cNvSpPr txBox="1"/>
              <p:nvPr/>
            </p:nvSpPr>
            <p:spPr>
              <a:xfrm>
                <a:off x="3687360" y="3199228"/>
                <a:ext cx="330219" cy="276999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554" name="Google Shape;1554;p24"/>
              <p:cNvCxnSpPr/>
              <p:nvPr/>
            </p:nvCxnSpPr>
            <p:spPr>
              <a:xfrm rot="10800000">
                <a:off x="3467450" y="3671784"/>
                <a:ext cx="0" cy="360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55" name="Google Shape;1555;p24"/>
              <p:cNvCxnSpPr/>
              <p:nvPr/>
            </p:nvCxnSpPr>
            <p:spPr>
              <a:xfrm rot="10800000">
                <a:off x="6180038" y="3214742"/>
                <a:ext cx="0" cy="360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56" name="Google Shape;1556;p24"/>
              <p:cNvCxnSpPr/>
              <p:nvPr/>
            </p:nvCxnSpPr>
            <p:spPr>
              <a:xfrm rot="10226166">
                <a:off x="3501613" y="3741264"/>
                <a:ext cx="2699694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triangle" w="med" len="med"/>
                <a:tailEnd type="triangle" w="med" len="med"/>
              </a:ln>
            </p:spPr>
          </p:cxnSp>
          <p:sp>
            <p:nvSpPr>
              <p:cNvPr id="1557" name="Google Shape;1557;p24"/>
              <p:cNvSpPr txBox="1"/>
              <p:nvPr/>
            </p:nvSpPr>
            <p:spPr>
              <a:xfrm>
                <a:off x="5005802" y="3642752"/>
                <a:ext cx="304827" cy="276999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2" name="Google Shape;1562;p25"/>
          <p:cNvPicPr preferRelativeResize="0"/>
          <p:nvPr/>
        </p:nvPicPr>
        <p:blipFill rotWithShape="1">
          <a:blip r:embed="rId3">
            <a:alphaModFix/>
          </a:blip>
          <a:srcRect l="15086" r="51043" b="30804"/>
          <a:stretch/>
        </p:blipFill>
        <p:spPr>
          <a:xfrm>
            <a:off x="1665600" y="914159"/>
            <a:ext cx="2096135" cy="2342515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25"/>
          <p:cNvSpPr txBox="1"/>
          <p:nvPr/>
        </p:nvSpPr>
        <p:spPr>
          <a:xfrm>
            <a:off x="0" y="0"/>
            <a:ext cx="56577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Referential transformations, adapted from duchemin 2003</a:t>
            </a:r>
            <a:endParaRPr/>
          </a:p>
        </p:txBody>
      </p:sp>
      <p:pic>
        <p:nvPicPr>
          <p:cNvPr id="1564" name="Google Shape;1564;p25"/>
          <p:cNvPicPr preferRelativeResize="0"/>
          <p:nvPr/>
        </p:nvPicPr>
        <p:blipFill rotWithShape="1">
          <a:blip r:embed="rId4">
            <a:alphaModFix/>
          </a:blip>
          <a:srcRect l="51195" r="13741" b="30804"/>
          <a:stretch/>
        </p:blipFill>
        <p:spPr>
          <a:xfrm>
            <a:off x="1370413" y="3952304"/>
            <a:ext cx="2170430" cy="23425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5" name="Google Shape;1565;p25"/>
          <p:cNvGrpSpPr/>
          <p:nvPr/>
        </p:nvGrpSpPr>
        <p:grpSpPr>
          <a:xfrm>
            <a:off x="4313044" y="638475"/>
            <a:ext cx="2989149" cy="2982954"/>
            <a:chOff x="5723188" y="268808"/>
            <a:chExt cx="2989149" cy="2982954"/>
          </a:xfrm>
        </p:grpSpPr>
        <p:grpSp>
          <p:nvGrpSpPr>
            <p:cNvPr id="1566" name="Google Shape;1566;p25"/>
            <p:cNvGrpSpPr/>
            <p:nvPr/>
          </p:nvGrpSpPr>
          <p:grpSpPr>
            <a:xfrm>
              <a:off x="5723188" y="268808"/>
              <a:ext cx="2989149" cy="2982954"/>
              <a:chOff x="5504994" y="527371"/>
              <a:chExt cx="2989149" cy="2982954"/>
            </a:xfrm>
          </p:grpSpPr>
          <p:sp>
            <p:nvSpPr>
              <p:cNvPr id="1567" name="Google Shape;1567;p25"/>
              <p:cNvSpPr txBox="1"/>
              <p:nvPr/>
            </p:nvSpPr>
            <p:spPr>
              <a:xfrm>
                <a:off x="6568209" y="527371"/>
                <a:ext cx="356187" cy="276999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68" name="Google Shape;1568;p25"/>
              <p:cNvSpPr txBox="1"/>
              <p:nvPr/>
            </p:nvSpPr>
            <p:spPr>
              <a:xfrm>
                <a:off x="8137956" y="2077475"/>
                <a:ext cx="356187" cy="276999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69" name="Google Shape;1569;p25"/>
              <p:cNvSpPr txBox="1"/>
              <p:nvPr/>
            </p:nvSpPr>
            <p:spPr>
              <a:xfrm>
                <a:off x="5751747" y="2875534"/>
                <a:ext cx="364202" cy="276999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70" name="Google Shape;1570;p25"/>
              <p:cNvSpPr txBox="1"/>
              <p:nvPr/>
            </p:nvSpPr>
            <p:spPr>
              <a:xfrm>
                <a:off x="8051028" y="1500539"/>
                <a:ext cx="369012" cy="276999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71" name="Google Shape;1571;p25"/>
              <p:cNvSpPr txBox="1"/>
              <p:nvPr/>
            </p:nvSpPr>
            <p:spPr>
              <a:xfrm>
                <a:off x="6105781" y="3116948"/>
                <a:ext cx="375424" cy="276999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72" name="Google Shape;1572;p25"/>
              <p:cNvSpPr txBox="1"/>
              <p:nvPr/>
            </p:nvSpPr>
            <p:spPr>
              <a:xfrm>
                <a:off x="5969106" y="625681"/>
                <a:ext cx="367408" cy="276999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73" name="Google Shape;1573;p25"/>
              <p:cNvSpPr txBox="1"/>
              <p:nvPr/>
            </p:nvSpPr>
            <p:spPr>
              <a:xfrm>
                <a:off x="5504994" y="964055"/>
                <a:ext cx="315086" cy="276999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74" name="Google Shape;1574;p25"/>
              <p:cNvSpPr txBox="1"/>
              <p:nvPr/>
            </p:nvSpPr>
            <p:spPr>
              <a:xfrm>
                <a:off x="7702787" y="1023283"/>
                <a:ext cx="316690" cy="276999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75" name="Google Shape;1575;p25"/>
              <p:cNvSpPr txBox="1"/>
              <p:nvPr/>
            </p:nvSpPr>
            <p:spPr>
              <a:xfrm>
                <a:off x="6576212" y="3233326"/>
                <a:ext cx="323102" cy="276999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76" name="Google Shape;1576;p25"/>
              <p:cNvSpPr txBox="1"/>
              <p:nvPr/>
            </p:nvSpPr>
            <p:spPr>
              <a:xfrm>
                <a:off x="6171879" y="2421248"/>
                <a:ext cx="142796" cy="184666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l="-26084" r="-26083" b="-19353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77" name="Google Shape;1577;p25"/>
              <p:cNvSpPr txBox="1"/>
              <p:nvPr/>
            </p:nvSpPr>
            <p:spPr>
              <a:xfrm>
                <a:off x="6485609" y="2980482"/>
                <a:ext cx="126317" cy="193258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 l="-28565" t="-12499" r="-66659" b="-6248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78" name="Google Shape;1578;p25"/>
              <p:cNvSpPr txBox="1"/>
              <p:nvPr/>
            </p:nvSpPr>
            <p:spPr>
              <a:xfrm>
                <a:off x="6790029" y="2690660"/>
                <a:ext cx="144399" cy="184666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l="-33330" r="-33330" b="-29996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79" name="Google Shape;1579;p25"/>
              <p:cNvSpPr txBox="1"/>
              <p:nvPr/>
            </p:nvSpPr>
            <p:spPr>
              <a:xfrm>
                <a:off x="7003626" y="1661024"/>
                <a:ext cx="81890" cy="184666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l="-64281" r="-64284" b="-6666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80" name="Google Shape;1580;p25"/>
              <p:cNvSpPr txBox="1"/>
              <p:nvPr/>
            </p:nvSpPr>
            <p:spPr>
              <a:xfrm>
                <a:off x="6199381" y="1851441"/>
                <a:ext cx="144399" cy="184666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l="-33330" r="-33330" b="-29996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581" name="Google Shape;1581;p25"/>
              <p:cNvSpPr txBox="1"/>
              <p:nvPr/>
            </p:nvSpPr>
            <p:spPr>
              <a:xfrm rot="-2523673">
                <a:off x="7043377" y="1317711"/>
                <a:ext cx="481478" cy="193258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l="-4937" t="-1298" r="-6170" b="-15582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grpSp>
            <p:nvGrpSpPr>
              <p:cNvPr id="1582" name="Google Shape;1582;p25"/>
              <p:cNvGrpSpPr/>
              <p:nvPr/>
            </p:nvGrpSpPr>
            <p:grpSpPr>
              <a:xfrm>
                <a:off x="5744229" y="791121"/>
                <a:ext cx="2429388" cy="2467223"/>
                <a:chOff x="5744229" y="791121"/>
                <a:chExt cx="2429388" cy="2467223"/>
              </a:xfrm>
            </p:grpSpPr>
            <p:sp>
              <p:nvSpPr>
                <p:cNvPr id="1583" name="Google Shape;1583;p25"/>
                <p:cNvSpPr/>
                <p:nvPr/>
              </p:nvSpPr>
              <p:spPr>
                <a:xfrm>
                  <a:off x="6189425" y="1697974"/>
                  <a:ext cx="1080000" cy="1080000"/>
                </a:xfrm>
                <a:prstGeom prst="arc">
                  <a:avLst>
                    <a:gd name="adj1" fmla="val 15059561"/>
                    <a:gd name="adj2" fmla="val 16301801"/>
                  </a:avLst>
                </a:prstGeom>
                <a:noFill/>
                <a:ln w="25400" cap="flat" cmpd="sng">
                  <a:solidFill>
                    <a:srgbClr val="FF0000"/>
                  </a:solidFill>
                  <a:prstDash val="solid"/>
                  <a:miter lim="800000"/>
                  <a:headEnd type="triangle" w="med" len="med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4" name="Google Shape;1584;p25"/>
                <p:cNvSpPr/>
                <p:nvPr/>
              </p:nvSpPr>
              <p:spPr>
                <a:xfrm>
                  <a:off x="6189425" y="1697974"/>
                  <a:ext cx="1080000" cy="1080000"/>
                </a:xfrm>
                <a:prstGeom prst="arc">
                  <a:avLst>
                    <a:gd name="adj1" fmla="val 13636351"/>
                    <a:gd name="adj2" fmla="val 14937328"/>
                  </a:avLst>
                </a:prstGeom>
                <a:noFill/>
                <a:ln w="25400" cap="flat" cmpd="sng">
                  <a:solidFill>
                    <a:srgbClr val="0070C0"/>
                  </a:solidFill>
                  <a:prstDash val="solid"/>
                  <a:miter lim="800000"/>
                  <a:headEnd type="triangle" w="med" len="med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5" name="Google Shape;1585;p25"/>
                <p:cNvSpPr/>
                <p:nvPr/>
              </p:nvSpPr>
              <p:spPr>
                <a:xfrm>
                  <a:off x="6189425" y="1697974"/>
                  <a:ext cx="1080000" cy="1080000"/>
                </a:xfrm>
                <a:prstGeom prst="arc">
                  <a:avLst>
                    <a:gd name="adj1" fmla="val 6750757"/>
                    <a:gd name="adj2" fmla="val 8099333"/>
                  </a:avLst>
                </a:prstGeom>
                <a:noFill/>
                <a:ln w="25400" cap="flat" cmpd="sng">
                  <a:solidFill>
                    <a:srgbClr val="FF0000"/>
                  </a:solidFill>
                  <a:prstDash val="solid"/>
                  <a:miter lim="800000"/>
                  <a:headEnd type="triangle" w="med" len="med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6" name="Google Shape;1586;p25"/>
                <p:cNvSpPr/>
                <p:nvPr/>
              </p:nvSpPr>
              <p:spPr>
                <a:xfrm>
                  <a:off x="6189425" y="1697974"/>
                  <a:ext cx="1080000" cy="1080000"/>
                </a:xfrm>
                <a:prstGeom prst="arc">
                  <a:avLst>
                    <a:gd name="adj1" fmla="val 5397347"/>
                    <a:gd name="adj2" fmla="val 6763492"/>
                  </a:avLst>
                </a:prstGeom>
                <a:noFill/>
                <a:ln w="25400" cap="flat" cmpd="sng">
                  <a:solidFill>
                    <a:srgbClr val="0070C0"/>
                  </a:solidFill>
                  <a:prstDash val="solid"/>
                  <a:miter lim="800000"/>
                  <a:headEnd type="triangle" w="med" len="med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7" name="Google Shape;1587;p25"/>
                <p:cNvSpPr/>
                <p:nvPr/>
              </p:nvSpPr>
              <p:spPr>
                <a:xfrm>
                  <a:off x="6189786" y="1697974"/>
                  <a:ext cx="1080000" cy="1080000"/>
                </a:xfrm>
                <a:prstGeom prst="arc">
                  <a:avLst>
                    <a:gd name="adj1" fmla="val 20305522"/>
                    <a:gd name="adj2" fmla="val 21518094"/>
                  </a:avLst>
                </a:prstGeom>
                <a:noFill/>
                <a:ln w="25400" cap="flat" cmpd="sng">
                  <a:solidFill>
                    <a:srgbClr val="FF0000"/>
                  </a:solidFill>
                  <a:prstDash val="solid"/>
                  <a:miter lim="800000"/>
                  <a:headEnd type="triangle" w="med" len="med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8" name="Google Shape;1588;p25"/>
                <p:cNvSpPr/>
                <p:nvPr/>
              </p:nvSpPr>
              <p:spPr>
                <a:xfrm>
                  <a:off x="6189786" y="1697974"/>
                  <a:ext cx="1080000" cy="1080000"/>
                </a:xfrm>
                <a:prstGeom prst="arc">
                  <a:avLst>
                    <a:gd name="adj1" fmla="val 19022495"/>
                    <a:gd name="adj2" fmla="val 20140849"/>
                  </a:avLst>
                </a:prstGeom>
                <a:noFill/>
                <a:ln w="25400" cap="flat" cmpd="sng">
                  <a:solidFill>
                    <a:srgbClr val="0070C0"/>
                  </a:solidFill>
                  <a:prstDash val="solid"/>
                  <a:miter lim="800000"/>
                  <a:headEnd type="triangle" w="med" len="med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589" name="Google Shape;1589;p25"/>
                <p:cNvCxnSpPr/>
                <p:nvPr/>
              </p:nvCxnSpPr>
              <p:spPr>
                <a:xfrm rot="10800000">
                  <a:off x="6733617" y="2231121"/>
                  <a:ext cx="1440000" cy="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triangle" w="lg" len="lg"/>
                  <a:tailEnd type="none" w="sm" len="sm"/>
                </a:ln>
              </p:spPr>
            </p:cxnSp>
            <p:cxnSp>
              <p:nvCxnSpPr>
                <p:cNvPr id="1590" name="Google Shape;1590;p25"/>
                <p:cNvCxnSpPr/>
                <p:nvPr/>
              </p:nvCxnSpPr>
              <p:spPr>
                <a:xfrm>
                  <a:off x="6733617" y="791121"/>
                  <a:ext cx="0" cy="1440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triangle" w="lg" len="lg"/>
                  <a:tailEnd type="none" w="sm" len="sm"/>
                </a:ln>
              </p:spPr>
            </p:cxnSp>
            <p:cxnSp>
              <p:nvCxnSpPr>
                <p:cNvPr id="1591" name="Google Shape;1591;p25"/>
                <p:cNvCxnSpPr/>
                <p:nvPr/>
              </p:nvCxnSpPr>
              <p:spPr>
                <a:xfrm rot="10800000" flipH="1">
                  <a:off x="6013617" y="2231121"/>
                  <a:ext cx="720000" cy="720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triangle" w="lg" len="lg"/>
                  <a:tailEnd type="none" w="sm" len="sm"/>
                </a:ln>
              </p:spPr>
            </p:cxnSp>
            <p:cxnSp>
              <p:nvCxnSpPr>
                <p:cNvPr id="1592" name="Google Shape;1592;p25"/>
                <p:cNvCxnSpPr/>
                <p:nvPr/>
              </p:nvCxnSpPr>
              <p:spPr>
                <a:xfrm rot="9486304">
                  <a:off x="6692671" y="1958065"/>
                  <a:ext cx="1440000" cy="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ash"/>
                  <a:miter lim="800000"/>
                  <a:headEnd type="triangle" w="lg" len="lg"/>
                  <a:tailEnd type="none" w="sm" len="sm"/>
                </a:ln>
              </p:spPr>
            </p:cxnSp>
            <p:cxnSp>
              <p:nvCxnSpPr>
                <p:cNvPr id="1593" name="Google Shape;1593;p25"/>
                <p:cNvCxnSpPr/>
                <p:nvPr/>
              </p:nvCxnSpPr>
              <p:spPr>
                <a:xfrm>
                  <a:off x="6476113" y="838491"/>
                  <a:ext cx="0" cy="1440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ash"/>
                  <a:miter lim="800000"/>
                  <a:headEnd type="triangle" w="lg" len="lg"/>
                  <a:tailEnd type="none" w="sm" len="sm"/>
                </a:ln>
              </p:spPr>
            </p:cxnSp>
            <p:cxnSp>
              <p:nvCxnSpPr>
                <p:cNvPr id="1594" name="Google Shape;1594;p25"/>
                <p:cNvCxnSpPr/>
                <p:nvPr/>
              </p:nvCxnSpPr>
              <p:spPr>
                <a:xfrm rot="9486304" flipH="1">
                  <a:off x="6184818" y="2334836"/>
                  <a:ext cx="720000" cy="720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ash"/>
                  <a:miter lim="800000"/>
                  <a:headEnd type="triangle" w="lg" len="lg"/>
                  <a:tailEnd type="none" w="sm" len="sm"/>
                </a:ln>
              </p:spPr>
            </p:cxnSp>
            <p:cxnSp>
              <p:nvCxnSpPr>
                <p:cNvPr id="1595" name="Google Shape;1595;p25"/>
                <p:cNvCxnSpPr/>
                <p:nvPr/>
              </p:nvCxnSpPr>
              <p:spPr>
                <a:xfrm rot="8159748">
                  <a:off x="6542501" y="1740072"/>
                  <a:ext cx="1440000" cy="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ot"/>
                  <a:miter lim="800000"/>
                  <a:headEnd type="triangle" w="lg" len="lg"/>
                  <a:tailEnd type="none" w="sm" len="sm"/>
                </a:ln>
              </p:spPr>
            </p:cxnSp>
            <p:cxnSp>
              <p:nvCxnSpPr>
                <p:cNvPr id="1596" name="Google Shape;1596;p25"/>
                <p:cNvCxnSpPr/>
                <p:nvPr/>
              </p:nvCxnSpPr>
              <p:spPr>
                <a:xfrm>
                  <a:off x="6244421" y="1002376"/>
                  <a:ext cx="0" cy="1440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ot"/>
                  <a:miter lim="800000"/>
                  <a:headEnd type="triangle" w="lg" len="lg"/>
                  <a:tailEnd type="none" w="sm" len="sm"/>
                </a:ln>
              </p:spPr>
            </p:cxnSp>
            <p:cxnSp>
              <p:nvCxnSpPr>
                <p:cNvPr id="1597" name="Google Shape;1597;p25"/>
                <p:cNvCxnSpPr/>
                <p:nvPr/>
              </p:nvCxnSpPr>
              <p:spPr>
                <a:xfrm rot="8159748" flipH="1">
                  <a:off x="6375765" y="2389304"/>
                  <a:ext cx="720000" cy="720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ot"/>
                  <a:miter lim="800000"/>
                  <a:headEnd type="triangle" w="lg" len="lg"/>
                  <a:tailEnd type="none" w="sm" len="sm"/>
                </a:ln>
              </p:spPr>
            </p:cxnSp>
            <p:cxnSp>
              <p:nvCxnSpPr>
                <p:cNvPr id="1598" name="Google Shape;1598;p25"/>
                <p:cNvCxnSpPr/>
                <p:nvPr/>
              </p:nvCxnSpPr>
              <p:spPr>
                <a:xfrm flipH="1">
                  <a:off x="7446947" y="1443036"/>
                  <a:ext cx="111144" cy="107588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ot"/>
                  <a:miter lim="800000"/>
                  <a:headEnd type="stealth" w="lg" len="lg"/>
                  <a:tailEnd type="none" w="sm" len="sm"/>
                </a:ln>
              </p:spPr>
            </p:cxnSp>
            <p:cxnSp>
              <p:nvCxnSpPr>
                <p:cNvPr id="1599" name="Google Shape;1599;p25"/>
                <p:cNvCxnSpPr/>
                <p:nvPr/>
              </p:nvCxnSpPr>
              <p:spPr>
                <a:xfrm>
                  <a:off x="6736406" y="1027585"/>
                  <a:ext cx="0" cy="1200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stealth" w="lg" len="lg"/>
                  <a:tailEnd type="none" w="sm" len="sm"/>
                </a:ln>
              </p:spPr>
            </p:cxnSp>
            <p:cxnSp>
              <p:nvCxnSpPr>
                <p:cNvPr id="1600" name="Google Shape;1600;p25"/>
                <p:cNvCxnSpPr/>
                <p:nvPr/>
              </p:nvCxnSpPr>
              <p:spPr>
                <a:xfrm flipH="1">
                  <a:off x="7331118" y="1541159"/>
                  <a:ext cx="131082" cy="126455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ot"/>
                  <a:miter lim="800000"/>
                  <a:headEnd type="stealth" w="lg" len="lg"/>
                  <a:tailEnd type="none" w="sm" len="sm"/>
                </a:ln>
              </p:spPr>
            </p:cxnSp>
            <p:cxnSp>
              <p:nvCxnSpPr>
                <p:cNvPr id="1601" name="Google Shape;1601;p25"/>
                <p:cNvCxnSpPr/>
                <p:nvPr/>
              </p:nvCxnSpPr>
              <p:spPr>
                <a:xfrm>
                  <a:off x="6732986" y="1172365"/>
                  <a:ext cx="0" cy="1056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stealth" w="lg" len="lg"/>
                  <a:tailEnd type="none" w="sm" len="sm"/>
                </a:ln>
              </p:spPr>
            </p:cxnSp>
            <p:cxnSp>
              <p:nvCxnSpPr>
                <p:cNvPr id="1602" name="Google Shape;1602;p25"/>
                <p:cNvCxnSpPr/>
                <p:nvPr/>
              </p:nvCxnSpPr>
              <p:spPr>
                <a:xfrm rot="10800000" flipH="1">
                  <a:off x="6442075" y="2795874"/>
                  <a:ext cx="58269" cy="136408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ash"/>
                  <a:miter lim="800000"/>
                  <a:headEnd type="stealth" w="lg" len="lg"/>
                  <a:tailEnd type="none" w="sm" len="sm"/>
                </a:ln>
              </p:spPr>
            </p:cxnSp>
            <p:cxnSp>
              <p:nvCxnSpPr>
                <p:cNvPr id="1603" name="Google Shape;1603;p25"/>
                <p:cNvCxnSpPr/>
                <p:nvPr/>
              </p:nvCxnSpPr>
              <p:spPr>
                <a:xfrm rot="10800000" flipH="1">
                  <a:off x="6407497" y="2875326"/>
                  <a:ext cx="58269" cy="136408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ash"/>
                  <a:miter lim="800000"/>
                  <a:headEnd type="stealth" w="lg" len="lg"/>
                  <a:tailEnd type="none" w="sm" len="sm"/>
                </a:ln>
              </p:spPr>
            </p:cxnSp>
          </p:grpSp>
          <p:sp>
            <p:nvSpPr>
              <p:cNvPr id="1604" name="Google Shape;1604;p25"/>
              <p:cNvSpPr txBox="1"/>
              <p:nvPr/>
            </p:nvSpPr>
            <p:spPr>
              <a:xfrm>
                <a:off x="6824168" y="1562561"/>
                <a:ext cx="81890" cy="184666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 l="-69229" r="-76918" b="-6666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05" name="Google Shape;1605;p25"/>
              <p:cNvSpPr txBox="1"/>
              <p:nvPr/>
            </p:nvSpPr>
            <p:spPr>
              <a:xfrm>
                <a:off x="7203998" y="2277579"/>
                <a:ext cx="142796" cy="184666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l="-24998" r="-20831" b="-23331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06" name="Google Shape;1606;p25"/>
              <p:cNvSpPr txBox="1"/>
              <p:nvPr/>
            </p:nvSpPr>
            <p:spPr>
              <a:xfrm>
                <a:off x="6857626" y="994820"/>
                <a:ext cx="142796" cy="184666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l="-24997" t="-3225" r="-49995" b="-19354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sp>
          <p:nvSpPr>
            <p:cNvPr id="1607" name="Google Shape;1607;p25"/>
            <p:cNvSpPr txBox="1"/>
            <p:nvPr/>
          </p:nvSpPr>
          <p:spPr>
            <a:xfrm>
              <a:off x="7392266" y="2384291"/>
              <a:ext cx="790601" cy="307777"/>
            </a:xfrm>
            <a:prstGeom prst="rect">
              <a:avLst/>
            </a:prstGeom>
            <a:blipFill rotWithShape="1">
              <a:blip r:embed="rId21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608" name="Google Shape;1608;p25"/>
          <p:cNvGrpSpPr/>
          <p:nvPr/>
        </p:nvGrpSpPr>
        <p:grpSpPr>
          <a:xfrm>
            <a:off x="4700083" y="3553514"/>
            <a:ext cx="3071774" cy="3003838"/>
            <a:chOff x="5629526" y="3623711"/>
            <a:chExt cx="3071774" cy="3003838"/>
          </a:xfrm>
        </p:grpSpPr>
        <p:grpSp>
          <p:nvGrpSpPr>
            <p:cNvPr id="1609" name="Google Shape;1609;p25"/>
            <p:cNvGrpSpPr/>
            <p:nvPr/>
          </p:nvGrpSpPr>
          <p:grpSpPr>
            <a:xfrm>
              <a:off x="5629526" y="3623711"/>
              <a:ext cx="3071774" cy="3003838"/>
              <a:chOff x="5629526" y="3623711"/>
              <a:chExt cx="3071774" cy="3003838"/>
            </a:xfrm>
          </p:grpSpPr>
          <p:sp>
            <p:nvSpPr>
              <p:cNvPr id="1610" name="Google Shape;1610;p25"/>
              <p:cNvSpPr txBox="1"/>
              <p:nvPr/>
            </p:nvSpPr>
            <p:spPr>
              <a:xfrm>
                <a:off x="6735235" y="3623711"/>
                <a:ext cx="367408" cy="276999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11" name="Google Shape;1611;p25"/>
              <p:cNvSpPr txBox="1"/>
              <p:nvPr/>
            </p:nvSpPr>
            <p:spPr>
              <a:xfrm>
                <a:off x="8332288" y="5211819"/>
                <a:ext cx="369012" cy="276999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12" name="Google Shape;1612;p25"/>
              <p:cNvSpPr txBox="1"/>
              <p:nvPr/>
            </p:nvSpPr>
            <p:spPr>
              <a:xfrm>
                <a:off x="5911654" y="6014008"/>
                <a:ext cx="375424" cy="276999"/>
              </a:xfrm>
              <a:prstGeom prst="rect">
                <a:avLst/>
              </a:prstGeom>
              <a:blipFill rotWithShape="1">
                <a:blip r:embed="rId2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13" name="Google Shape;1613;p25"/>
              <p:cNvSpPr txBox="1"/>
              <p:nvPr/>
            </p:nvSpPr>
            <p:spPr>
              <a:xfrm>
                <a:off x="8207305" y="4601430"/>
                <a:ext cx="369012" cy="276999"/>
              </a:xfrm>
              <a:prstGeom prst="rect">
                <a:avLst/>
              </a:prstGeom>
              <a:blipFill rotWithShape="1">
                <a:blip r:embed="rId2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14" name="Google Shape;1614;p25"/>
              <p:cNvSpPr txBox="1"/>
              <p:nvPr/>
            </p:nvSpPr>
            <p:spPr>
              <a:xfrm>
                <a:off x="6274903" y="6235213"/>
                <a:ext cx="375424" cy="276999"/>
              </a:xfrm>
              <a:prstGeom prst="rect">
                <a:avLst/>
              </a:prstGeom>
              <a:blipFill rotWithShape="1">
                <a:blip r:embed="rId26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15" name="Google Shape;1615;p25"/>
              <p:cNvSpPr txBox="1"/>
              <p:nvPr/>
            </p:nvSpPr>
            <p:spPr>
              <a:xfrm>
                <a:off x="6142666" y="3722617"/>
                <a:ext cx="367408" cy="276999"/>
              </a:xfrm>
              <a:prstGeom prst="rect">
                <a:avLst/>
              </a:prstGeom>
              <a:blipFill rotWithShape="1">
                <a:blip r:embed="rId2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16" name="Google Shape;1616;p25"/>
              <p:cNvSpPr txBox="1"/>
              <p:nvPr/>
            </p:nvSpPr>
            <p:spPr>
              <a:xfrm>
                <a:off x="7038196" y="4180276"/>
                <a:ext cx="132920" cy="184666"/>
              </a:xfrm>
              <a:prstGeom prst="rect">
                <a:avLst/>
              </a:prstGeom>
              <a:blipFill rotWithShape="1">
                <a:blip r:embed="rId28">
                  <a:alphaModFix/>
                </a:blip>
                <a:stretch>
                  <a:fillRect l="-13634" t="-3225" r="-59088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17" name="Google Shape;1617;p25"/>
              <p:cNvSpPr txBox="1"/>
              <p:nvPr/>
            </p:nvSpPr>
            <p:spPr>
              <a:xfrm>
                <a:off x="6650210" y="6087858"/>
                <a:ext cx="132922" cy="195438"/>
              </a:xfrm>
              <a:prstGeom prst="rect">
                <a:avLst/>
              </a:prstGeom>
              <a:blipFill rotWithShape="1">
                <a:blip r:embed="rId29">
                  <a:alphaModFix/>
                </a:blip>
                <a:stretch>
                  <a:fillRect l="-40905" t="-15622" r="-63631" b="-31248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18" name="Google Shape;1618;p25"/>
              <p:cNvSpPr txBox="1"/>
              <p:nvPr/>
            </p:nvSpPr>
            <p:spPr>
              <a:xfrm>
                <a:off x="7452284" y="4411385"/>
                <a:ext cx="119520" cy="184666"/>
              </a:xfrm>
              <a:prstGeom prst="rect">
                <a:avLst/>
              </a:prstGeom>
              <a:blipFill rotWithShape="1">
                <a:blip r:embed="rId30">
                  <a:alphaModFix/>
                </a:blip>
                <a:stretch>
                  <a:fillRect l="-30000" t="-3331" r="-70000" b="-23331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grpSp>
            <p:nvGrpSpPr>
              <p:cNvPr id="1619" name="Google Shape;1619;p25"/>
              <p:cNvGrpSpPr/>
              <p:nvPr/>
            </p:nvGrpSpPr>
            <p:grpSpPr>
              <a:xfrm>
                <a:off x="5926762" y="3903466"/>
                <a:ext cx="2429388" cy="2467223"/>
                <a:chOff x="5744229" y="791121"/>
                <a:chExt cx="2429388" cy="2467223"/>
              </a:xfrm>
            </p:grpSpPr>
            <p:sp>
              <p:nvSpPr>
                <p:cNvPr id="1620" name="Google Shape;1620;p25"/>
                <p:cNvSpPr/>
                <p:nvPr/>
              </p:nvSpPr>
              <p:spPr>
                <a:xfrm>
                  <a:off x="6189425" y="1697974"/>
                  <a:ext cx="1080000" cy="1080000"/>
                </a:xfrm>
                <a:prstGeom prst="arc">
                  <a:avLst>
                    <a:gd name="adj1" fmla="val 15059561"/>
                    <a:gd name="adj2" fmla="val 16301801"/>
                  </a:avLst>
                </a:prstGeom>
                <a:noFill/>
                <a:ln w="25400" cap="flat" cmpd="sng">
                  <a:solidFill>
                    <a:srgbClr val="FF0000"/>
                  </a:solidFill>
                  <a:prstDash val="solid"/>
                  <a:miter lim="800000"/>
                  <a:headEnd type="triangle" w="med" len="med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1" name="Google Shape;1621;p25"/>
                <p:cNvSpPr/>
                <p:nvPr/>
              </p:nvSpPr>
              <p:spPr>
                <a:xfrm>
                  <a:off x="6189425" y="1697974"/>
                  <a:ext cx="1080000" cy="1080000"/>
                </a:xfrm>
                <a:prstGeom prst="arc">
                  <a:avLst>
                    <a:gd name="adj1" fmla="val 13636351"/>
                    <a:gd name="adj2" fmla="val 14937328"/>
                  </a:avLst>
                </a:prstGeom>
                <a:noFill/>
                <a:ln w="25400" cap="flat" cmpd="sng">
                  <a:solidFill>
                    <a:srgbClr val="0070C0"/>
                  </a:solidFill>
                  <a:prstDash val="solid"/>
                  <a:miter lim="800000"/>
                  <a:headEnd type="triangle" w="med" len="med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2" name="Google Shape;1622;p25"/>
                <p:cNvSpPr/>
                <p:nvPr/>
              </p:nvSpPr>
              <p:spPr>
                <a:xfrm>
                  <a:off x="6189425" y="1697974"/>
                  <a:ext cx="1080000" cy="1080000"/>
                </a:xfrm>
                <a:prstGeom prst="arc">
                  <a:avLst>
                    <a:gd name="adj1" fmla="val 6750757"/>
                    <a:gd name="adj2" fmla="val 8099333"/>
                  </a:avLst>
                </a:prstGeom>
                <a:noFill/>
                <a:ln w="25400" cap="flat" cmpd="sng">
                  <a:solidFill>
                    <a:srgbClr val="FF0000"/>
                  </a:solidFill>
                  <a:prstDash val="solid"/>
                  <a:miter lim="800000"/>
                  <a:headEnd type="triangle" w="med" len="med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3" name="Google Shape;1623;p25"/>
                <p:cNvSpPr/>
                <p:nvPr/>
              </p:nvSpPr>
              <p:spPr>
                <a:xfrm>
                  <a:off x="6189425" y="1697974"/>
                  <a:ext cx="1080000" cy="1080000"/>
                </a:xfrm>
                <a:prstGeom prst="arc">
                  <a:avLst>
                    <a:gd name="adj1" fmla="val 5397347"/>
                    <a:gd name="adj2" fmla="val 6763492"/>
                  </a:avLst>
                </a:prstGeom>
                <a:noFill/>
                <a:ln w="25400" cap="flat" cmpd="sng">
                  <a:solidFill>
                    <a:srgbClr val="0070C0"/>
                  </a:solidFill>
                  <a:prstDash val="solid"/>
                  <a:miter lim="800000"/>
                  <a:headEnd type="triangle" w="med" len="med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4" name="Google Shape;1624;p25"/>
                <p:cNvSpPr/>
                <p:nvPr/>
              </p:nvSpPr>
              <p:spPr>
                <a:xfrm>
                  <a:off x="6189786" y="1697974"/>
                  <a:ext cx="1080000" cy="1080000"/>
                </a:xfrm>
                <a:prstGeom prst="arc">
                  <a:avLst>
                    <a:gd name="adj1" fmla="val 20305522"/>
                    <a:gd name="adj2" fmla="val 21518094"/>
                  </a:avLst>
                </a:prstGeom>
                <a:noFill/>
                <a:ln w="25400" cap="flat" cmpd="sng">
                  <a:solidFill>
                    <a:srgbClr val="FF0000"/>
                  </a:solidFill>
                  <a:prstDash val="solid"/>
                  <a:miter lim="800000"/>
                  <a:headEnd type="triangle" w="med" len="med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5" name="Google Shape;1625;p25"/>
                <p:cNvSpPr/>
                <p:nvPr/>
              </p:nvSpPr>
              <p:spPr>
                <a:xfrm>
                  <a:off x="6189786" y="1697974"/>
                  <a:ext cx="1080000" cy="1080000"/>
                </a:xfrm>
                <a:prstGeom prst="arc">
                  <a:avLst>
                    <a:gd name="adj1" fmla="val 19022495"/>
                    <a:gd name="adj2" fmla="val 20140849"/>
                  </a:avLst>
                </a:prstGeom>
                <a:noFill/>
                <a:ln w="25400" cap="flat" cmpd="sng">
                  <a:solidFill>
                    <a:srgbClr val="0070C0"/>
                  </a:solidFill>
                  <a:prstDash val="solid"/>
                  <a:miter lim="800000"/>
                  <a:headEnd type="triangle" w="med" len="med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626" name="Google Shape;1626;p25"/>
                <p:cNvCxnSpPr/>
                <p:nvPr/>
              </p:nvCxnSpPr>
              <p:spPr>
                <a:xfrm rot="10800000">
                  <a:off x="6733617" y="2231121"/>
                  <a:ext cx="1440000" cy="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triangle" w="lg" len="lg"/>
                  <a:tailEnd type="none" w="sm" len="sm"/>
                </a:ln>
              </p:spPr>
            </p:cxnSp>
            <p:cxnSp>
              <p:nvCxnSpPr>
                <p:cNvPr id="1627" name="Google Shape;1627;p25"/>
                <p:cNvCxnSpPr/>
                <p:nvPr/>
              </p:nvCxnSpPr>
              <p:spPr>
                <a:xfrm>
                  <a:off x="6733617" y="791121"/>
                  <a:ext cx="0" cy="1440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triangle" w="lg" len="lg"/>
                  <a:tailEnd type="none" w="sm" len="sm"/>
                </a:ln>
              </p:spPr>
            </p:cxnSp>
            <p:cxnSp>
              <p:nvCxnSpPr>
                <p:cNvPr id="1628" name="Google Shape;1628;p25"/>
                <p:cNvCxnSpPr/>
                <p:nvPr/>
              </p:nvCxnSpPr>
              <p:spPr>
                <a:xfrm rot="10800000" flipH="1">
                  <a:off x="6013617" y="2231121"/>
                  <a:ext cx="720000" cy="720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triangle" w="lg" len="lg"/>
                  <a:tailEnd type="none" w="sm" len="sm"/>
                </a:ln>
              </p:spPr>
            </p:cxnSp>
            <p:cxnSp>
              <p:nvCxnSpPr>
                <p:cNvPr id="1629" name="Google Shape;1629;p25"/>
                <p:cNvCxnSpPr/>
                <p:nvPr/>
              </p:nvCxnSpPr>
              <p:spPr>
                <a:xfrm rot="9486304">
                  <a:off x="6692671" y="1958065"/>
                  <a:ext cx="1440000" cy="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ash"/>
                  <a:miter lim="800000"/>
                  <a:headEnd type="triangle" w="lg" len="lg"/>
                  <a:tailEnd type="none" w="sm" len="sm"/>
                </a:ln>
              </p:spPr>
            </p:cxnSp>
            <p:cxnSp>
              <p:nvCxnSpPr>
                <p:cNvPr id="1630" name="Google Shape;1630;p25"/>
                <p:cNvCxnSpPr/>
                <p:nvPr/>
              </p:nvCxnSpPr>
              <p:spPr>
                <a:xfrm>
                  <a:off x="6476113" y="838491"/>
                  <a:ext cx="0" cy="1440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ash"/>
                  <a:miter lim="800000"/>
                  <a:headEnd type="triangle" w="lg" len="lg"/>
                  <a:tailEnd type="none" w="sm" len="sm"/>
                </a:ln>
              </p:spPr>
            </p:cxnSp>
            <p:cxnSp>
              <p:nvCxnSpPr>
                <p:cNvPr id="1631" name="Google Shape;1631;p25"/>
                <p:cNvCxnSpPr/>
                <p:nvPr/>
              </p:nvCxnSpPr>
              <p:spPr>
                <a:xfrm rot="9486304" flipH="1">
                  <a:off x="6184818" y="2334836"/>
                  <a:ext cx="720000" cy="720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ash"/>
                  <a:miter lim="800000"/>
                  <a:headEnd type="triangle" w="lg" len="lg"/>
                  <a:tailEnd type="none" w="sm" len="sm"/>
                </a:ln>
              </p:spPr>
            </p:cxnSp>
            <p:cxnSp>
              <p:nvCxnSpPr>
                <p:cNvPr id="1632" name="Google Shape;1632;p25"/>
                <p:cNvCxnSpPr/>
                <p:nvPr/>
              </p:nvCxnSpPr>
              <p:spPr>
                <a:xfrm rot="8159748">
                  <a:off x="6542501" y="1740072"/>
                  <a:ext cx="1440000" cy="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ot"/>
                  <a:miter lim="800000"/>
                  <a:headEnd type="triangle" w="lg" len="lg"/>
                  <a:tailEnd type="none" w="sm" len="sm"/>
                </a:ln>
              </p:spPr>
            </p:cxnSp>
            <p:cxnSp>
              <p:nvCxnSpPr>
                <p:cNvPr id="1633" name="Google Shape;1633;p25"/>
                <p:cNvCxnSpPr/>
                <p:nvPr/>
              </p:nvCxnSpPr>
              <p:spPr>
                <a:xfrm>
                  <a:off x="6244421" y="1002376"/>
                  <a:ext cx="0" cy="1440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ot"/>
                  <a:miter lim="800000"/>
                  <a:headEnd type="triangle" w="lg" len="lg"/>
                  <a:tailEnd type="none" w="sm" len="sm"/>
                </a:ln>
              </p:spPr>
            </p:cxnSp>
            <p:cxnSp>
              <p:nvCxnSpPr>
                <p:cNvPr id="1634" name="Google Shape;1634;p25"/>
                <p:cNvCxnSpPr/>
                <p:nvPr/>
              </p:nvCxnSpPr>
              <p:spPr>
                <a:xfrm rot="8159748" flipH="1">
                  <a:off x="6375765" y="2389304"/>
                  <a:ext cx="720000" cy="720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ot"/>
                  <a:miter lim="800000"/>
                  <a:headEnd type="triangle" w="lg" len="lg"/>
                  <a:tailEnd type="none" w="sm" len="sm"/>
                </a:ln>
              </p:spPr>
            </p:cxnSp>
            <p:cxnSp>
              <p:nvCxnSpPr>
                <p:cNvPr id="1635" name="Google Shape;1635;p25"/>
                <p:cNvCxnSpPr/>
                <p:nvPr/>
              </p:nvCxnSpPr>
              <p:spPr>
                <a:xfrm flipH="1">
                  <a:off x="7446947" y="1443036"/>
                  <a:ext cx="111144" cy="107588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ot"/>
                  <a:miter lim="800000"/>
                  <a:headEnd type="stealth" w="lg" len="lg"/>
                  <a:tailEnd type="none" w="sm" len="sm"/>
                </a:ln>
              </p:spPr>
            </p:cxnSp>
            <p:cxnSp>
              <p:nvCxnSpPr>
                <p:cNvPr id="1636" name="Google Shape;1636;p25"/>
                <p:cNvCxnSpPr/>
                <p:nvPr/>
              </p:nvCxnSpPr>
              <p:spPr>
                <a:xfrm>
                  <a:off x="6736406" y="1027585"/>
                  <a:ext cx="0" cy="1200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stealth" w="lg" len="lg"/>
                  <a:tailEnd type="none" w="sm" len="sm"/>
                </a:ln>
              </p:spPr>
            </p:cxnSp>
            <p:cxnSp>
              <p:nvCxnSpPr>
                <p:cNvPr id="1637" name="Google Shape;1637;p25"/>
                <p:cNvCxnSpPr/>
                <p:nvPr/>
              </p:nvCxnSpPr>
              <p:spPr>
                <a:xfrm flipH="1">
                  <a:off x="7331118" y="1541159"/>
                  <a:ext cx="131082" cy="126455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ot"/>
                  <a:miter lim="800000"/>
                  <a:headEnd type="stealth" w="lg" len="lg"/>
                  <a:tailEnd type="none" w="sm" len="sm"/>
                </a:ln>
              </p:spPr>
            </p:cxnSp>
            <p:cxnSp>
              <p:nvCxnSpPr>
                <p:cNvPr id="1638" name="Google Shape;1638;p25"/>
                <p:cNvCxnSpPr/>
                <p:nvPr/>
              </p:nvCxnSpPr>
              <p:spPr>
                <a:xfrm>
                  <a:off x="6732986" y="1172365"/>
                  <a:ext cx="0" cy="105600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miter lim="800000"/>
                  <a:headEnd type="stealth" w="lg" len="lg"/>
                  <a:tailEnd type="none" w="sm" len="sm"/>
                </a:ln>
              </p:spPr>
            </p:cxnSp>
            <p:cxnSp>
              <p:nvCxnSpPr>
                <p:cNvPr id="1639" name="Google Shape;1639;p25"/>
                <p:cNvCxnSpPr/>
                <p:nvPr/>
              </p:nvCxnSpPr>
              <p:spPr>
                <a:xfrm rot="10800000" flipH="1">
                  <a:off x="6442075" y="2795874"/>
                  <a:ext cx="58269" cy="136408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ash"/>
                  <a:miter lim="800000"/>
                  <a:headEnd type="stealth" w="lg" len="lg"/>
                  <a:tailEnd type="none" w="sm" len="sm"/>
                </a:ln>
              </p:spPr>
            </p:cxnSp>
            <p:cxnSp>
              <p:nvCxnSpPr>
                <p:cNvPr id="1640" name="Google Shape;1640;p25"/>
                <p:cNvCxnSpPr/>
                <p:nvPr/>
              </p:nvCxnSpPr>
              <p:spPr>
                <a:xfrm rot="10800000" flipH="1">
                  <a:off x="6407497" y="2875326"/>
                  <a:ext cx="58269" cy="136408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dash"/>
                  <a:miter lim="800000"/>
                  <a:headEnd type="stealth" w="lg" len="lg"/>
                  <a:tailEnd type="none" w="sm" len="sm"/>
                </a:ln>
              </p:spPr>
            </p:cxnSp>
          </p:grpSp>
          <p:sp>
            <p:nvSpPr>
              <p:cNvPr id="1641" name="Google Shape;1641;p25"/>
              <p:cNvSpPr txBox="1"/>
              <p:nvPr/>
            </p:nvSpPr>
            <p:spPr>
              <a:xfrm>
                <a:off x="6745037" y="6350550"/>
                <a:ext cx="364202" cy="276999"/>
              </a:xfrm>
              <a:prstGeom prst="rect">
                <a:avLst/>
              </a:prstGeom>
              <a:blipFill rotWithShape="1">
                <a:blip r:embed="rId3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42" name="Google Shape;1642;p25"/>
              <p:cNvSpPr txBox="1"/>
              <p:nvPr/>
            </p:nvSpPr>
            <p:spPr>
              <a:xfrm>
                <a:off x="7888040" y="4113186"/>
                <a:ext cx="356187" cy="276999"/>
              </a:xfrm>
              <a:prstGeom prst="rect">
                <a:avLst/>
              </a:prstGeom>
              <a:blipFill rotWithShape="1">
                <a:blip r:embed="rId3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43" name="Google Shape;1643;p25"/>
              <p:cNvSpPr txBox="1"/>
              <p:nvPr/>
            </p:nvSpPr>
            <p:spPr>
              <a:xfrm>
                <a:off x="5629526" y="4071410"/>
                <a:ext cx="356187" cy="276999"/>
              </a:xfrm>
              <a:prstGeom prst="rect">
                <a:avLst/>
              </a:prstGeom>
              <a:blipFill rotWithShape="1">
                <a:blip r:embed="rId3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44" name="Google Shape;1644;p25"/>
              <p:cNvSpPr txBox="1"/>
              <p:nvPr/>
            </p:nvSpPr>
            <p:spPr>
              <a:xfrm>
                <a:off x="7392266" y="5368981"/>
                <a:ext cx="132920" cy="184666"/>
              </a:xfrm>
              <a:prstGeom prst="rect">
                <a:avLst/>
              </a:prstGeom>
              <a:blipFill rotWithShape="1">
                <a:blip r:embed="rId34">
                  <a:alphaModFix/>
                </a:blip>
                <a:stretch>
                  <a:fillRect l="-13635" r="-13635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45" name="Google Shape;1645;p25"/>
              <p:cNvSpPr txBox="1"/>
              <p:nvPr/>
            </p:nvSpPr>
            <p:spPr>
              <a:xfrm>
                <a:off x="6358691" y="5575089"/>
                <a:ext cx="132920" cy="184666"/>
              </a:xfrm>
              <a:prstGeom prst="rect">
                <a:avLst/>
              </a:prstGeom>
              <a:blipFill rotWithShape="1">
                <a:blip r:embed="rId35">
                  <a:alphaModFix/>
                </a:blip>
                <a:stretch>
                  <a:fillRect l="-19046" r="-14283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46" name="Google Shape;1646;p25"/>
              <p:cNvSpPr txBox="1"/>
              <p:nvPr/>
            </p:nvSpPr>
            <p:spPr>
              <a:xfrm>
                <a:off x="6984269" y="5792227"/>
                <a:ext cx="119520" cy="184666"/>
              </a:xfrm>
              <a:prstGeom prst="rect">
                <a:avLst/>
              </a:prstGeom>
              <a:blipFill rotWithShape="1">
                <a:blip r:embed="rId36">
                  <a:alphaModFix/>
                </a:blip>
                <a:stretch>
                  <a:fillRect l="-29998" r="-24999" b="-23331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47" name="Google Shape;1647;p25"/>
              <p:cNvSpPr txBox="1"/>
              <p:nvPr/>
            </p:nvSpPr>
            <p:spPr>
              <a:xfrm>
                <a:off x="6398712" y="4938896"/>
                <a:ext cx="119520" cy="184666"/>
              </a:xfrm>
              <a:prstGeom prst="rect">
                <a:avLst/>
              </a:prstGeom>
              <a:blipFill rotWithShape="1">
                <a:blip r:embed="rId36">
                  <a:alphaModFix/>
                </a:blip>
                <a:stretch>
                  <a:fillRect l="-29998" r="-24999" b="-23331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48" name="Google Shape;1648;p25"/>
              <p:cNvSpPr txBox="1"/>
              <p:nvPr/>
            </p:nvSpPr>
            <p:spPr>
              <a:xfrm>
                <a:off x="6964421" y="4717986"/>
                <a:ext cx="132920" cy="184666"/>
              </a:xfrm>
              <a:prstGeom prst="rect">
                <a:avLst/>
              </a:prstGeom>
              <a:blipFill rotWithShape="1">
                <a:blip r:embed="rId37">
                  <a:alphaModFix/>
                </a:blip>
                <a:stretch>
                  <a:fillRect l="-40905" t="-3224" r="-36358" b="-29029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49" name="Google Shape;1649;p25"/>
              <p:cNvSpPr txBox="1"/>
              <p:nvPr/>
            </p:nvSpPr>
            <p:spPr>
              <a:xfrm>
                <a:off x="7162378" y="4821838"/>
                <a:ext cx="132920" cy="184666"/>
              </a:xfrm>
              <a:prstGeom prst="rect">
                <a:avLst/>
              </a:prstGeom>
              <a:blipFill rotWithShape="1">
                <a:blip r:embed="rId38">
                  <a:alphaModFix/>
                </a:blip>
                <a:stretch>
                  <a:fillRect l="-40905" t="-3224" r="-36358" b="-29029"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sp>
          <p:nvSpPr>
            <p:cNvPr id="1650" name="Google Shape;1650;p25"/>
            <p:cNvSpPr txBox="1"/>
            <p:nvPr/>
          </p:nvSpPr>
          <p:spPr>
            <a:xfrm>
              <a:off x="7391698" y="5760369"/>
              <a:ext cx="893642" cy="307777"/>
            </a:xfrm>
            <a:prstGeom prst="rect">
              <a:avLst/>
            </a:prstGeom>
            <a:blipFill rotWithShape="1">
              <a:blip r:embed="rId3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26"/>
          <p:cNvSpPr txBox="1"/>
          <p:nvPr/>
        </p:nvSpPr>
        <p:spPr>
          <a:xfrm>
            <a:off x="211439" y="93165"/>
            <a:ext cx="40260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rotor com desbalanceamento</a:t>
            </a:r>
            <a:endParaRPr/>
          </a:p>
        </p:txBody>
      </p:sp>
      <p:grpSp>
        <p:nvGrpSpPr>
          <p:cNvPr id="1656" name="Google Shape;1656;p26"/>
          <p:cNvGrpSpPr/>
          <p:nvPr/>
        </p:nvGrpSpPr>
        <p:grpSpPr>
          <a:xfrm>
            <a:off x="211439" y="3272010"/>
            <a:ext cx="4473988" cy="1348946"/>
            <a:chOff x="1163332" y="2313221"/>
            <a:chExt cx="4473988" cy="1348946"/>
          </a:xfrm>
        </p:grpSpPr>
        <p:sp>
          <p:nvSpPr>
            <p:cNvPr id="1657" name="Google Shape;1657;p26"/>
            <p:cNvSpPr/>
            <p:nvPr/>
          </p:nvSpPr>
          <p:spPr>
            <a:xfrm rot="5400000">
              <a:off x="1821332" y="2761253"/>
              <a:ext cx="157654" cy="5400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26"/>
            <p:cNvSpPr/>
            <p:nvPr/>
          </p:nvSpPr>
          <p:spPr>
            <a:xfrm>
              <a:off x="2077758" y="2952426"/>
              <a:ext cx="315215" cy="550814"/>
            </a:xfrm>
            <a:prstGeom prst="cube">
              <a:avLst>
                <a:gd name="adj" fmla="val 64039"/>
              </a:avLst>
            </a:prstGeom>
            <a:solidFill>
              <a:srgbClr val="7F7F7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26"/>
            <p:cNvSpPr/>
            <p:nvPr/>
          </p:nvSpPr>
          <p:spPr>
            <a:xfrm>
              <a:off x="2077591" y="2723944"/>
              <a:ext cx="315215" cy="431291"/>
            </a:xfrm>
            <a:prstGeom prst="cube">
              <a:avLst>
                <a:gd name="adj" fmla="val 64039"/>
              </a:avLst>
            </a:prstGeom>
            <a:solidFill>
              <a:srgbClr val="7F7F7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1660;p26"/>
            <p:cNvSpPr/>
            <p:nvPr/>
          </p:nvSpPr>
          <p:spPr>
            <a:xfrm>
              <a:off x="2239725" y="2923253"/>
              <a:ext cx="146898" cy="216000"/>
            </a:xfrm>
            <a:prstGeom prst="ellipse">
              <a:avLst/>
            </a:prstGeom>
            <a:solidFill>
              <a:srgbClr val="3F3F3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1661;p26"/>
            <p:cNvSpPr/>
            <p:nvPr/>
          </p:nvSpPr>
          <p:spPr>
            <a:xfrm rot="5400000">
              <a:off x="2471058" y="2761253"/>
              <a:ext cx="157654" cy="5400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2" name="Google Shape;1662;p26"/>
            <p:cNvSpPr/>
            <p:nvPr/>
          </p:nvSpPr>
          <p:spPr>
            <a:xfrm rot="5400000">
              <a:off x="2499566" y="2849441"/>
              <a:ext cx="683901" cy="363625"/>
            </a:xfrm>
            <a:prstGeom prst="can">
              <a:avLst>
                <a:gd name="adj" fmla="val 50000"/>
              </a:avLst>
            </a:prstGeom>
            <a:gradFill>
              <a:gsLst>
                <a:gs pos="0">
                  <a:srgbClr val="C9C9C9"/>
                </a:gs>
                <a:gs pos="50000">
                  <a:srgbClr val="DCDCDC"/>
                </a:gs>
                <a:gs pos="100000">
                  <a:srgbClr val="EDEDED"/>
                </a:gs>
              </a:gsLst>
              <a:lin ang="1890000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3" name="Google Shape;1663;p26"/>
            <p:cNvSpPr/>
            <p:nvPr/>
          </p:nvSpPr>
          <p:spPr>
            <a:xfrm rot="5400000">
              <a:off x="3925217" y="1933253"/>
              <a:ext cx="157654" cy="21960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4" name="Google Shape;1664;p26"/>
            <p:cNvSpPr/>
            <p:nvPr/>
          </p:nvSpPr>
          <p:spPr>
            <a:xfrm>
              <a:off x="4820486" y="2952426"/>
              <a:ext cx="315215" cy="550814"/>
            </a:xfrm>
            <a:prstGeom prst="cube">
              <a:avLst>
                <a:gd name="adj" fmla="val 64039"/>
              </a:avLst>
            </a:prstGeom>
            <a:solidFill>
              <a:srgbClr val="7F7F7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5" name="Google Shape;1665;p26"/>
            <p:cNvSpPr/>
            <p:nvPr/>
          </p:nvSpPr>
          <p:spPr>
            <a:xfrm>
              <a:off x="4820319" y="2723944"/>
              <a:ext cx="315215" cy="431291"/>
            </a:xfrm>
            <a:prstGeom prst="cube">
              <a:avLst>
                <a:gd name="adj" fmla="val 64039"/>
              </a:avLst>
            </a:prstGeom>
            <a:solidFill>
              <a:srgbClr val="7F7F7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6" name="Google Shape;1666;p26"/>
            <p:cNvSpPr/>
            <p:nvPr/>
          </p:nvSpPr>
          <p:spPr>
            <a:xfrm>
              <a:off x="4982453" y="2923253"/>
              <a:ext cx="146898" cy="216000"/>
            </a:xfrm>
            <a:prstGeom prst="ellipse">
              <a:avLst/>
            </a:prstGeom>
            <a:solidFill>
              <a:srgbClr val="3F3F3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7" name="Google Shape;1667;p26"/>
            <p:cNvSpPr/>
            <p:nvPr/>
          </p:nvSpPr>
          <p:spPr>
            <a:xfrm rot="5400000">
              <a:off x="5102280" y="2869253"/>
              <a:ext cx="157654" cy="3240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68" name="Google Shape;1668;p26"/>
            <p:cNvCxnSpPr/>
            <p:nvPr/>
          </p:nvCxnSpPr>
          <p:spPr>
            <a:xfrm rot="10800000">
              <a:off x="1665320" y="2313221"/>
              <a:ext cx="0" cy="97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669" name="Google Shape;1669;p26"/>
            <p:cNvCxnSpPr/>
            <p:nvPr/>
          </p:nvCxnSpPr>
          <p:spPr>
            <a:xfrm rot="10800000">
              <a:off x="1420900" y="3034558"/>
              <a:ext cx="421642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triangle" w="med" len="med"/>
              <a:tailEnd type="none" w="sm" len="sm"/>
            </a:ln>
          </p:spPr>
        </p:cxnSp>
        <p:sp>
          <p:nvSpPr>
            <p:cNvPr id="1670" name="Google Shape;1670;p26"/>
            <p:cNvSpPr txBox="1"/>
            <p:nvPr/>
          </p:nvSpPr>
          <p:spPr>
            <a:xfrm>
              <a:off x="1213161" y="3385168"/>
              <a:ext cx="392993" cy="27699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71" name="Google Shape;1671;p26"/>
            <p:cNvSpPr txBox="1"/>
            <p:nvPr/>
          </p:nvSpPr>
          <p:spPr>
            <a:xfrm>
              <a:off x="1630159" y="2340059"/>
              <a:ext cx="384977" cy="27699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dirty="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dirty="0"/>
            </a:p>
          </p:txBody>
        </p:sp>
        <p:cxnSp>
          <p:nvCxnSpPr>
            <p:cNvPr id="1672" name="Google Shape;1672;p26"/>
            <p:cNvCxnSpPr/>
            <p:nvPr/>
          </p:nvCxnSpPr>
          <p:spPr>
            <a:xfrm flipH="1">
              <a:off x="1163332" y="2826512"/>
              <a:ext cx="720000" cy="720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  <p:sp>
          <p:nvSpPr>
            <p:cNvPr id="1673" name="Google Shape;1673;p26"/>
            <p:cNvSpPr/>
            <p:nvPr/>
          </p:nvSpPr>
          <p:spPr>
            <a:xfrm>
              <a:off x="3579816" y="2730843"/>
              <a:ext cx="288000" cy="612000"/>
            </a:xfrm>
            <a:prstGeom prst="arc">
              <a:avLst>
                <a:gd name="adj1" fmla="val 2693242"/>
                <a:gd name="adj2" fmla="val 18043605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none" w="sm" len="sm"/>
            </a:ln>
            <a:effectLst>
              <a:outerShdw blurRad="50800" dist="38100" algn="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26"/>
            <p:cNvSpPr txBox="1"/>
            <p:nvPr/>
          </p:nvSpPr>
          <p:spPr>
            <a:xfrm>
              <a:off x="3756120" y="2546177"/>
              <a:ext cx="394659" cy="36933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75" name="Google Shape;1675;p26"/>
            <p:cNvSpPr txBox="1"/>
            <p:nvPr/>
          </p:nvSpPr>
          <p:spPr>
            <a:xfrm>
              <a:off x="2942164" y="2580281"/>
              <a:ext cx="410690" cy="27699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76" name="Google Shape;1676;p26"/>
            <p:cNvSpPr txBox="1"/>
            <p:nvPr/>
          </p:nvSpPr>
          <p:spPr>
            <a:xfrm>
              <a:off x="1878891" y="2551318"/>
              <a:ext cx="405880" cy="27699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77" name="Google Shape;1677;p26"/>
            <p:cNvSpPr txBox="1"/>
            <p:nvPr/>
          </p:nvSpPr>
          <p:spPr>
            <a:xfrm>
              <a:off x="4572046" y="2619311"/>
              <a:ext cx="405880" cy="27699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grpSp>
          <p:nvGrpSpPr>
            <p:cNvPr id="1678" name="Google Shape;1678;p26"/>
            <p:cNvGrpSpPr/>
            <p:nvPr/>
          </p:nvGrpSpPr>
          <p:grpSpPr>
            <a:xfrm>
              <a:off x="2342500" y="2338912"/>
              <a:ext cx="1135486" cy="1241870"/>
              <a:chOff x="569430" y="2145390"/>
              <a:chExt cx="1135486" cy="1241870"/>
            </a:xfrm>
          </p:grpSpPr>
          <p:cxnSp>
            <p:nvCxnSpPr>
              <p:cNvPr id="1679" name="Google Shape;1679;p26"/>
              <p:cNvCxnSpPr/>
              <p:nvPr/>
            </p:nvCxnSpPr>
            <p:spPr>
              <a:xfrm rot="10800000">
                <a:off x="1022201" y="2228280"/>
                <a:ext cx="0" cy="61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1680" name="Google Shape;1680;p26"/>
              <p:cNvCxnSpPr/>
              <p:nvPr/>
            </p:nvCxnSpPr>
            <p:spPr>
              <a:xfrm rot="10800000">
                <a:off x="1015525" y="2839889"/>
                <a:ext cx="612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triangle" w="med" len="med"/>
                <a:tailEnd type="none" w="sm" len="sm"/>
              </a:ln>
            </p:spPr>
          </p:cxnSp>
          <p:sp>
            <p:nvSpPr>
              <p:cNvPr id="1681" name="Google Shape;1681;p26"/>
              <p:cNvSpPr txBox="1"/>
              <p:nvPr/>
            </p:nvSpPr>
            <p:spPr>
              <a:xfrm>
                <a:off x="1307050" y="2895811"/>
                <a:ext cx="397866" cy="276999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82" name="Google Shape;1682;p26"/>
              <p:cNvSpPr txBox="1"/>
              <p:nvPr/>
            </p:nvSpPr>
            <p:spPr>
              <a:xfrm>
                <a:off x="569430" y="3110261"/>
                <a:ext cx="404278" cy="276999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sp>
            <p:nvSpPr>
              <p:cNvPr id="1683" name="Google Shape;1683;p26"/>
              <p:cNvSpPr txBox="1"/>
              <p:nvPr/>
            </p:nvSpPr>
            <p:spPr>
              <a:xfrm>
                <a:off x="987040" y="2145390"/>
                <a:ext cx="396262" cy="276999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  <p:cxnSp>
            <p:nvCxnSpPr>
              <p:cNvPr id="1684" name="Google Shape;1684;p26"/>
              <p:cNvCxnSpPr/>
              <p:nvPr/>
            </p:nvCxnSpPr>
            <p:spPr>
              <a:xfrm flipH="1">
                <a:off x="655676" y="2851504"/>
                <a:ext cx="356511" cy="28363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triangle" w="med" len="med"/>
              </a:ln>
            </p:spPr>
          </p:cxnSp>
        </p:grpSp>
        <p:sp>
          <p:nvSpPr>
            <p:cNvPr id="1685" name="Google Shape;1685;p26"/>
            <p:cNvSpPr txBox="1"/>
            <p:nvPr/>
          </p:nvSpPr>
          <p:spPr>
            <a:xfrm>
              <a:off x="1359825" y="2782152"/>
              <a:ext cx="327910" cy="276999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86" name="Google Shape;1686;p26"/>
            <p:cNvSpPr/>
            <p:nvPr/>
          </p:nvSpPr>
          <p:spPr>
            <a:xfrm>
              <a:off x="2754715" y="2664780"/>
              <a:ext cx="108000" cy="108000"/>
            </a:xfrm>
            <a:prstGeom prst="flowChartConnector">
              <a:avLst/>
            </a:prstGeom>
            <a:solidFill>
              <a:srgbClr val="FF0000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7" name="Google Shape;1687;p26"/>
          <p:cNvSpPr/>
          <p:nvPr/>
        </p:nvSpPr>
        <p:spPr>
          <a:xfrm>
            <a:off x="2707377" y="3284409"/>
            <a:ext cx="1752000" cy="21009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42599" y="157619"/>
                </a:lnTo>
              </a:path>
            </a:pathLst>
          </a:custGeom>
          <a:gradFill>
            <a:gsLst>
              <a:gs pos="0">
                <a:srgbClr val="C9C9C9"/>
              </a:gs>
              <a:gs pos="50000">
                <a:srgbClr val="DCDCDC"/>
              </a:gs>
              <a:gs pos="100000">
                <a:srgbClr val="EDEDED"/>
              </a:gs>
            </a:gsLst>
            <a:lin ang="18900000" scaled="0"/>
          </a:gra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Massa desbalanceada</a:t>
            </a:r>
            <a:endParaRPr/>
          </a:p>
        </p:txBody>
      </p:sp>
      <p:grpSp>
        <p:nvGrpSpPr>
          <p:cNvPr id="1688" name="Google Shape;1688;p26"/>
          <p:cNvGrpSpPr/>
          <p:nvPr/>
        </p:nvGrpSpPr>
        <p:grpSpPr>
          <a:xfrm>
            <a:off x="553869" y="5042755"/>
            <a:ext cx="4105670" cy="1324980"/>
            <a:chOff x="1505762" y="4083966"/>
            <a:chExt cx="4105670" cy="1324980"/>
          </a:xfrm>
        </p:grpSpPr>
        <p:sp>
          <p:nvSpPr>
            <p:cNvPr id="1689" name="Google Shape;1689;p26"/>
            <p:cNvSpPr/>
            <p:nvPr/>
          </p:nvSpPr>
          <p:spPr>
            <a:xfrm rot="5400000">
              <a:off x="3425385" y="2696280"/>
              <a:ext cx="157654" cy="3677787"/>
            </a:xfrm>
            <a:prstGeom prst="rect">
              <a:avLst/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90" name="Google Shape;1690;p26"/>
            <p:cNvGrpSpPr/>
            <p:nvPr/>
          </p:nvGrpSpPr>
          <p:grpSpPr>
            <a:xfrm rot="-5400000">
              <a:off x="1782618" y="4756699"/>
              <a:ext cx="568400" cy="283001"/>
              <a:chOff x="2876246" y="5420791"/>
              <a:chExt cx="1187312" cy="573570"/>
            </a:xfrm>
          </p:grpSpPr>
          <p:grpSp>
            <p:nvGrpSpPr>
              <p:cNvPr id="1691" name="Google Shape;1691;p26"/>
              <p:cNvGrpSpPr/>
              <p:nvPr/>
            </p:nvGrpSpPr>
            <p:grpSpPr>
              <a:xfrm rot="10800000" flipH="1">
                <a:off x="3031610" y="5759005"/>
                <a:ext cx="911299" cy="235356"/>
                <a:chOff x="406024" y="5316991"/>
                <a:chExt cx="2584826" cy="426584"/>
              </a:xfrm>
            </p:grpSpPr>
            <p:sp>
              <p:nvSpPr>
                <p:cNvPr id="1692" name="Google Shape;1692;p26"/>
                <p:cNvSpPr/>
                <p:nvPr/>
              </p:nvSpPr>
              <p:spPr>
                <a:xfrm>
                  <a:off x="1511633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3" name="Google Shape;1693;p26"/>
                <p:cNvSpPr/>
                <p:nvPr/>
              </p:nvSpPr>
              <p:spPr>
                <a:xfrm>
                  <a:off x="1511634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4" name="Google Shape;1694;p26"/>
                <p:cNvSpPr/>
                <p:nvPr/>
              </p:nvSpPr>
              <p:spPr>
                <a:xfrm>
                  <a:off x="1271989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5" name="Google Shape;1695;p26"/>
                <p:cNvSpPr/>
                <p:nvPr/>
              </p:nvSpPr>
              <p:spPr>
                <a:xfrm>
                  <a:off x="1271990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6" name="Google Shape;1696;p26"/>
                <p:cNvSpPr/>
                <p:nvPr/>
              </p:nvSpPr>
              <p:spPr>
                <a:xfrm>
                  <a:off x="1032346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7" name="Google Shape;1697;p26"/>
                <p:cNvSpPr/>
                <p:nvPr/>
              </p:nvSpPr>
              <p:spPr>
                <a:xfrm>
                  <a:off x="1032347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8" name="Google Shape;1698;p26"/>
                <p:cNvSpPr/>
                <p:nvPr/>
              </p:nvSpPr>
              <p:spPr>
                <a:xfrm>
                  <a:off x="792703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9" name="Google Shape;1699;p26"/>
                <p:cNvSpPr/>
                <p:nvPr/>
              </p:nvSpPr>
              <p:spPr>
                <a:xfrm>
                  <a:off x="792704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0" name="Google Shape;1700;p26"/>
                <p:cNvSpPr/>
                <p:nvPr/>
              </p:nvSpPr>
              <p:spPr>
                <a:xfrm>
                  <a:off x="1751276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1" name="Google Shape;1701;p26"/>
                <p:cNvSpPr/>
                <p:nvPr/>
              </p:nvSpPr>
              <p:spPr>
                <a:xfrm>
                  <a:off x="1751277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2" name="Google Shape;1702;p26"/>
                <p:cNvSpPr/>
                <p:nvPr/>
              </p:nvSpPr>
              <p:spPr>
                <a:xfrm>
                  <a:off x="2186009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3" name="Google Shape;1703;p26"/>
                <p:cNvSpPr/>
                <p:nvPr/>
              </p:nvSpPr>
              <p:spPr>
                <a:xfrm>
                  <a:off x="2186010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4" name="Google Shape;1704;p26"/>
                <p:cNvSpPr/>
                <p:nvPr/>
              </p:nvSpPr>
              <p:spPr>
                <a:xfrm>
                  <a:off x="1946365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5" name="Google Shape;1705;p26"/>
                <p:cNvSpPr/>
                <p:nvPr/>
              </p:nvSpPr>
              <p:spPr>
                <a:xfrm>
                  <a:off x="1946366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6" name="Google Shape;1706;p26"/>
                <p:cNvSpPr/>
                <p:nvPr/>
              </p:nvSpPr>
              <p:spPr>
                <a:xfrm>
                  <a:off x="553061" y="5316991"/>
                  <a:ext cx="804840" cy="426584"/>
                </a:xfrm>
                <a:prstGeom prst="arc">
                  <a:avLst>
                    <a:gd name="adj1" fmla="val 10679173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7" name="Google Shape;1707;p26"/>
                <p:cNvSpPr/>
                <p:nvPr/>
              </p:nvSpPr>
              <p:spPr>
                <a:xfrm>
                  <a:off x="2416609" y="5316991"/>
                  <a:ext cx="339118" cy="426584"/>
                </a:xfrm>
                <a:prstGeom prst="arc">
                  <a:avLst>
                    <a:gd name="adj1" fmla="val 16111471"/>
                    <a:gd name="adj2" fmla="val 21589035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708" name="Google Shape;1708;p26"/>
                <p:cNvCxnSpPr/>
                <p:nvPr/>
              </p:nvCxnSpPr>
              <p:spPr>
                <a:xfrm>
                  <a:off x="2733178" y="5518319"/>
                  <a:ext cx="170894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709" name="Google Shape;1709;p26"/>
                <p:cNvCxnSpPr/>
                <p:nvPr/>
              </p:nvCxnSpPr>
              <p:spPr>
                <a:xfrm>
                  <a:off x="406024" y="5518319"/>
                  <a:ext cx="170894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710" name="Google Shape;1710;p26"/>
              <p:cNvGrpSpPr/>
              <p:nvPr/>
            </p:nvGrpSpPr>
            <p:grpSpPr>
              <a:xfrm>
                <a:off x="3015484" y="5420791"/>
                <a:ext cx="900000" cy="252000"/>
                <a:chOff x="2068305" y="3596907"/>
                <a:chExt cx="1544362" cy="324036"/>
              </a:xfrm>
            </p:grpSpPr>
            <p:cxnSp>
              <p:nvCxnSpPr>
                <p:cNvPr id="1711" name="Google Shape;1711;p26"/>
                <p:cNvCxnSpPr/>
                <p:nvPr/>
              </p:nvCxnSpPr>
              <p:spPr>
                <a:xfrm>
                  <a:off x="2068305" y="3758925"/>
                  <a:ext cx="501061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  <p:sp>
              <p:nvSpPr>
                <p:cNvPr id="1712" name="Google Shape;1712;p26"/>
                <p:cNvSpPr/>
                <p:nvPr/>
              </p:nvSpPr>
              <p:spPr>
                <a:xfrm>
                  <a:off x="2497358" y="3686917"/>
                  <a:ext cx="216024" cy="14401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3" name="Google Shape;1713;p26"/>
                <p:cNvSpPr/>
                <p:nvPr/>
              </p:nvSpPr>
              <p:spPr>
                <a:xfrm>
                  <a:off x="2605370" y="3596907"/>
                  <a:ext cx="396044" cy="32403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4" name="Google Shape;1714;p26"/>
                <p:cNvSpPr/>
                <p:nvPr/>
              </p:nvSpPr>
              <p:spPr>
                <a:xfrm>
                  <a:off x="2929406" y="3686917"/>
                  <a:ext cx="216024" cy="14401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715" name="Google Shape;1715;p26"/>
                <p:cNvCxnSpPr/>
                <p:nvPr/>
              </p:nvCxnSpPr>
              <p:spPr>
                <a:xfrm>
                  <a:off x="3109425" y="3749400"/>
                  <a:ext cx="503242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</p:grpSp>
          <p:cxnSp>
            <p:nvCxnSpPr>
              <p:cNvPr id="1716" name="Google Shape;1716;p26"/>
              <p:cNvCxnSpPr/>
              <p:nvPr/>
            </p:nvCxnSpPr>
            <p:spPr>
              <a:xfrm>
                <a:off x="3026848" y="5544621"/>
                <a:ext cx="0" cy="34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717" name="Google Shape;1717;p26"/>
              <p:cNvCxnSpPr/>
              <p:nvPr/>
            </p:nvCxnSpPr>
            <p:spPr>
              <a:xfrm>
                <a:off x="3919558" y="5534051"/>
                <a:ext cx="0" cy="360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718" name="Google Shape;1718;p26"/>
              <p:cNvCxnSpPr/>
              <p:nvPr/>
            </p:nvCxnSpPr>
            <p:spPr>
              <a:xfrm>
                <a:off x="2876246" y="5710900"/>
                <a:ext cx="144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719" name="Google Shape;1719;p26"/>
              <p:cNvCxnSpPr/>
              <p:nvPr/>
            </p:nvCxnSpPr>
            <p:spPr>
              <a:xfrm>
                <a:off x="3919558" y="5710900"/>
                <a:ext cx="144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</p:grpSp>
        <p:grpSp>
          <p:nvGrpSpPr>
            <p:cNvPr id="1720" name="Google Shape;1720;p26"/>
            <p:cNvGrpSpPr/>
            <p:nvPr/>
          </p:nvGrpSpPr>
          <p:grpSpPr>
            <a:xfrm rot="-5400000">
              <a:off x="4734907" y="4765291"/>
              <a:ext cx="568400" cy="283001"/>
              <a:chOff x="2876246" y="5420791"/>
              <a:chExt cx="1187312" cy="573570"/>
            </a:xfrm>
          </p:grpSpPr>
          <p:grpSp>
            <p:nvGrpSpPr>
              <p:cNvPr id="1721" name="Google Shape;1721;p26"/>
              <p:cNvGrpSpPr/>
              <p:nvPr/>
            </p:nvGrpSpPr>
            <p:grpSpPr>
              <a:xfrm rot="10800000" flipH="1">
                <a:off x="3031610" y="5759005"/>
                <a:ext cx="911299" cy="235356"/>
                <a:chOff x="406024" y="5316991"/>
                <a:chExt cx="2584826" cy="426584"/>
              </a:xfrm>
            </p:grpSpPr>
            <p:sp>
              <p:nvSpPr>
                <p:cNvPr id="1722" name="Google Shape;1722;p26"/>
                <p:cNvSpPr/>
                <p:nvPr/>
              </p:nvSpPr>
              <p:spPr>
                <a:xfrm>
                  <a:off x="1511633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3" name="Google Shape;1723;p26"/>
                <p:cNvSpPr/>
                <p:nvPr/>
              </p:nvSpPr>
              <p:spPr>
                <a:xfrm>
                  <a:off x="1511634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4" name="Google Shape;1724;p26"/>
                <p:cNvSpPr/>
                <p:nvPr/>
              </p:nvSpPr>
              <p:spPr>
                <a:xfrm>
                  <a:off x="1271989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5" name="Google Shape;1725;p26"/>
                <p:cNvSpPr/>
                <p:nvPr/>
              </p:nvSpPr>
              <p:spPr>
                <a:xfrm>
                  <a:off x="1271990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6" name="Google Shape;1726;p26"/>
                <p:cNvSpPr/>
                <p:nvPr/>
              </p:nvSpPr>
              <p:spPr>
                <a:xfrm>
                  <a:off x="1032346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7" name="Google Shape;1727;p26"/>
                <p:cNvSpPr/>
                <p:nvPr/>
              </p:nvSpPr>
              <p:spPr>
                <a:xfrm>
                  <a:off x="1032347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8" name="Google Shape;1728;p26"/>
                <p:cNvSpPr/>
                <p:nvPr/>
              </p:nvSpPr>
              <p:spPr>
                <a:xfrm>
                  <a:off x="792703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9" name="Google Shape;1729;p26"/>
                <p:cNvSpPr/>
                <p:nvPr/>
              </p:nvSpPr>
              <p:spPr>
                <a:xfrm>
                  <a:off x="792704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0" name="Google Shape;1730;p26"/>
                <p:cNvSpPr/>
                <p:nvPr/>
              </p:nvSpPr>
              <p:spPr>
                <a:xfrm>
                  <a:off x="1751276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1" name="Google Shape;1731;p26"/>
                <p:cNvSpPr/>
                <p:nvPr/>
              </p:nvSpPr>
              <p:spPr>
                <a:xfrm>
                  <a:off x="1751277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2" name="Google Shape;1732;p26"/>
                <p:cNvSpPr/>
                <p:nvPr/>
              </p:nvSpPr>
              <p:spPr>
                <a:xfrm>
                  <a:off x="2186009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3" name="Google Shape;1733;p26"/>
                <p:cNvSpPr/>
                <p:nvPr/>
              </p:nvSpPr>
              <p:spPr>
                <a:xfrm>
                  <a:off x="2186010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4" name="Google Shape;1734;p26"/>
                <p:cNvSpPr/>
                <p:nvPr/>
              </p:nvSpPr>
              <p:spPr>
                <a:xfrm>
                  <a:off x="1946365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5" name="Google Shape;1735;p26"/>
                <p:cNvSpPr/>
                <p:nvPr/>
              </p:nvSpPr>
              <p:spPr>
                <a:xfrm>
                  <a:off x="1946366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6" name="Google Shape;1736;p26"/>
                <p:cNvSpPr/>
                <p:nvPr/>
              </p:nvSpPr>
              <p:spPr>
                <a:xfrm>
                  <a:off x="553061" y="5316991"/>
                  <a:ext cx="804840" cy="426584"/>
                </a:xfrm>
                <a:prstGeom prst="arc">
                  <a:avLst>
                    <a:gd name="adj1" fmla="val 10679173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7" name="Google Shape;1737;p26"/>
                <p:cNvSpPr/>
                <p:nvPr/>
              </p:nvSpPr>
              <p:spPr>
                <a:xfrm>
                  <a:off x="2416609" y="5316991"/>
                  <a:ext cx="339118" cy="426584"/>
                </a:xfrm>
                <a:prstGeom prst="arc">
                  <a:avLst>
                    <a:gd name="adj1" fmla="val 16111471"/>
                    <a:gd name="adj2" fmla="val 21589035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738" name="Google Shape;1738;p26"/>
                <p:cNvCxnSpPr/>
                <p:nvPr/>
              </p:nvCxnSpPr>
              <p:spPr>
                <a:xfrm>
                  <a:off x="2733178" y="5518319"/>
                  <a:ext cx="170894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739" name="Google Shape;1739;p26"/>
                <p:cNvCxnSpPr/>
                <p:nvPr/>
              </p:nvCxnSpPr>
              <p:spPr>
                <a:xfrm>
                  <a:off x="406024" y="5518319"/>
                  <a:ext cx="170894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740" name="Google Shape;1740;p26"/>
              <p:cNvGrpSpPr/>
              <p:nvPr/>
            </p:nvGrpSpPr>
            <p:grpSpPr>
              <a:xfrm>
                <a:off x="3015484" y="5420791"/>
                <a:ext cx="900000" cy="252000"/>
                <a:chOff x="2068305" y="3596907"/>
                <a:chExt cx="1544362" cy="324036"/>
              </a:xfrm>
            </p:grpSpPr>
            <p:cxnSp>
              <p:nvCxnSpPr>
                <p:cNvPr id="1741" name="Google Shape;1741;p26"/>
                <p:cNvCxnSpPr/>
                <p:nvPr/>
              </p:nvCxnSpPr>
              <p:spPr>
                <a:xfrm>
                  <a:off x="2068305" y="3758925"/>
                  <a:ext cx="501061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  <p:sp>
              <p:nvSpPr>
                <p:cNvPr id="1742" name="Google Shape;1742;p26"/>
                <p:cNvSpPr/>
                <p:nvPr/>
              </p:nvSpPr>
              <p:spPr>
                <a:xfrm>
                  <a:off x="2497358" y="3686917"/>
                  <a:ext cx="216024" cy="14401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3" name="Google Shape;1743;p26"/>
                <p:cNvSpPr/>
                <p:nvPr/>
              </p:nvSpPr>
              <p:spPr>
                <a:xfrm>
                  <a:off x="2605370" y="3596907"/>
                  <a:ext cx="396044" cy="32403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4" name="Google Shape;1744;p26"/>
                <p:cNvSpPr/>
                <p:nvPr/>
              </p:nvSpPr>
              <p:spPr>
                <a:xfrm>
                  <a:off x="2929406" y="3686917"/>
                  <a:ext cx="216024" cy="14401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745" name="Google Shape;1745;p26"/>
                <p:cNvCxnSpPr/>
                <p:nvPr/>
              </p:nvCxnSpPr>
              <p:spPr>
                <a:xfrm>
                  <a:off x="3109425" y="3749400"/>
                  <a:ext cx="503242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</p:grpSp>
          <p:cxnSp>
            <p:nvCxnSpPr>
              <p:cNvPr id="1746" name="Google Shape;1746;p26"/>
              <p:cNvCxnSpPr/>
              <p:nvPr/>
            </p:nvCxnSpPr>
            <p:spPr>
              <a:xfrm>
                <a:off x="3026848" y="5544621"/>
                <a:ext cx="0" cy="34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747" name="Google Shape;1747;p26"/>
              <p:cNvCxnSpPr/>
              <p:nvPr/>
            </p:nvCxnSpPr>
            <p:spPr>
              <a:xfrm>
                <a:off x="3919558" y="5534051"/>
                <a:ext cx="0" cy="360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748" name="Google Shape;1748;p26"/>
              <p:cNvCxnSpPr/>
              <p:nvPr/>
            </p:nvCxnSpPr>
            <p:spPr>
              <a:xfrm>
                <a:off x="2876246" y="5710900"/>
                <a:ext cx="144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749" name="Google Shape;1749;p26"/>
              <p:cNvCxnSpPr/>
              <p:nvPr/>
            </p:nvCxnSpPr>
            <p:spPr>
              <a:xfrm>
                <a:off x="3919558" y="5710900"/>
                <a:ext cx="144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</p:grpSp>
        <p:grpSp>
          <p:nvGrpSpPr>
            <p:cNvPr id="1750" name="Google Shape;1750;p26"/>
            <p:cNvGrpSpPr/>
            <p:nvPr/>
          </p:nvGrpSpPr>
          <p:grpSpPr>
            <a:xfrm rot="-5400000">
              <a:off x="1989010" y="4710613"/>
              <a:ext cx="190523" cy="1157019"/>
              <a:chOff x="1835696" y="2240868"/>
              <a:chExt cx="288032" cy="1749176"/>
            </a:xfrm>
          </p:grpSpPr>
          <p:sp>
            <p:nvSpPr>
              <p:cNvPr id="1751" name="Google Shape;1751;p26"/>
              <p:cNvSpPr/>
              <p:nvPr/>
            </p:nvSpPr>
            <p:spPr>
              <a:xfrm>
                <a:off x="2051720" y="2456892"/>
                <a:ext cx="72008" cy="1296144"/>
              </a:xfrm>
              <a:prstGeom prst="rect">
                <a:avLst/>
              </a:prstGeom>
              <a:solidFill>
                <a:srgbClr val="595959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52" name="Google Shape;1752;p26"/>
              <p:cNvCxnSpPr/>
              <p:nvPr/>
            </p:nvCxnSpPr>
            <p:spPr>
              <a:xfrm>
                <a:off x="1933422" y="23631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53" name="Google Shape;1753;p26"/>
              <p:cNvCxnSpPr/>
              <p:nvPr/>
            </p:nvCxnSpPr>
            <p:spPr>
              <a:xfrm>
                <a:off x="1933422" y="25155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54" name="Google Shape;1754;p26"/>
              <p:cNvCxnSpPr/>
              <p:nvPr/>
            </p:nvCxnSpPr>
            <p:spPr>
              <a:xfrm>
                <a:off x="1933422" y="26679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55" name="Google Shape;1755;p26"/>
              <p:cNvCxnSpPr/>
              <p:nvPr/>
            </p:nvCxnSpPr>
            <p:spPr>
              <a:xfrm>
                <a:off x="1933422" y="28203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56" name="Google Shape;1756;p26"/>
              <p:cNvCxnSpPr/>
              <p:nvPr/>
            </p:nvCxnSpPr>
            <p:spPr>
              <a:xfrm>
                <a:off x="1933422" y="29727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57" name="Google Shape;1757;p26"/>
              <p:cNvCxnSpPr/>
              <p:nvPr/>
            </p:nvCxnSpPr>
            <p:spPr>
              <a:xfrm>
                <a:off x="1933422" y="31251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58" name="Google Shape;1758;p26"/>
              <p:cNvCxnSpPr/>
              <p:nvPr/>
            </p:nvCxnSpPr>
            <p:spPr>
              <a:xfrm>
                <a:off x="1933422" y="32775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59" name="Google Shape;1759;p26"/>
              <p:cNvCxnSpPr/>
              <p:nvPr/>
            </p:nvCxnSpPr>
            <p:spPr>
              <a:xfrm>
                <a:off x="1933422" y="34299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60" name="Google Shape;1760;p26"/>
              <p:cNvCxnSpPr/>
              <p:nvPr/>
            </p:nvCxnSpPr>
            <p:spPr>
              <a:xfrm>
                <a:off x="1933422" y="35823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61" name="Google Shape;1761;p26"/>
              <p:cNvCxnSpPr/>
              <p:nvPr/>
            </p:nvCxnSpPr>
            <p:spPr>
              <a:xfrm>
                <a:off x="1943708" y="37347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762" name="Google Shape;1762;p26"/>
              <p:cNvSpPr/>
              <p:nvPr/>
            </p:nvSpPr>
            <p:spPr>
              <a:xfrm>
                <a:off x="1835696" y="2240868"/>
                <a:ext cx="180020" cy="18002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3" name="Google Shape;1763;p26"/>
              <p:cNvSpPr/>
              <p:nvPr/>
            </p:nvSpPr>
            <p:spPr>
              <a:xfrm rot="-2146318">
                <a:off x="1909799" y="3785865"/>
                <a:ext cx="140753" cy="18002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4" name="Google Shape;1764;p26"/>
            <p:cNvGrpSpPr/>
            <p:nvPr/>
          </p:nvGrpSpPr>
          <p:grpSpPr>
            <a:xfrm rot="-5400000">
              <a:off x="4937661" y="4712794"/>
              <a:ext cx="190523" cy="1157019"/>
              <a:chOff x="1835696" y="2240868"/>
              <a:chExt cx="288032" cy="1749176"/>
            </a:xfrm>
          </p:grpSpPr>
          <p:sp>
            <p:nvSpPr>
              <p:cNvPr id="1765" name="Google Shape;1765;p26"/>
              <p:cNvSpPr/>
              <p:nvPr/>
            </p:nvSpPr>
            <p:spPr>
              <a:xfrm>
                <a:off x="2051720" y="2456892"/>
                <a:ext cx="72008" cy="1296144"/>
              </a:xfrm>
              <a:prstGeom prst="rect">
                <a:avLst/>
              </a:prstGeom>
              <a:solidFill>
                <a:srgbClr val="595959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66" name="Google Shape;1766;p26"/>
              <p:cNvCxnSpPr/>
              <p:nvPr/>
            </p:nvCxnSpPr>
            <p:spPr>
              <a:xfrm>
                <a:off x="1933422" y="23631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67" name="Google Shape;1767;p26"/>
              <p:cNvCxnSpPr/>
              <p:nvPr/>
            </p:nvCxnSpPr>
            <p:spPr>
              <a:xfrm>
                <a:off x="1933422" y="25155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68" name="Google Shape;1768;p26"/>
              <p:cNvCxnSpPr/>
              <p:nvPr/>
            </p:nvCxnSpPr>
            <p:spPr>
              <a:xfrm>
                <a:off x="1933422" y="26679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69" name="Google Shape;1769;p26"/>
              <p:cNvCxnSpPr/>
              <p:nvPr/>
            </p:nvCxnSpPr>
            <p:spPr>
              <a:xfrm>
                <a:off x="1933422" y="28203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70" name="Google Shape;1770;p26"/>
              <p:cNvCxnSpPr/>
              <p:nvPr/>
            </p:nvCxnSpPr>
            <p:spPr>
              <a:xfrm>
                <a:off x="1933422" y="29727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71" name="Google Shape;1771;p26"/>
              <p:cNvCxnSpPr/>
              <p:nvPr/>
            </p:nvCxnSpPr>
            <p:spPr>
              <a:xfrm>
                <a:off x="1933422" y="31251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72" name="Google Shape;1772;p26"/>
              <p:cNvCxnSpPr/>
              <p:nvPr/>
            </p:nvCxnSpPr>
            <p:spPr>
              <a:xfrm>
                <a:off x="1933422" y="32775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73" name="Google Shape;1773;p26"/>
              <p:cNvCxnSpPr/>
              <p:nvPr/>
            </p:nvCxnSpPr>
            <p:spPr>
              <a:xfrm>
                <a:off x="1933422" y="34299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74" name="Google Shape;1774;p26"/>
              <p:cNvCxnSpPr/>
              <p:nvPr/>
            </p:nvCxnSpPr>
            <p:spPr>
              <a:xfrm>
                <a:off x="1933422" y="35823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75" name="Google Shape;1775;p26"/>
              <p:cNvCxnSpPr/>
              <p:nvPr/>
            </p:nvCxnSpPr>
            <p:spPr>
              <a:xfrm>
                <a:off x="1943708" y="37347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776" name="Google Shape;1776;p26"/>
              <p:cNvSpPr/>
              <p:nvPr/>
            </p:nvSpPr>
            <p:spPr>
              <a:xfrm>
                <a:off x="1835696" y="2240868"/>
                <a:ext cx="180020" cy="18002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7" name="Google Shape;1777;p26"/>
              <p:cNvSpPr/>
              <p:nvPr/>
            </p:nvSpPr>
            <p:spPr>
              <a:xfrm rot="-2146318">
                <a:off x="1909799" y="3785865"/>
                <a:ext cx="140753" cy="18002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78" name="Google Shape;1778;p26"/>
            <p:cNvSpPr/>
            <p:nvPr/>
          </p:nvSpPr>
          <p:spPr>
            <a:xfrm rot="5400000">
              <a:off x="2463200" y="4434776"/>
              <a:ext cx="767950" cy="200795"/>
            </a:xfrm>
            <a:prstGeom prst="rect">
              <a:avLst/>
            </a:prstGeom>
            <a:gradFill>
              <a:gsLst>
                <a:gs pos="0">
                  <a:srgbClr val="C9C9C9"/>
                </a:gs>
                <a:gs pos="50000">
                  <a:srgbClr val="DCDCDC"/>
                </a:gs>
                <a:gs pos="100000">
                  <a:srgbClr val="EDEDED"/>
                </a:gs>
              </a:gsLst>
              <a:lin ang="1890000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9" name="Google Shape;1779;p26"/>
            <p:cNvSpPr/>
            <p:nvPr/>
          </p:nvSpPr>
          <p:spPr>
            <a:xfrm>
              <a:off x="2787297" y="4096344"/>
              <a:ext cx="108000" cy="108000"/>
            </a:xfrm>
            <a:prstGeom prst="flowChartConnector">
              <a:avLst/>
            </a:prstGeom>
            <a:solidFill>
              <a:srgbClr val="FF0000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26"/>
            <p:cNvSpPr/>
            <p:nvPr/>
          </p:nvSpPr>
          <p:spPr>
            <a:xfrm>
              <a:off x="2792336" y="4862262"/>
              <a:ext cx="108000" cy="108000"/>
            </a:xfrm>
            <a:prstGeom prst="flowChartConnector">
              <a:avLst/>
            </a:prstGeom>
            <a:solidFill>
              <a:srgbClr val="00B0F0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1" name="Google Shape;1781;p26"/>
            <p:cNvSpPr/>
            <p:nvPr/>
          </p:nvSpPr>
          <p:spPr>
            <a:xfrm>
              <a:off x="3636366" y="4083966"/>
              <a:ext cx="1717487" cy="21009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  <a:path w="120000" h="120000" fill="none" extrusionOk="0">
                  <a:moveTo>
                    <a:pt x="-10000" y="22500"/>
                  </a:moveTo>
                  <a:lnTo>
                    <a:pt x="-20000" y="22500"/>
                  </a:lnTo>
                  <a:lnTo>
                    <a:pt x="-45260" y="13445"/>
                  </a:lnTo>
                </a:path>
              </a:pathLst>
            </a:custGeom>
            <a:gradFill>
              <a:gsLst>
                <a:gs pos="0">
                  <a:srgbClr val="C9C9C9"/>
                </a:gs>
                <a:gs pos="50000">
                  <a:srgbClr val="DCDCDC"/>
                </a:gs>
                <a:gs pos="100000">
                  <a:srgbClr val="EDEDED"/>
                </a:gs>
              </a:gsLst>
              <a:lin ang="1890000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Massa desbalanceada</a:t>
              </a:r>
              <a:endParaRPr/>
            </a:p>
          </p:txBody>
        </p:sp>
        <p:sp>
          <p:nvSpPr>
            <p:cNvPr id="1782" name="Google Shape;1782;p26"/>
            <p:cNvSpPr/>
            <p:nvPr/>
          </p:nvSpPr>
          <p:spPr>
            <a:xfrm>
              <a:off x="2902276" y="5198856"/>
              <a:ext cx="1569940" cy="21009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  <a:path w="120000" h="120000" fill="none" extrusionOk="0">
                  <a:moveTo>
                    <a:pt x="-10000" y="22500"/>
                  </a:moveTo>
                  <a:lnTo>
                    <a:pt x="-20000" y="22500"/>
                  </a:lnTo>
                  <a:lnTo>
                    <a:pt x="-6924" y="-84485"/>
                  </a:lnTo>
                </a:path>
              </a:pathLst>
            </a:custGeom>
            <a:gradFill>
              <a:gsLst>
                <a:gs pos="0">
                  <a:srgbClr val="C9C9C9"/>
                </a:gs>
                <a:gs pos="50000">
                  <a:srgbClr val="DCDCDC"/>
                </a:gs>
                <a:gs pos="100000">
                  <a:srgbClr val="EDEDED"/>
                </a:gs>
              </a:gsLst>
              <a:lin ang="1890000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Massa restauradora</a:t>
              </a:r>
              <a:endParaRPr/>
            </a:p>
          </p:txBody>
        </p:sp>
      </p:grpSp>
      <p:grpSp>
        <p:nvGrpSpPr>
          <p:cNvPr id="1783" name="Google Shape;1783;p26"/>
          <p:cNvGrpSpPr/>
          <p:nvPr/>
        </p:nvGrpSpPr>
        <p:grpSpPr>
          <a:xfrm>
            <a:off x="407932" y="863906"/>
            <a:ext cx="4426099" cy="1537765"/>
            <a:chOff x="3897924" y="1045890"/>
            <a:chExt cx="4426099" cy="1537765"/>
          </a:xfrm>
        </p:grpSpPr>
        <p:pic>
          <p:nvPicPr>
            <p:cNvPr id="1784" name="Google Shape;1784;p26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126451" y="1514910"/>
              <a:ext cx="1944211" cy="4938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5" name="Google Shape;1785;p26"/>
            <p:cNvSpPr/>
            <p:nvPr/>
          </p:nvSpPr>
          <p:spPr>
            <a:xfrm flipH="1">
              <a:off x="3897924" y="1045890"/>
              <a:ext cx="912730" cy="36933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  <a:path w="120000" h="120000" fill="none" extrusionOk="0">
                  <a:moveTo>
                    <a:pt x="-10000" y="22500"/>
                  </a:moveTo>
                  <a:lnTo>
                    <a:pt x="-20000" y="22500"/>
                  </a:lnTo>
                  <a:lnTo>
                    <a:pt x="-49602" y="163387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0" i="0" u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Força centrífuga</a:t>
              </a:r>
              <a:endParaRPr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86" name="Google Shape;1786;p26"/>
            <p:cNvSpPr/>
            <p:nvPr/>
          </p:nvSpPr>
          <p:spPr>
            <a:xfrm>
              <a:off x="6695870" y="1045890"/>
              <a:ext cx="1228658" cy="36933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  <a:path w="120000" h="120000" fill="none" extrusionOk="0">
                  <a:moveTo>
                    <a:pt x="-10000" y="22500"/>
                  </a:moveTo>
                  <a:lnTo>
                    <a:pt x="-20000" y="22500"/>
                  </a:lnTo>
                  <a:lnTo>
                    <a:pt x="-46067" y="183578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0" i="0" u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Massa desbalanceada</a:t>
              </a:r>
              <a:endParaRPr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87" name="Google Shape;1787;p26"/>
            <p:cNvSpPr/>
            <p:nvPr/>
          </p:nvSpPr>
          <p:spPr>
            <a:xfrm flipH="1">
              <a:off x="4810654" y="2214323"/>
              <a:ext cx="733761" cy="36933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  <a:path w="120000" h="120000" fill="none" extrusionOk="0">
                  <a:moveTo>
                    <a:pt x="-10000" y="22500"/>
                  </a:moveTo>
                  <a:lnTo>
                    <a:pt x="-20000" y="22500"/>
                  </a:lnTo>
                  <a:lnTo>
                    <a:pt x="-151489" y="-5583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0" i="0" u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Raio da órbita</a:t>
              </a:r>
              <a:endParaRPr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88" name="Google Shape;1788;p26"/>
            <p:cNvSpPr/>
            <p:nvPr/>
          </p:nvSpPr>
          <p:spPr>
            <a:xfrm>
              <a:off x="7365554" y="2214323"/>
              <a:ext cx="958469" cy="36933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  <a:path w="120000" h="120000" fill="none" extrusionOk="0">
                  <a:moveTo>
                    <a:pt x="-10000" y="22500"/>
                  </a:moveTo>
                  <a:lnTo>
                    <a:pt x="-20000" y="22500"/>
                  </a:lnTo>
                  <a:lnTo>
                    <a:pt x="-67186" y="-6160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 b="0" i="0" u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Velocidade de rotação</a:t>
              </a:r>
              <a:endParaRPr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4">
          <a:extLst>
            <a:ext uri="{FF2B5EF4-FFF2-40B4-BE49-F238E27FC236}">
              <a16:creationId xmlns:a16="http://schemas.microsoft.com/office/drawing/2014/main" id="{6F37C0FF-AAB4-AF16-C442-D891F46D8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6" name="Google Shape;1656;p26">
            <a:extLst>
              <a:ext uri="{FF2B5EF4-FFF2-40B4-BE49-F238E27FC236}">
                <a16:creationId xmlns:a16="http://schemas.microsoft.com/office/drawing/2014/main" id="{CBE1C41F-A8DC-2718-7756-13226B36EB66}"/>
              </a:ext>
            </a:extLst>
          </p:cNvPr>
          <p:cNvGrpSpPr/>
          <p:nvPr/>
        </p:nvGrpSpPr>
        <p:grpSpPr>
          <a:xfrm>
            <a:off x="407932" y="3272010"/>
            <a:ext cx="4277495" cy="1346226"/>
            <a:chOff x="1359825" y="2313221"/>
            <a:chExt cx="4277495" cy="1346226"/>
          </a:xfrm>
        </p:grpSpPr>
        <p:sp>
          <p:nvSpPr>
            <p:cNvPr id="1657" name="Google Shape;1657;p26">
              <a:extLst>
                <a:ext uri="{FF2B5EF4-FFF2-40B4-BE49-F238E27FC236}">
                  <a16:creationId xmlns:a16="http://schemas.microsoft.com/office/drawing/2014/main" id="{8DF65799-5051-3824-FBB5-4F5002A78783}"/>
                </a:ext>
              </a:extLst>
            </p:cNvPr>
            <p:cNvSpPr/>
            <p:nvPr/>
          </p:nvSpPr>
          <p:spPr>
            <a:xfrm rot="5400000">
              <a:off x="1821332" y="2761253"/>
              <a:ext cx="157654" cy="5400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26">
              <a:extLst>
                <a:ext uri="{FF2B5EF4-FFF2-40B4-BE49-F238E27FC236}">
                  <a16:creationId xmlns:a16="http://schemas.microsoft.com/office/drawing/2014/main" id="{A372E29A-F0A5-D05D-2611-D124D9BEF450}"/>
                </a:ext>
              </a:extLst>
            </p:cNvPr>
            <p:cNvSpPr/>
            <p:nvPr/>
          </p:nvSpPr>
          <p:spPr>
            <a:xfrm>
              <a:off x="2077758" y="2952426"/>
              <a:ext cx="315215" cy="550814"/>
            </a:xfrm>
            <a:prstGeom prst="cube">
              <a:avLst>
                <a:gd name="adj" fmla="val 64039"/>
              </a:avLst>
            </a:prstGeom>
            <a:solidFill>
              <a:srgbClr val="7F7F7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26">
              <a:extLst>
                <a:ext uri="{FF2B5EF4-FFF2-40B4-BE49-F238E27FC236}">
                  <a16:creationId xmlns:a16="http://schemas.microsoft.com/office/drawing/2014/main" id="{3BA82BBD-E553-28C9-5777-D02CB677C515}"/>
                </a:ext>
              </a:extLst>
            </p:cNvPr>
            <p:cNvSpPr/>
            <p:nvPr/>
          </p:nvSpPr>
          <p:spPr>
            <a:xfrm>
              <a:off x="2077591" y="2723944"/>
              <a:ext cx="315215" cy="431291"/>
            </a:xfrm>
            <a:prstGeom prst="cube">
              <a:avLst>
                <a:gd name="adj" fmla="val 64039"/>
              </a:avLst>
            </a:prstGeom>
            <a:solidFill>
              <a:srgbClr val="7F7F7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1660;p26">
              <a:extLst>
                <a:ext uri="{FF2B5EF4-FFF2-40B4-BE49-F238E27FC236}">
                  <a16:creationId xmlns:a16="http://schemas.microsoft.com/office/drawing/2014/main" id="{2622FC7F-616E-BC9D-1C02-6A41699FCBAE}"/>
                </a:ext>
              </a:extLst>
            </p:cNvPr>
            <p:cNvSpPr/>
            <p:nvPr/>
          </p:nvSpPr>
          <p:spPr>
            <a:xfrm>
              <a:off x="2239725" y="2923253"/>
              <a:ext cx="146898" cy="216000"/>
            </a:xfrm>
            <a:prstGeom prst="ellipse">
              <a:avLst/>
            </a:prstGeom>
            <a:solidFill>
              <a:srgbClr val="3F3F3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1661;p26">
              <a:extLst>
                <a:ext uri="{FF2B5EF4-FFF2-40B4-BE49-F238E27FC236}">
                  <a16:creationId xmlns:a16="http://schemas.microsoft.com/office/drawing/2014/main" id="{3DA5BE80-5EAC-6FE8-EC92-01BD015F15F0}"/>
                </a:ext>
              </a:extLst>
            </p:cNvPr>
            <p:cNvSpPr/>
            <p:nvPr/>
          </p:nvSpPr>
          <p:spPr>
            <a:xfrm rot="5400000">
              <a:off x="2471058" y="2761253"/>
              <a:ext cx="157654" cy="5400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2" name="Google Shape;1662;p26">
              <a:extLst>
                <a:ext uri="{FF2B5EF4-FFF2-40B4-BE49-F238E27FC236}">
                  <a16:creationId xmlns:a16="http://schemas.microsoft.com/office/drawing/2014/main" id="{BABE4B38-4200-B20F-9810-953E87952ACD}"/>
                </a:ext>
              </a:extLst>
            </p:cNvPr>
            <p:cNvSpPr/>
            <p:nvPr/>
          </p:nvSpPr>
          <p:spPr>
            <a:xfrm rot="5400000">
              <a:off x="2499566" y="2849441"/>
              <a:ext cx="683901" cy="363625"/>
            </a:xfrm>
            <a:prstGeom prst="can">
              <a:avLst>
                <a:gd name="adj" fmla="val 50000"/>
              </a:avLst>
            </a:prstGeom>
            <a:gradFill>
              <a:gsLst>
                <a:gs pos="0">
                  <a:srgbClr val="C9C9C9"/>
                </a:gs>
                <a:gs pos="50000">
                  <a:srgbClr val="DCDCDC"/>
                </a:gs>
                <a:gs pos="100000">
                  <a:srgbClr val="EDEDED"/>
                </a:gs>
              </a:gsLst>
              <a:lin ang="1890000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3" name="Google Shape;1663;p26">
              <a:extLst>
                <a:ext uri="{FF2B5EF4-FFF2-40B4-BE49-F238E27FC236}">
                  <a16:creationId xmlns:a16="http://schemas.microsoft.com/office/drawing/2014/main" id="{A79B214C-1859-8AC0-335D-6C859FA5E5B1}"/>
                </a:ext>
              </a:extLst>
            </p:cNvPr>
            <p:cNvSpPr/>
            <p:nvPr/>
          </p:nvSpPr>
          <p:spPr>
            <a:xfrm rot="5400000">
              <a:off x="3925217" y="1933253"/>
              <a:ext cx="157654" cy="21960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4" name="Google Shape;1664;p26">
              <a:extLst>
                <a:ext uri="{FF2B5EF4-FFF2-40B4-BE49-F238E27FC236}">
                  <a16:creationId xmlns:a16="http://schemas.microsoft.com/office/drawing/2014/main" id="{5DA19973-48F9-2CF8-2260-6073C934561F}"/>
                </a:ext>
              </a:extLst>
            </p:cNvPr>
            <p:cNvSpPr/>
            <p:nvPr/>
          </p:nvSpPr>
          <p:spPr>
            <a:xfrm>
              <a:off x="4820486" y="2952426"/>
              <a:ext cx="315215" cy="550814"/>
            </a:xfrm>
            <a:prstGeom prst="cube">
              <a:avLst>
                <a:gd name="adj" fmla="val 64039"/>
              </a:avLst>
            </a:prstGeom>
            <a:solidFill>
              <a:srgbClr val="7F7F7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5" name="Google Shape;1665;p26">
              <a:extLst>
                <a:ext uri="{FF2B5EF4-FFF2-40B4-BE49-F238E27FC236}">
                  <a16:creationId xmlns:a16="http://schemas.microsoft.com/office/drawing/2014/main" id="{6560AAD1-95EC-D59E-8042-92F3661F557E}"/>
                </a:ext>
              </a:extLst>
            </p:cNvPr>
            <p:cNvSpPr/>
            <p:nvPr/>
          </p:nvSpPr>
          <p:spPr>
            <a:xfrm>
              <a:off x="4820319" y="2723944"/>
              <a:ext cx="315215" cy="431291"/>
            </a:xfrm>
            <a:prstGeom prst="cube">
              <a:avLst>
                <a:gd name="adj" fmla="val 64039"/>
              </a:avLst>
            </a:prstGeom>
            <a:solidFill>
              <a:srgbClr val="7F7F7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6" name="Google Shape;1666;p26">
              <a:extLst>
                <a:ext uri="{FF2B5EF4-FFF2-40B4-BE49-F238E27FC236}">
                  <a16:creationId xmlns:a16="http://schemas.microsoft.com/office/drawing/2014/main" id="{570317CC-7915-3005-C71C-6C0D76F36715}"/>
                </a:ext>
              </a:extLst>
            </p:cNvPr>
            <p:cNvSpPr/>
            <p:nvPr/>
          </p:nvSpPr>
          <p:spPr>
            <a:xfrm>
              <a:off x="4982453" y="2923253"/>
              <a:ext cx="146898" cy="216000"/>
            </a:xfrm>
            <a:prstGeom prst="ellipse">
              <a:avLst/>
            </a:prstGeom>
            <a:solidFill>
              <a:srgbClr val="3F3F3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7" name="Google Shape;1667;p26">
              <a:extLst>
                <a:ext uri="{FF2B5EF4-FFF2-40B4-BE49-F238E27FC236}">
                  <a16:creationId xmlns:a16="http://schemas.microsoft.com/office/drawing/2014/main" id="{1D1852EA-E203-320F-9E38-E3FD0306E082}"/>
                </a:ext>
              </a:extLst>
            </p:cNvPr>
            <p:cNvSpPr/>
            <p:nvPr/>
          </p:nvSpPr>
          <p:spPr>
            <a:xfrm rot="5400000">
              <a:off x="5102280" y="2869253"/>
              <a:ext cx="157654" cy="3240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68" name="Google Shape;1668;p26">
              <a:extLst>
                <a:ext uri="{FF2B5EF4-FFF2-40B4-BE49-F238E27FC236}">
                  <a16:creationId xmlns:a16="http://schemas.microsoft.com/office/drawing/2014/main" id="{06F3F962-A40C-14B7-8A0A-357E4F931ED5}"/>
                </a:ext>
              </a:extLst>
            </p:cNvPr>
            <p:cNvCxnSpPr/>
            <p:nvPr/>
          </p:nvCxnSpPr>
          <p:spPr>
            <a:xfrm rot="10800000">
              <a:off x="1665320" y="2313221"/>
              <a:ext cx="0" cy="972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669" name="Google Shape;1669;p26">
              <a:extLst>
                <a:ext uri="{FF2B5EF4-FFF2-40B4-BE49-F238E27FC236}">
                  <a16:creationId xmlns:a16="http://schemas.microsoft.com/office/drawing/2014/main" id="{A17348D7-3344-916B-3AF7-63AE2CB31585}"/>
                </a:ext>
              </a:extLst>
            </p:cNvPr>
            <p:cNvCxnSpPr/>
            <p:nvPr/>
          </p:nvCxnSpPr>
          <p:spPr>
            <a:xfrm rot="10800000">
              <a:off x="1420900" y="3034558"/>
              <a:ext cx="421642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1672" name="Google Shape;1672;p26">
              <a:extLst>
                <a:ext uri="{FF2B5EF4-FFF2-40B4-BE49-F238E27FC236}">
                  <a16:creationId xmlns:a16="http://schemas.microsoft.com/office/drawing/2014/main" id="{29D0176A-D222-7F69-AB7F-3EC4DFBAB9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2584" y="2559331"/>
              <a:ext cx="720000" cy="720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med" len="med"/>
            </a:ln>
          </p:spPr>
        </p:cxnSp>
        <p:sp>
          <p:nvSpPr>
            <p:cNvPr id="1673" name="Google Shape;1673;p26">
              <a:extLst>
                <a:ext uri="{FF2B5EF4-FFF2-40B4-BE49-F238E27FC236}">
                  <a16:creationId xmlns:a16="http://schemas.microsoft.com/office/drawing/2014/main" id="{D85C7F3F-9BA7-A156-8F97-69D6DC120ABE}"/>
                </a:ext>
              </a:extLst>
            </p:cNvPr>
            <p:cNvSpPr/>
            <p:nvPr/>
          </p:nvSpPr>
          <p:spPr>
            <a:xfrm>
              <a:off x="4287350" y="2717768"/>
              <a:ext cx="288000" cy="612000"/>
            </a:xfrm>
            <a:prstGeom prst="arc">
              <a:avLst>
                <a:gd name="adj1" fmla="val 2693242"/>
                <a:gd name="adj2" fmla="val 18043605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none" w="sm" len="sm"/>
            </a:ln>
            <a:effectLst>
              <a:outerShdw blurRad="50800" dist="38100" algn="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26">
              <a:extLst>
                <a:ext uri="{FF2B5EF4-FFF2-40B4-BE49-F238E27FC236}">
                  <a16:creationId xmlns:a16="http://schemas.microsoft.com/office/drawing/2014/main" id="{FC7CFF9F-334A-00B2-4205-4DADDA007E6B}"/>
                </a:ext>
              </a:extLst>
            </p:cNvPr>
            <p:cNvSpPr txBox="1"/>
            <p:nvPr/>
          </p:nvSpPr>
          <p:spPr>
            <a:xfrm>
              <a:off x="4463654" y="2533102"/>
              <a:ext cx="394659" cy="36933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75" name="Google Shape;1675;p26">
              <a:extLst>
                <a:ext uri="{FF2B5EF4-FFF2-40B4-BE49-F238E27FC236}">
                  <a16:creationId xmlns:a16="http://schemas.microsoft.com/office/drawing/2014/main" id="{F346B0EA-82F1-8475-322C-AF6F899EDC45}"/>
                </a:ext>
              </a:extLst>
            </p:cNvPr>
            <p:cNvSpPr txBox="1"/>
            <p:nvPr/>
          </p:nvSpPr>
          <p:spPr>
            <a:xfrm>
              <a:off x="2942164" y="2580281"/>
              <a:ext cx="410690" cy="27699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76" name="Google Shape;1676;p26">
              <a:extLst>
                <a:ext uri="{FF2B5EF4-FFF2-40B4-BE49-F238E27FC236}">
                  <a16:creationId xmlns:a16="http://schemas.microsoft.com/office/drawing/2014/main" id="{B293DB2C-2B7E-F72C-C623-BB71917CDE7F}"/>
                </a:ext>
              </a:extLst>
            </p:cNvPr>
            <p:cNvSpPr txBox="1"/>
            <p:nvPr/>
          </p:nvSpPr>
          <p:spPr>
            <a:xfrm>
              <a:off x="1703596" y="3382448"/>
              <a:ext cx="405880" cy="27699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77" name="Google Shape;1677;p26">
              <a:extLst>
                <a:ext uri="{FF2B5EF4-FFF2-40B4-BE49-F238E27FC236}">
                  <a16:creationId xmlns:a16="http://schemas.microsoft.com/office/drawing/2014/main" id="{B732BC0D-0569-5BF8-A421-5124BC4AC411}"/>
                </a:ext>
              </a:extLst>
            </p:cNvPr>
            <p:cNvSpPr txBox="1"/>
            <p:nvPr/>
          </p:nvSpPr>
          <p:spPr>
            <a:xfrm>
              <a:off x="4443936" y="3373101"/>
              <a:ext cx="405880" cy="27699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1685" name="Google Shape;1685;p26">
              <a:extLst>
                <a:ext uri="{FF2B5EF4-FFF2-40B4-BE49-F238E27FC236}">
                  <a16:creationId xmlns:a16="http://schemas.microsoft.com/office/drawing/2014/main" id="{ED39D0A0-B648-01C9-3B63-366328B20AD3}"/>
                </a:ext>
              </a:extLst>
            </p:cNvPr>
            <p:cNvSpPr txBox="1"/>
            <p:nvPr/>
          </p:nvSpPr>
          <p:spPr>
            <a:xfrm>
              <a:off x="1359825" y="2782152"/>
              <a:ext cx="327910" cy="27699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688" name="Google Shape;1688;p26">
            <a:extLst>
              <a:ext uri="{FF2B5EF4-FFF2-40B4-BE49-F238E27FC236}">
                <a16:creationId xmlns:a16="http://schemas.microsoft.com/office/drawing/2014/main" id="{1A0F8810-CA58-7A8D-C9B8-855ECBFD45CE}"/>
              </a:ext>
            </a:extLst>
          </p:cNvPr>
          <p:cNvGrpSpPr/>
          <p:nvPr/>
        </p:nvGrpSpPr>
        <p:grpSpPr>
          <a:xfrm>
            <a:off x="553869" y="4843763"/>
            <a:ext cx="4105670" cy="1235366"/>
            <a:chOff x="1505762" y="4151199"/>
            <a:chExt cx="4105670" cy="1235366"/>
          </a:xfrm>
        </p:grpSpPr>
        <p:sp>
          <p:nvSpPr>
            <p:cNvPr id="1689" name="Google Shape;1689;p26">
              <a:extLst>
                <a:ext uri="{FF2B5EF4-FFF2-40B4-BE49-F238E27FC236}">
                  <a16:creationId xmlns:a16="http://schemas.microsoft.com/office/drawing/2014/main" id="{45D1862E-0DF7-C99E-47D9-7FF7C6F62B53}"/>
                </a:ext>
              </a:extLst>
            </p:cNvPr>
            <p:cNvSpPr/>
            <p:nvPr/>
          </p:nvSpPr>
          <p:spPr>
            <a:xfrm rot="5400000">
              <a:off x="3425385" y="2696280"/>
              <a:ext cx="157654" cy="3677787"/>
            </a:xfrm>
            <a:prstGeom prst="rect">
              <a:avLst/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90" name="Google Shape;1690;p26">
              <a:extLst>
                <a:ext uri="{FF2B5EF4-FFF2-40B4-BE49-F238E27FC236}">
                  <a16:creationId xmlns:a16="http://schemas.microsoft.com/office/drawing/2014/main" id="{BA7FC1F2-2431-5E06-2048-00F4CE6CEFDD}"/>
                </a:ext>
              </a:extLst>
            </p:cNvPr>
            <p:cNvGrpSpPr/>
            <p:nvPr/>
          </p:nvGrpSpPr>
          <p:grpSpPr>
            <a:xfrm rot="-5400000">
              <a:off x="1782618" y="4756699"/>
              <a:ext cx="568400" cy="283001"/>
              <a:chOff x="2876246" y="5420791"/>
              <a:chExt cx="1187312" cy="573570"/>
            </a:xfrm>
          </p:grpSpPr>
          <p:grpSp>
            <p:nvGrpSpPr>
              <p:cNvPr id="1691" name="Google Shape;1691;p26">
                <a:extLst>
                  <a:ext uri="{FF2B5EF4-FFF2-40B4-BE49-F238E27FC236}">
                    <a16:creationId xmlns:a16="http://schemas.microsoft.com/office/drawing/2014/main" id="{34176E42-218F-24AC-A299-C544FB34D1D0}"/>
                  </a:ext>
                </a:extLst>
              </p:cNvPr>
              <p:cNvGrpSpPr/>
              <p:nvPr/>
            </p:nvGrpSpPr>
            <p:grpSpPr>
              <a:xfrm rot="10800000" flipH="1">
                <a:off x="3031610" y="5759005"/>
                <a:ext cx="911299" cy="235356"/>
                <a:chOff x="406024" y="5316991"/>
                <a:chExt cx="2584826" cy="426584"/>
              </a:xfrm>
            </p:grpSpPr>
            <p:sp>
              <p:nvSpPr>
                <p:cNvPr id="1692" name="Google Shape;1692;p26">
                  <a:extLst>
                    <a:ext uri="{FF2B5EF4-FFF2-40B4-BE49-F238E27FC236}">
                      <a16:creationId xmlns:a16="http://schemas.microsoft.com/office/drawing/2014/main" id="{778A0E71-A224-9BDE-79D3-7AC16ACDD711}"/>
                    </a:ext>
                  </a:extLst>
                </p:cNvPr>
                <p:cNvSpPr/>
                <p:nvPr/>
              </p:nvSpPr>
              <p:spPr>
                <a:xfrm>
                  <a:off x="1511633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3" name="Google Shape;1693;p26">
                  <a:extLst>
                    <a:ext uri="{FF2B5EF4-FFF2-40B4-BE49-F238E27FC236}">
                      <a16:creationId xmlns:a16="http://schemas.microsoft.com/office/drawing/2014/main" id="{A3070840-C24F-8924-87AA-F53AFC4CE33B}"/>
                    </a:ext>
                  </a:extLst>
                </p:cNvPr>
                <p:cNvSpPr/>
                <p:nvPr/>
              </p:nvSpPr>
              <p:spPr>
                <a:xfrm>
                  <a:off x="1511634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4" name="Google Shape;1694;p26">
                  <a:extLst>
                    <a:ext uri="{FF2B5EF4-FFF2-40B4-BE49-F238E27FC236}">
                      <a16:creationId xmlns:a16="http://schemas.microsoft.com/office/drawing/2014/main" id="{85267606-547A-ECFE-2A84-41EC93275FE2}"/>
                    </a:ext>
                  </a:extLst>
                </p:cNvPr>
                <p:cNvSpPr/>
                <p:nvPr/>
              </p:nvSpPr>
              <p:spPr>
                <a:xfrm>
                  <a:off x="1271989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5" name="Google Shape;1695;p26">
                  <a:extLst>
                    <a:ext uri="{FF2B5EF4-FFF2-40B4-BE49-F238E27FC236}">
                      <a16:creationId xmlns:a16="http://schemas.microsoft.com/office/drawing/2014/main" id="{DE2F7861-861E-FA19-A9BB-BD30D45887D8}"/>
                    </a:ext>
                  </a:extLst>
                </p:cNvPr>
                <p:cNvSpPr/>
                <p:nvPr/>
              </p:nvSpPr>
              <p:spPr>
                <a:xfrm>
                  <a:off x="1271990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6" name="Google Shape;1696;p26">
                  <a:extLst>
                    <a:ext uri="{FF2B5EF4-FFF2-40B4-BE49-F238E27FC236}">
                      <a16:creationId xmlns:a16="http://schemas.microsoft.com/office/drawing/2014/main" id="{27BF3BAA-9532-E786-D1DC-3E147513FD80}"/>
                    </a:ext>
                  </a:extLst>
                </p:cNvPr>
                <p:cNvSpPr/>
                <p:nvPr/>
              </p:nvSpPr>
              <p:spPr>
                <a:xfrm>
                  <a:off x="1032346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7" name="Google Shape;1697;p26">
                  <a:extLst>
                    <a:ext uri="{FF2B5EF4-FFF2-40B4-BE49-F238E27FC236}">
                      <a16:creationId xmlns:a16="http://schemas.microsoft.com/office/drawing/2014/main" id="{474F1418-56D0-B26A-EAD5-F5B2CACE9838}"/>
                    </a:ext>
                  </a:extLst>
                </p:cNvPr>
                <p:cNvSpPr/>
                <p:nvPr/>
              </p:nvSpPr>
              <p:spPr>
                <a:xfrm>
                  <a:off x="1032347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8" name="Google Shape;1698;p26">
                  <a:extLst>
                    <a:ext uri="{FF2B5EF4-FFF2-40B4-BE49-F238E27FC236}">
                      <a16:creationId xmlns:a16="http://schemas.microsoft.com/office/drawing/2014/main" id="{3390D286-E00C-371F-4C63-55D03AB21A40}"/>
                    </a:ext>
                  </a:extLst>
                </p:cNvPr>
                <p:cNvSpPr/>
                <p:nvPr/>
              </p:nvSpPr>
              <p:spPr>
                <a:xfrm>
                  <a:off x="792703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9" name="Google Shape;1699;p26">
                  <a:extLst>
                    <a:ext uri="{FF2B5EF4-FFF2-40B4-BE49-F238E27FC236}">
                      <a16:creationId xmlns:a16="http://schemas.microsoft.com/office/drawing/2014/main" id="{9CFDEB93-1958-41DC-8603-EC3C4B30AE5D}"/>
                    </a:ext>
                  </a:extLst>
                </p:cNvPr>
                <p:cNvSpPr/>
                <p:nvPr/>
              </p:nvSpPr>
              <p:spPr>
                <a:xfrm>
                  <a:off x="792704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0" name="Google Shape;1700;p26">
                  <a:extLst>
                    <a:ext uri="{FF2B5EF4-FFF2-40B4-BE49-F238E27FC236}">
                      <a16:creationId xmlns:a16="http://schemas.microsoft.com/office/drawing/2014/main" id="{DB5D7B46-9707-6F89-CBFC-1A95FA3312B2}"/>
                    </a:ext>
                  </a:extLst>
                </p:cNvPr>
                <p:cNvSpPr/>
                <p:nvPr/>
              </p:nvSpPr>
              <p:spPr>
                <a:xfrm>
                  <a:off x="1751276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1" name="Google Shape;1701;p26">
                  <a:extLst>
                    <a:ext uri="{FF2B5EF4-FFF2-40B4-BE49-F238E27FC236}">
                      <a16:creationId xmlns:a16="http://schemas.microsoft.com/office/drawing/2014/main" id="{C902C63A-E703-4F5B-91D6-F5DAD8A8124F}"/>
                    </a:ext>
                  </a:extLst>
                </p:cNvPr>
                <p:cNvSpPr/>
                <p:nvPr/>
              </p:nvSpPr>
              <p:spPr>
                <a:xfrm>
                  <a:off x="1751277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2" name="Google Shape;1702;p26">
                  <a:extLst>
                    <a:ext uri="{FF2B5EF4-FFF2-40B4-BE49-F238E27FC236}">
                      <a16:creationId xmlns:a16="http://schemas.microsoft.com/office/drawing/2014/main" id="{55958636-BB8A-BEEC-BE24-49602832FB87}"/>
                    </a:ext>
                  </a:extLst>
                </p:cNvPr>
                <p:cNvSpPr/>
                <p:nvPr/>
              </p:nvSpPr>
              <p:spPr>
                <a:xfrm>
                  <a:off x="2186009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3" name="Google Shape;1703;p26">
                  <a:extLst>
                    <a:ext uri="{FF2B5EF4-FFF2-40B4-BE49-F238E27FC236}">
                      <a16:creationId xmlns:a16="http://schemas.microsoft.com/office/drawing/2014/main" id="{1A007C9C-4DB7-6F8C-FFDE-0BEEDE7B9930}"/>
                    </a:ext>
                  </a:extLst>
                </p:cNvPr>
                <p:cNvSpPr/>
                <p:nvPr/>
              </p:nvSpPr>
              <p:spPr>
                <a:xfrm>
                  <a:off x="2186010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4" name="Google Shape;1704;p26">
                  <a:extLst>
                    <a:ext uri="{FF2B5EF4-FFF2-40B4-BE49-F238E27FC236}">
                      <a16:creationId xmlns:a16="http://schemas.microsoft.com/office/drawing/2014/main" id="{B423FA1A-E92C-A3C7-DCD7-3D41273ED34E}"/>
                    </a:ext>
                  </a:extLst>
                </p:cNvPr>
                <p:cNvSpPr/>
                <p:nvPr/>
              </p:nvSpPr>
              <p:spPr>
                <a:xfrm>
                  <a:off x="1946365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5" name="Google Shape;1705;p26">
                  <a:extLst>
                    <a:ext uri="{FF2B5EF4-FFF2-40B4-BE49-F238E27FC236}">
                      <a16:creationId xmlns:a16="http://schemas.microsoft.com/office/drawing/2014/main" id="{47D12527-B105-D1F7-9D2A-28C887F7527B}"/>
                    </a:ext>
                  </a:extLst>
                </p:cNvPr>
                <p:cNvSpPr/>
                <p:nvPr/>
              </p:nvSpPr>
              <p:spPr>
                <a:xfrm>
                  <a:off x="1946366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6" name="Google Shape;1706;p26">
                  <a:extLst>
                    <a:ext uri="{FF2B5EF4-FFF2-40B4-BE49-F238E27FC236}">
                      <a16:creationId xmlns:a16="http://schemas.microsoft.com/office/drawing/2014/main" id="{661FBDF7-E95C-A11A-F861-C5A25AA0DBCD}"/>
                    </a:ext>
                  </a:extLst>
                </p:cNvPr>
                <p:cNvSpPr/>
                <p:nvPr/>
              </p:nvSpPr>
              <p:spPr>
                <a:xfrm>
                  <a:off x="553061" y="5316991"/>
                  <a:ext cx="804840" cy="426584"/>
                </a:xfrm>
                <a:prstGeom prst="arc">
                  <a:avLst>
                    <a:gd name="adj1" fmla="val 10679173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7" name="Google Shape;1707;p26">
                  <a:extLst>
                    <a:ext uri="{FF2B5EF4-FFF2-40B4-BE49-F238E27FC236}">
                      <a16:creationId xmlns:a16="http://schemas.microsoft.com/office/drawing/2014/main" id="{5ED368C9-AFC5-14B4-3397-13CFD49FA2BA}"/>
                    </a:ext>
                  </a:extLst>
                </p:cNvPr>
                <p:cNvSpPr/>
                <p:nvPr/>
              </p:nvSpPr>
              <p:spPr>
                <a:xfrm>
                  <a:off x="2416609" y="5316991"/>
                  <a:ext cx="339118" cy="426584"/>
                </a:xfrm>
                <a:prstGeom prst="arc">
                  <a:avLst>
                    <a:gd name="adj1" fmla="val 16111471"/>
                    <a:gd name="adj2" fmla="val 21589035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708" name="Google Shape;1708;p26">
                  <a:extLst>
                    <a:ext uri="{FF2B5EF4-FFF2-40B4-BE49-F238E27FC236}">
                      <a16:creationId xmlns:a16="http://schemas.microsoft.com/office/drawing/2014/main" id="{ADD5CB0F-012B-F289-7341-22F00BC43456}"/>
                    </a:ext>
                  </a:extLst>
                </p:cNvPr>
                <p:cNvCxnSpPr/>
                <p:nvPr/>
              </p:nvCxnSpPr>
              <p:spPr>
                <a:xfrm>
                  <a:off x="2733178" y="5518319"/>
                  <a:ext cx="170894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709" name="Google Shape;1709;p26">
                  <a:extLst>
                    <a:ext uri="{FF2B5EF4-FFF2-40B4-BE49-F238E27FC236}">
                      <a16:creationId xmlns:a16="http://schemas.microsoft.com/office/drawing/2014/main" id="{830D449C-C8B9-77DE-40D9-43B21683EA6F}"/>
                    </a:ext>
                  </a:extLst>
                </p:cNvPr>
                <p:cNvCxnSpPr/>
                <p:nvPr/>
              </p:nvCxnSpPr>
              <p:spPr>
                <a:xfrm>
                  <a:off x="406024" y="5518319"/>
                  <a:ext cx="170894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710" name="Google Shape;1710;p26">
                <a:extLst>
                  <a:ext uri="{FF2B5EF4-FFF2-40B4-BE49-F238E27FC236}">
                    <a16:creationId xmlns:a16="http://schemas.microsoft.com/office/drawing/2014/main" id="{DBAA97D4-106A-8CE3-63C3-38ECEA8E86CF}"/>
                  </a:ext>
                </a:extLst>
              </p:cNvPr>
              <p:cNvGrpSpPr/>
              <p:nvPr/>
            </p:nvGrpSpPr>
            <p:grpSpPr>
              <a:xfrm>
                <a:off x="3015484" y="5420791"/>
                <a:ext cx="900000" cy="252000"/>
                <a:chOff x="2068305" y="3596907"/>
                <a:chExt cx="1544362" cy="324036"/>
              </a:xfrm>
            </p:grpSpPr>
            <p:cxnSp>
              <p:nvCxnSpPr>
                <p:cNvPr id="1711" name="Google Shape;1711;p26">
                  <a:extLst>
                    <a:ext uri="{FF2B5EF4-FFF2-40B4-BE49-F238E27FC236}">
                      <a16:creationId xmlns:a16="http://schemas.microsoft.com/office/drawing/2014/main" id="{F0ACFDDA-D2ED-D8D4-B83A-D28716D37C6C}"/>
                    </a:ext>
                  </a:extLst>
                </p:cNvPr>
                <p:cNvCxnSpPr/>
                <p:nvPr/>
              </p:nvCxnSpPr>
              <p:spPr>
                <a:xfrm>
                  <a:off x="2068305" y="3758925"/>
                  <a:ext cx="501061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  <p:sp>
              <p:nvSpPr>
                <p:cNvPr id="1712" name="Google Shape;1712;p26">
                  <a:extLst>
                    <a:ext uri="{FF2B5EF4-FFF2-40B4-BE49-F238E27FC236}">
                      <a16:creationId xmlns:a16="http://schemas.microsoft.com/office/drawing/2014/main" id="{F4C551F9-B662-A888-A325-A0D6080142D6}"/>
                    </a:ext>
                  </a:extLst>
                </p:cNvPr>
                <p:cNvSpPr/>
                <p:nvPr/>
              </p:nvSpPr>
              <p:spPr>
                <a:xfrm>
                  <a:off x="2497358" y="3686917"/>
                  <a:ext cx="216024" cy="14401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3" name="Google Shape;1713;p26">
                  <a:extLst>
                    <a:ext uri="{FF2B5EF4-FFF2-40B4-BE49-F238E27FC236}">
                      <a16:creationId xmlns:a16="http://schemas.microsoft.com/office/drawing/2014/main" id="{653B6A82-3C16-6F9A-D170-E3F6AC06D6B3}"/>
                    </a:ext>
                  </a:extLst>
                </p:cNvPr>
                <p:cNvSpPr/>
                <p:nvPr/>
              </p:nvSpPr>
              <p:spPr>
                <a:xfrm>
                  <a:off x="2605370" y="3596907"/>
                  <a:ext cx="396044" cy="32403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4" name="Google Shape;1714;p26">
                  <a:extLst>
                    <a:ext uri="{FF2B5EF4-FFF2-40B4-BE49-F238E27FC236}">
                      <a16:creationId xmlns:a16="http://schemas.microsoft.com/office/drawing/2014/main" id="{D6579AEE-26D6-B1F6-A672-4170080416C4}"/>
                    </a:ext>
                  </a:extLst>
                </p:cNvPr>
                <p:cNvSpPr/>
                <p:nvPr/>
              </p:nvSpPr>
              <p:spPr>
                <a:xfrm>
                  <a:off x="2929406" y="3686917"/>
                  <a:ext cx="216024" cy="14401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715" name="Google Shape;1715;p26">
                  <a:extLst>
                    <a:ext uri="{FF2B5EF4-FFF2-40B4-BE49-F238E27FC236}">
                      <a16:creationId xmlns:a16="http://schemas.microsoft.com/office/drawing/2014/main" id="{4D1E2E4A-5960-1547-BED1-3C64CD71080F}"/>
                    </a:ext>
                  </a:extLst>
                </p:cNvPr>
                <p:cNvCxnSpPr/>
                <p:nvPr/>
              </p:nvCxnSpPr>
              <p:spPr>
                <a:xfrm>
                  <a:off x="3109425" y="3749400"/>
                  <a:ext cx="503242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</p:grpSp>
          <p:cxnSp>
            <p:nvCxnSpPr>
              <p:cNvPr id="1716" name="Google Shape;1716;p26">
                <a:extLst>
                  <a:ext uri="{FF2B5EF4-FFF2-40B4-BE49-F238E27FC236}">
                    <a16:creationId xmlns:a16="http://schemas.microsoft.com/office/drawing/2014/main" id="{F917A042-85CF-A052-421C-C1BF5F4E348B}"/>
                  </a:ext>
                </a:extLst>
              </p:cNvPr>
              <p:cNvCxnSpPr/>
              <p:nvPr/>
            </p:nvCxnSpPr>
            <p:spPr>
              <a:xfrm>
                <a:off x="3026848" y="5544621"/>
                <a:ext cx="0" cy="34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717" name="Google Shape;1717;p26">
                <a:extLst>
                  <a:ext uri="{FF2B5EF4-FFF2-40B4-BE49-F238E27FC236}">
                    <a16:creationId xmlns:a16="http://schemas.microsoft.com/office/drawing/2014/main" id="{2F7575F9-5B61-C824-F61D-6548B8FD4566}"/>
                  </a:ext>
                </a:extLst>
              </p:cNvPr>
              <p:cNvCxnSpPr/>
              <p:nvPr/>
            </p:nvCxnSpPr>
            <p:spPr>
              <a:xfrm>
                <a:off x="3919558" y="5534051"/>
                <a:ext cx="0" cy="360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718" name="Google Shape;1718;p26">
                <a:extLst>
                  <a:ext uri="{FF2B5EF4-FFF2-40B4-BE49-F238E27FC236}">
                    <a16:creationId xmlns:a16="http://schemas.microsoft.com/office/drawing/2014/main" id="{5F4423E7-70B2-8491-8FE8-9FFB3C33BFAC}"/>
                  </a:ext>
                </a:extLst>
              </p:cNvPr>
              <p:cNvCxnSpPr/>
              <p:nvPr/>
            </p:nvCxnSpPr>
            <p:spPr>
              <a:xfrm>
                <a:off x="2876246" y="5710900"/>
                <a:ext cx="144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719" name="Google Shape;1719;p26">
                <a:extLst>
                  <a:ext uri="{FF2B5EF4-FFF2-40B4-BE49-F238E27FC236}">
                    <a16:creationId xmlns:a16="http://schemas.microsoft.com/office/drawing/2014/main" id="{D80F72FF-481E-7CE9-AB49-63DD4FE993B8}"/>
                  </a:ext>
                </a:extLst>
              </p:cNvPr>
              <p:cNvCxnSpPr/>
              <p:nvPr/>
            </p:nvCxnSpPr>
            <p:spPr>
              <a:xfrm>
                <a:off x="3919558" y="5710900"/>
                <a:ext cx="144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</p:grpSp>
        <p:grpSp>
          <p:nvGrpSpPr>
            <p:cNvPr id="1720" name="Google Shape;1720;p26">
              <a:extLst>
                <a:ext uri="{FF2B5EF4-FFF2-40B4-BE49-F238E27FC236}">
                  <a16:creationId xmlns:a16="http://schemas.microsoft.com/office/drawing/2014/main" id="{AF4FEC97-311E-0680-7F2C-942DF8932656}"/>
                </a:ext>
              </a:extLst>
            </p:cNvPr>
            <p:cNvGrpSpPr/>
            <p:nvPr/>
          </p:nvGrpSpPr>
          <p:grpSpPr>
            <a:xfrm rot="-5400000">
              <a:off x="4734907" y="4765291"/>
              <a:ext cx="568400" cy="283001"/>
              <a:chOff x="2876246" y="5420791"/>
              <a:chExt cx="1187312" cy="573570"/>
            </a:xfrm>
          </p:grpSpPr>
          <p:grpSp>
            <p:nvGrpSpPr>
              <p:cNvPr id="1721" name="Google Shape;1721;p26">
                <a:extLst>
                  <a:ext uri="{FF2B5EF4-FFF2-40B4-BE49-F238E27FC236}">
                    <a16:creationId xmlns:a16="http://schemas.microsoft.com/office/drawing/2014/main" id="{ACAAD364-1CAE-2872-3B39-053BE0109C4F}"/>
                  </a:ext>
                </a:extLst>
              </p:cNvPr>
              <p:cNvGrpSpPr/>
              <p:nvPr/>
            </p:nvGrpSpPr>
            <p:grpSpPr>
              <a:xfrm rot="10800000" flipH="1">
                <a:off x="3031610" y="5759005"/>
                <a:ext cx="911299" cy="235356"/>
                <a:chOff x="406024" y="5316991"/>
                <a:chExt cx="2584826" cy="426584"/>
              </a:xfrm>
            </p:grpSpPr>
            <p:sp>
              <p:nvSpPr>
                <p:cNvPr id="1722" name="Google Shape;1722;p26">
                  <a:extLst>
                    <a:ext uri="{FF2B5EF4-FFF2-40B4-BE49-F238E27FC236}">
                      <a16:creationId xmlns:a16="http://schemas.microsoft.com/office/drawing/2014/main" id="{1F53C2BF-0B54-7C4B-27C3-18AFFFFAC340}"/>
                    </a:ext>
                  </a:extLst>
                </p:cNvPr>
                <p:cNvSpPr/>
                <p:nvPr/>
              </p:nvSpPr>
              <p:spPr>
                <a:xfrm>
                  <a:off x="1511633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3" name="Google Shape;1723;p26">
                  <a:extLst>
                    <a:ext uri="{FF2B5EF4-FFF2-40B4-BE49-F238E27FC236}">
                      <a16:creationId xmlns:a16="http://schemas.microsoft.com/office/drawing/2014/main" id="{E37D3675-87F3-9D40-E63B-0F0C625CFE85}"/>
                    </a:ext>
                  </a:extLst>
                </p:cNvPr>
                <p:cNvSpPr/>
                <p:nvPr/>
              </p:nvSpPr>
              <p:spPr>
                <a:xfrm>
                  <a:off x="1511634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4" name="Google Shape;1724;p26">
                  <a:extLst>
                    <a:ext uri="{FF2B5EF4-FFF2-40B4-BE49-F238E27FC236}">
                      <a16:creationId xmlns:a16="http://schemas.microsoft.com/office/drawing/2014/main" id="{41B7C165-D561-D6C4-7465-3AAE31D1847F}"/>
                    </a:ext>
                  </a:extLst>
                </p:cNvPr>
                <p:cNvSpPr/>
                <p:nvPr/>
              </p:nvSpPr>
              <p:spPr>
                <a:xfrm>
                  <a:off x="1271989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5" name="Google Shape;1725;p26">
                  <a:extLst>
                    <a:ext uri="{FF2B5EF4-FFF2-40B4-BE49-F238E27FC236}">
                      <a16:creationId xmlns:a16="http://schemas.microsoft.com/office/drawing/2014/main" id="{44509575-330B-0FD1-E71B-2B27608FDE56}"/>
                    </a:ext>
                  </a:extLst>
                </p:cNvPr>
                <p:cNvSpPr/>
                <p:nvPr/>
              </p:nvSpPr>
              <p:spPr>
                <a:xfrm>
                  <a:off x="1271990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6" name="Google Shape;1726;p26">
                  <a:extLst>
                    <a:ext uri="{FF2B5EF4-FFF2-40B4-BE49-F238E27FC236}">
                      <a16:creationId xmlns:a16="http://schemas.microsoft.com/office/drawing/2014/main" id="{0C63A73F-62E3-7C8E-A56D-D6065C911A6B}"/>
                    </a:ext>
                  </a:extLst>
                </p:cNvPr>
                <p:cNvSpPr/>
                <p:nvPr/>
              </p:nvSpPr>
              <p:spPr>
                <a:xfrm>
                  <a:off x="1032346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7" name="Google Shape;1727;p26">
                  <a:extLst>
                    <a:ext uri="{FF2B5EF4-FFF2-40B4-BE49-F238E27FC236}">
                      <a16:creationId xmlns:a16="http://schemas.microsoft.com/office/drawing/2014/main" id="{82DB2B64-1B4E-EDDF-5F34-2E93BDB92900}"/>
                    </a:ext>
                  </a:extLst>
                </p:cNvPr>
                <p:cNvSpPr/>
                <p:nvPr/>
              </p:nvSpPr>
              <p:spPr>
                <a:xfrm>
                  <a:off x="1032347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8" name="Google Shape;1728;p26">
                  <a:extLst>
                    <a:ext uri="{FF2B5EF4-FFF2-40B4-BE49-F238E27FC236}">
                      <a16:creationId xmlns:a16="http://schemas.microsoft.com/office/drawing/2014/main" id="{800B4060-FAC4-6964-C8FD-BA6B7EB15292}"/>
                    </a:ext>
                  </a:extLst>
                </p:cNvPr>
                <p:cNvSpPr/>
                <p:nvPr/>
              </p:nvSpPr>
              <p:spPr>
                <a:xfrm>
                  <a:off x="792703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9" name="Google Shape;1729;p26">
                  <a:extLst>
                    <a:ext uri="{FF2B5EF4-FFF2-40B4-BE49-F238E27FC236}">
                      <a16:creationId xmlns:a16="http://schemas.microsoft.com/office/drawing/2014/main" id="{6DDC29D0-D8D5-C616-87C0-0A5E19D53F1C}"/>
                    </a:ext>
                  </a:extLst>
                </p:cNvPr>
                <p:cNvSpPr/>
                <p:nvPr/>
              </p:nvSpPr>
              <p:spPr>
                <a:xfrm>
                  <a:off x="792704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0" name="Google Shape;1730;p26">
                  <a:extLst>
                    <a:ext uri="{FF2B5EF4-FFF2-40B4-BE49-F238E27FC236}">
                      <a16:creationId xmlns:a16="http://schemas.microsoft.com/office/drawing/2014/main" id="{8024AD5F-F133-07EB-786F-5B979ACAECFB}"/>
                    </a:ext>
                  </a:extLst>
                </p:cNvPr>
                <p:cNvSpPr/>
                <p:nvPr/>
              </p:nvSpPr>
              <p:spPr>
                <a:xfrm>
                  <a:off x="1751276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1" name="Google Shape;1731;p26">
                  <a:extLst>
                    <a:ext uri="{FF2B5EF4-FFF2-40B4-BE49-F238E27FC236}">
                      <a16:creationId xmlns:a16="http://schemas.microsoft.com/office/drawing/2014/main" id="{37903B4C-E60D-4ED1-8C84-A09F6BF653B0}"/>
                    </a:ext>
                  </a:extLst>
                </p:cNvPr>
                <p:cNvSpPr/>
                <p:nvPr/>
              </p:nvSpPr>
              <p:spPr>
                <a:xfrm>
                  <a:off x="1751277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2" name="Google Shape;1732;p26">
                  <a:extLst>
                    <a:ext uri="{FF2B5EF4-FFF2-40B4-BE49-F238E27FC236}">
                      <a16:creationId xmlns:a16="http://schemas.microsoft.com/office/drawing/2014/main" id="{D969D535-A00D-DAF0-F75B-044210DC0FE9}"/>
                    </a:ext>
                  </a:extLst>
                </p:cNvPr>
                <p:cNvSpPr/>
                <p:nvPr/>
              </p:nvSpPr>
              <p:spPr>
                <a:xfrm>
                  <a:off x="2186009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3" name="Google Shape;1733;p26">
                  <a:extLst>
                    <a:ext uri="{FF2B5EF4-FFF2-40B4-BE49-F238E27FC236}">
                      <a16:creationId xmlns:a16="http://schemas.microsoft.com/office/drawing/2014/main" id="{89ED8747-B4F9-402E-B27E-A1139B61A385}"/>
                    </a:ext>
                  </a:extLst>
                </p:cNvPr>
                <p:cNvSpPr/>
                <p:nvPr/>
              </p:nvSpPr>
              <p:spPr>
                <a:xfrm>
                  <a:off x="2186010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4" name="Google Shape;1734;p26">
                  <a:extLst>
                    <a:ext uri="{FF2B5EF4-FFF2-40B4-BE49-F238E27FC236}">
                      <a16:creationId xmlns:a16="http://schemas.microsoft.com/office/drawing/2014/main" id="{33C6C543-B2B6-60B9-D10C-287C3951EBFA}"/>
                    </a:ext>
                  </a:extLst>
                </p:cNvPr>
                <p:cNvSpPr/>
                <p:nvPr/>
              </p:nvSpPr>
              <p:spPr>
                <a:xfrm>
                  <a:off x="1946365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5" name="Google Shape;1735;p26">
                  <a:extLst>
                    <a:ext uri="{FF2B5EF4-FFF2-40B4-BE49-F238E27FC236}">
                      <a16:creationId xmlns:a16="http://schemas.microsoft.com/office/drawing/2014/main" id="{CDBA6CB8-1770-F376-8F61-C3BCE20F7A2C}"/>
                    </a:ext>
                  </a:extLst>
                </p:cNvPr>
                <p:cNvSpPr/>
                <p:nvPr/>
              </p:nvSpPr>
              <p:spPr>
                <a:xfrm>
                  <a:off x="1946366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6" name="Google Shape;1736;p26">
                  <a:extLst>
                    <a:ext uri="{FF2B5EF4-FFF2-40B4-BE49-F238E27FC236}">
                      <a16:creationId xmlns:a16="http://schemas.microsoft.com/office/drawing/2014/main" id="{B82FCA7E-04B3-437E-4375-61F56C0300EA}"/>
                    </a:ext>
                  </a:extLst>
                </p:cNvPr>
                <p:cNvSpPr/>
                <p:nvPr/>
              </p:nvSpPr>
              <p:spPr>
                <a:xfrm>
                  <a:off x="553061" y="5316991"/>
                  <a:ext cx="804840" cy="426584"/>
                </a:xfrm>
                <a:prstGeom prst="arc">
                  <a:avLst>
                    <a:gd name="adj1" fmla="val 10679173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7" name="Google Shape;1737;p26">
                  <a:extLst>
                    <a:ext uri="{FF2B5EF4-FFF2-40B4-BE49-F238E27FC236}">
                      <a16:creationId xmlns:a16="http://schemas.microsoft.com/office/drawing/2014/main" id="{699F8A33-86DA-961D-C74F-BC35CC57EA99}"/>
                    </a:ext>
                  </a:extLst>
                </p:cNvPr>
                <p:cNvSpPr/>
                <p:nvPr/>
              </p:nvSpPr>
              <p:spPr>
                <a:xfrm>
                  <a:off x="2416609" y="5316991"/>
                  <a:ext cx="339118" cy="426584"/>
                </a:xfrm>
                <a:prstGeom prst="arc">
                  <a:avLst>
                    <a:gd name="adj1" fmla="val 16111471"/>
                    <a:gd name="adj2" fmla="val 21589035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738" name="Google Shape;1738;p26">
                  <a:extLst>
                    <a:ext uri="{FF2B5EF4-FFF2-40B4-BE49-F238E27FC236}">
                      <a16:creationId xmlns:a16="http://schemas.microsoft.com/office/drawing/2014/main" id="{7B7594AD-4F22-28C9-150D-148B2E81C752}"/>
                    </a:ext>
                  </a:extLst>
                </p:cNvPr>
                <p:cNvCxnSpPr/>
                <p:nvPr/>
              </p:nvCxnSpPr>
              <p:spPr>
                <a:xfrm>
                  <a:off x="2733178" y="5518319"/>
                  <a:ext cx="170894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739" name="Google Shape;1739;p26">
                  <a:extLst>
                    <a:ext uri="{FF2B5EF4-FFF2-40B4-BE49-F238E27FC236}">
                      <a16:creationId xmlns:a16="http://schemas.microsoft.com/office/drawing/2014/main" id="{C6EBD24C-219A-6C5F-9A1E-23A3B9AD911C}"/>
                    </a:ext>
                  </a:extLst>
                </p:cNvPr>
                <p:cNvCxnSpPr/>
                <p:nvPr/>
              </p:nvCxnSpPr>
              <p:spPr>
                <a:xfrm>
                  <a:off x="406024" y="5518319"/>
                  <a:ext cx="170894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740" name="Google Shape;1740;p26">
                <a:extLst>
                  <a:ext uri="{FF2B5EF4-FFF2-40B4-BE49-F238E27FC236}">
                    <a16:creationId xmlns:a16="http://schemas.microsoft.com/office/drawing/2014/main" id="{8CB2D919-5BD7-361D-A0FF-BE8918DCB73F}"/>
                  </a:ext>
                </a:extLst>
              </p:cNvPr>
              <p:cNvGrpSpPr/>
              <p:nvPr/>
            </p:nvGrpSpPr>
            <p:grpSpPr>
              <a:xfrm>
                <a:off x="3015484" y="5420791"/>
                <a:ext cx="900000" cy="252000"/>
                <a:chOff x="2068305" y="3596907"/>
                <a:chExt cx="1544362" cy="324036"/>
              </a:xfrm>
            </p:grpSpPr>
            <p:cxnSp>
              <p:nvCxnSpPr>
                <p:cNvPr id="1741" name="Google Shape;1741;p26">
                  <a:extLst>
                    <a:ext uri="{FF2B5EF4-FFF2-40B4-BE49-F238E27FC236}">
                      <a16:creationId xmlns:a16="http://schemas.microsoft.com/office/drawing/2014/main" id="{760D5802-A087-C2BD-3CBB-B07A67E731E8}"/>
                    </a:ext>
                  </a:extLst>
                </p:cNvPr>
                <p:cNvCxnSpPr/>
                <p:nvPr/>
              </p:nvCxnSpPr>
              <p:spPr>
                <a:xfrm>
                  <a:off x="2068305" y="3758925"/>
                  <a:ext cx="501061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  <p:sp>
              <p:nvSpPr>
                <p:cNvPr id="1742" name="Google Shape;1742;p26">
                  <a:extLst>
                    <a:ext uri="{FF2B5EF4-FFF2-40B4-BE49-F238E27FC236}">
                      <a16:creationId xmlns:a16="http://schemas.microsoft.com/office/drawing/2014/main" id="{8953525D-37B5-1255-A339-66357FB610AA}"/>
                    </a:ext>
                  </a:extLst>
                </p:cNvPr>
                <p:cNvSpPr/>
                <p:nvPr/>
              </p:nvSpPr>
              <p:spPr>
                <a:xfrm>
                  <a:off x="2497358" y="3686917"/>
                  <a:ext cx="216024" cy="14401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3" name="Google Shape;1743;p26">
                  <a:extLst>
                    <a:ext uri="{FF2B5EF4-FFF2-40B4-BE49-F238E27FC236}">
                      <a16:creationId xmlns:a16="http://schemas.microsoft.com/office/drawing/2014/main" id="{34638CA0-AEA8-D0C9-1137-A85469EB83FB}"/>
                    </a:ext>
                  </a:extLst>
                </p:cNvPr>
                <p:cNvSpPr/>
                <p:nvPr/>
              </p:nvSpPr>
              <p:spPr>
                <a:xfrm>
                  <a:off x="2605370" y="3596907"/>
                  <a:ext cx="396044" cy="32403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4" name="Google Shape;1744;p26">
                  <a:extLst>
                    <a:ext uri="{FF2B5EF4-FFF2-40B4-BE49-F238E27FC236}">
                      <a16:creationId xmlns:a16="http://schemas.microsoft.com/office/drawing/2014/main" id="{B4AFA8A0-0CFC-875E-6A69-EF4AB036B2FE}"/>
                    </a:ext>
                  </a:extLst>
                </p:cNvPr>
                <p:cNvSpPr/>
                <p:nvPr/>
              </p:nvSpPr>
              <p:spPr>
                <a:xfrm>
                  <a:off x="2929406" y="3686917"/>
                  <a:ext cx="216024" cy="14401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745" name="Google Shape;1745;p26">
                  <a:extLst>
                    <a:ext uri="{FF2B5EF4-FFF2-40B4-BE49-F238E27FC236}">
                      <a16:creationId xmlns:a16="http://schemas.microsoft.com/office/drawing/2014/main" id="{535AFD2A-0E4D-5AF6-4797-37A5608C66ED}"/>
                    </a:ext>
                  </a:extLst>
                </p:cNvPr>
                <p:cNvCxnSpPr/>
                <p:nvPr/>
              </p:nvCxnSpPr>
              <p:spPr>
                <a:xfrm>
                  <a:off x="3109425" y="3749400"/>
                  <a:ext cx="503242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</p:grpSp>
          <p:cxnSp>
            <p:nvCxnSpPr>
              <p:cNvPr id="1746" name="Google Shape;1746;p26">
                <a:extLst>
                  <a:ext uri="{FF2B5EF4-FFF2-40B4-BE49-F238E27FC236}">
                    <a16:creationId xmlns:a16="http://schemas.microsoft.com/office/drawing/2014/main" id="{9ECAEF77-6B41-FA4D-1D8D-8403E8722EAB}"/>
                  </a:ext>
                </a:extLst>
              </p:cNvPr>
              <p:cNvCxnSpPr/>
              <p:nvPr/>
            </p:nvCxnSpPr>
            <p:spPr>
              <a:xfrm>
                <a:off x="3026848" y="5544621"/>
                <a:ext cx="0" cy="34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747" name="Google Shape;1747;p26">
                <a:extLst>
                  <a:ext uri="{FF2B5EF4-FFF2-40B4-BE49-F238E27FC236}">
                    <a16:creationId xmlns:a16="http://schemas.microsoft.com/office/drawing/2014/main" id="{C5E43438-B833-FBB9-9449-501B5F595AA9}"/>
                  </a:ext>
                </a:extLst>
              </p:cNvPr>
              <p:cNvCxnSpPr/>
              <p:nvPr/>
            </p:nvCxnSpPr>
            <p:spPr>
              <a:xfrm>
                <a:off x="3919558" y="5534051"/>
                <a:ext cx="0" cy="360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748" name="Google Shape;1748;p26">
                <a:extLst>
                  <a:ext uri="{FF2B5EF4-FFF2-40B4-BE49-F238E27FC236}">
                    <a16:creationId xmlns:a16="http://schemas.microsoft.com/office/drawing/2014/main" id="{9F44ADB1-CCF2-A1BC-AEB1-8DFAACEC911A}"/>
                  </a:ext>
                </a:extLst>
              </p:cNvPr>
              <p:cNvCxnSpPr/>
              <p:nvPr/>
            </p:nvCxnSpPr>
            <p:spPr>
              <a:xfrm>
                <a:off x="2876246" y="5710900"/>
                <a:ext cx="144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749" name="Google Shape;1749;p26">
                <a:extLst>
                  <a:ext uri="{FF2B5EF4-FFF2-40B4-BE49-F238E27FC236}">
                    <a16:creationId xmlns:a16="http://schemas.microsoft.com/office/drawing/2014/main" id="{D3DA9F36-2950-A1D9-DC8B-46B1FA95A75D}"/>
                  </a:ext>
                </a:extLst>
              </p:cNvPr>
              <p:cNvCxnSpPr/>
              <p:nvPr/>
            </p:nvCxnSpPr>
            <p:spPr>
              <a:xfrm>
                <a:off x="3919558" y="5710900"/>
                <a:ext cx="144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</p:grpSp>
        <p:grpSp>
          <p:nvGrpSpPr>
            <p:cNvPr id="1750" name="Google Shape;1750;p26">
              <a:extLst>
                <a:ext uri="{FF2B5EF4-FFF2-40B4-BE49-F238E27FC236}">
                  <a16:creationId xmlns:a16="http://schemas.microsoft.com/office/drawing/2014/main" id="{F78D3651-63C4-70BF-0EBB-567538F7E1A5}"/>
                </a:ext>
              </a:extLst>
            </p:cNvPr>
            <p:cNvGrpSpPr/>
            <p:nvPr/>
          </p:nvGrpSpPr>
          <p:grpSpPr>
            <a:xfrm rot="-5400000">
              <a:off x="1989010" y="4710613"/>
              <a:ext cx="190523" cy="1157019"/>
              <a:chOff x="1835696" y="2240868"/>
              <a:chExt cx="288032" cy="1749176"/>
            </a:xfrm>
          </p:grpSpPr>
          <p:sp>
            <p:nvSpPr>
              <p:cNvPr id="1751" name="Google Shape;1751;p26">
                <a:extLst>
                  <a:ext uri="{FF2B5EF4-FFF2-40B4-BE49-F238E27FC236}">
                    <a16:creationId xmlns:a16="http://schemas.microsoft.com/office/drawing/2014/main" id="{44B3252B-43B5-F17A-7E1B-FC7294E5A0D2}"/>
                  </a:ext>
                </a:extLst>
              </p:cNvPr>
              <p:cNvSpPr/>
              <p:nvPr/>
            </p:nvSpPr>
            <p:spPr>
              <a:xfrm>
                <a:off x="2051720" y="2456892"/>
                <a:ext cx="72008" cy="1296144"/>
              </a:xfrm>
              <a:prstGeom prst="rect">
                <a:avLst/>
              </a:prstGeom>
              <a:solidFill>
                <a:srgbClr val="595959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52" name="Google Shape;1752;p26">
                <a:extLst>
                  <a:ext uri="{FF2B5EF4-FFF2-40B4-BE49-F238E27FC236}">
                    <a16:creationId xmlns:a16="http://schemas.microsoft.com/office/drawing/2014/main" id="{D6753867-A860-9D02-F23D-B133B7A7A371}"/>
                  </a:ext>
                </a:extLst>
              </p:cNvPr>
              <p:cNvCxnSpPr/>
              <p:nvPr/>
            </p:nvCxnSpPr>
            <p:spPr>
              <a:xfrm>
                <a:off x="1933422" y="23631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53" name="Google Shape;1753;p26">
                <a:extLst>
                  <a:ext uri="{FF2B5EF4-FFF2-40B4-BE49-F238E27FC236}">
                    <a16:creationId xmlns:a16="http://schemas.microsoft.com/office/drawing/2014/main" id="{B769AFBF-9741-633B-4EE8-10E5CFB6D93F}"/>
                  </a:ext>
                </a:extLst>
              </p:cNvPr>
              <p:cNvCxnSpPr/>
              <p:nvPr/>
            </p:nvCxnSpPr>
            <p:spPr>
              <a:xfrm>
                <a:off x="1933422" y="25155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54" name="Google Shape;1754;p26">
                <a:extLst>
                  <a:ext uri="{FF2B5EF4-FFF2-40B4-BE49-F238E27FC236}">
                    <a16:creationId xmlns:a16="http://schemas.microsoft.com/office/drawing/2014/main" id="{022E1B45-956A-D270-AB9D-71B6B4E94DCC}"/>
                  </a:ext>
                </a:extLst>
              </p:cNvPr>
              <p:cNvCxnSpPr/>
              <p:nvPr/>
            </p:nvCxnSpPr>
            <p:spPr>
              <a:xfrm>
                <a:off x="1933422" y="26679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55" name="Google Shape;1755;p26">
                <a:extLst>
                  <a:ext uri="{FF2B5EF4-FFF2-40B4-BE49-F238E27FC236}">
                    <a16:creationId xmlns:a16="http://schemas.microsoft.com/office/drawing/2014/main" id="{B20D0B9A-BD49-9BDF-3D6E-B8C979D84EDB}"/>
                  </a:ext>
                </a:extLst>
              </p:cNvPr>
              <p:cNvCxnSpPr/>
              <p:nvPr/>
            </p:nvCxnSpPr>
            <p:spPr>
              <a:xfrm>
                <a:off x="1933422" y="28203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56" name="Google Shape;1756;p26">
                <a:extLst>
                  <a:ext uri="{FF2B5EF4-FFF2-40B4-BE49-F238E27FC236}">
                    <a16:creationId xmlns:a16="http://schemas.microsoft.com/office/drawing/2014/main" id="{5FA0CED1-6883-5E92-33E3-4F91C1B14CD0}"/>
                  </a:ext>
                </a:extLst>
              </p:cNvPr>
              <p:cNvCxnSpPr/>
              <p:nvPr/>
            </p:nvCxnSpPr>
            <p:spPr>
              <a:xfrm>
                <a:off x="1933422" y="29727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57" name="Google Shape;1757;p26">
                <a:extLst>
                  <a:ext uri="{FF2B5EF4-FFF2-40B4-BE49-F238E27FC236}">
                    <a16:creationId xmlns:a16="http://schemas.microsoft.com/office/drawing/2014/main" id="{E9FE3C8A-FC7C-7BED-8A2C-DDE25A9150D4}"/>
                  </a:ext>
                </a:extLst>
              </p:cNvPr>
              <p:cNvCxnSpPr/>
              <p:nvPr/>
            </p:nvCxnSpPr>
            <p:spPr>
              <a:xfrm>
                <a:off x="1933422" y="31251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58" name="Google Shape;1758;p26">
                <a:extLst>
                  <a:ext uri="{FF2B5EF4-FFF2-40B4-BE49-F238E27FC236}">
                    <a16:creationId xmlns:a16="http://schemas.microsoft.com/office/drawing/2014/main" id="{8EA6CA23-04C0-E2BB-4FAC-498B199F161F}"/>
                  </a:ext>
                </a:extLst>
              </p:cNvPr>
              <p:cNvCxnSpPr/>
              <p:nvPr/>
            </p:nvCxnSpPr>
            <p:spPr>
              <a:xfrm>
                <a:off x="1933422" y="32775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59" name="Google Shape;1759;p26">
                <a:extLst>
                  <a:ext uri="{FF2B5EF4-FFF2-40B4-BE49-F238E27FC236}">
                    <a16:creationId xmlns:a16="http://schemas.microsoft.com/office/drawing/2014/main" id="{0AE2D1E4-2986-A70F-D4C3-B8E436B1DF71}"/>
                  </a:ext>
                </a:extLst>
              </p:cNvPr>
              <p:cNvCxnSpPr/>
              <p:nvPr/>
            </p:nvCxnSpPr>
            <p:spPr>
              <a:xfrm>
                <a:off x="1933422" y="34299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60" name="Google Shape;1760;p26">
                <a:extLst>
                  <a:ext uri="{FF2B5EF4-FFF2-40B4-BE49-F238E27FC236}">
                    <a16:creationId xmlns:a16="http://schemas.microsoft.com/office/drawing/2014/main" id="{4557BD86-DFCE-3F10-4BD5-E7CDF22225D4}"/>
                  </a:ext>
                </a:extLst>
              </p:cNvPr>
              <p:cNvCxnSpPr/>
              <p:nvPr/>
            </p:nvCxnSpPr>
            <p:spPr>
              <a:xfrm>
                <a:off x="1933422" y="35823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61" name="Google Shape;1761;p26">
                <a:extLst>
                  <a:ext uri="{FF2B5EF4-FFF2-40B4-BE49-F238E27FC236}">
                    <a16:creationId xmlns:a16="http://schemas.microsoft.com/office/drawing/2014/main" id="{1F71A29E-4614-71C6-E39E-D7F1E334D168}"/>
                  </a:ext>
                </a:extLst>
              </p:cNvPr>
              <p:cNvCxnSpPr/>
              <p:nvPr/>
            </p:nvCxnSpPr>
            <p:spPr>
              <a:xfrm>
                <a:off x="1943708" y="37347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762" name="Google Shape;1762;p26">
                <a:extLst>
                  <a:ext uri="{FF2B5EF4-FFF2-40B4-BE49-F238E27FC236}">
                    <a16:creationId xmlns:a16="http://schemas.microsoft.com/office/drawing/2014/main" id="{C24A839A-3D96-9987-628C-C8F36D888344}"/>
                  </a:ext>
                </a:extLst>
              </p:cNvPr>
              <p:cNvSpPr/>
              <p:nvPr/>
            </p:nvSpPr>
            <p:spPr>
              <a:xfrm>
                <a:off x="1835696" y="2240868"/>
                <a:ext cx="180020" cy="18002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3" name="Google Shape;1763;p26">
                <a:extLst>
                  <a:ext uri="{FF2B5EF4-FFF2-40B4-BE49-F238E27FC236}">
                    <a16:creationId xmlns:a16="http://schemas.microsoft.com/office/drawing/2014/main" id="{0F523A1A-5A9E-B31B-BBA6-12FAFBD38127}"/>
                  </a:ext>
                </a:extLst>
              </p:cNvPr>
              <p:cNvSpPr/>
              <p:nvPr/>
            </p:nvSpPr>
            <p:spPr>
              <a:xfrm rot="-2146318">
                <a:off x="1909799" y="3785865"/>
                <a:ext cx="140753" cy="18002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4" name="Google Shape;1764;p26">
              <a:extLst>
                <a:ext uri="{FF2B5EF4-FFF2-40B4-BE49-F238E27FC236}">
                  <a16:creationId xmlns:a16="http://schemas.microsoft.com/office/drawing/2014/main" id="{E74676E1-CCE9-DA7B-B318-8B14E26419EA}"/>
                </a:ext>
              </a:extLst>
            </p:cNvPr>
            <p:cNvGrpSpPr/>
            <p:nvPr/>
          </p:nvGrpSpPr>
          <p:grpSpPr>
            <a:xfrm rot="-5400000">
              <a:off x="4937661" y="4712794"/>
              <a:ext cx="190523" cy="1157019"/>
              <a:chOff x="1835696" y="2240868"/>
              <a:chExt cx="288032" cy="1749176"/>
            </a:xfrm>
          </p:grpSpPr>
          <p:sp>
            <p:nvSpPr>
              <p:cNvPr id="1765" name="Google Shape;1765;p26">
                <a:extLst>
                  <a:ext uri="{FF2B5EF4-FFF2-40B4-BE49-F238E27FC236}">
                    <a16:creationId xmlns:a16="http://schemas.microsoft.com/office/drawing/2014/main" id="{FF6B7DB2-3DD1-61AF-F3FD-4CBAD6605E19}"/>
                  </a:ext>
                </a:extLst>
              </p:cNvPr>
              <p:cNvSpPr/>
              <p:nvPr/>
            </p:nvSpPr>
            <p:spPr>
              <a:xfrm>
                <a:off x="2051720" y="2456892"/>
                <a:ext cx="72008" cy="1296144"/>
              </a:xfrm>
              <a:prstGeom prst="rect">
                <a:avLst/>
              </a:prstGeom>
              <a:solidFill>
                <a:srgbClr val="595959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66" name="Google Shape;1766;p26">
                <a:extLst>
                  <a:ext uri="{FF2B5EF4-FFF2-40B4-BE49-F238E27FC236}">
                    <a16:creationId xmlns:a16="http://schemas.microsoft.com/office/drawing/2014/main" id="{98F60F5F-6548-46DE-7DFA-69C49E8C2FC3}"/>
                  </a:ext>
                </a:extLst>
              </p:cNvPr>
              <p:cNvCxnSpPr/>
              <p:nvPr/>
            </p:nvCxnSpPr>
            <p:spPr>
              <a:xfrm>
                <a:off x="1933422" y="23631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67" name="Google Shape;1767;p26">
                <a:extLst>
                  <a:ext uri="{FF2B5EF4-FFF2-40B4-BE49-F238E27FC236}">
                    <a16:creationId xmlns:a16="http://schemas.microsoft.com/office/drawing/2014/main" id="{2D7917B0-EE8F-DA01-7FF4-D18076C97DAF}"/>
                  </a:ext>
                </a:extLst>
              </p:cNvPr>
              <p:cNvCxnSpPr/>
              <p:nvPr/>
            </p:nvCxnSpPr>
            <p:spPr>
              <a:xfrm>
                <a:off x="1933422" y="25155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68" name="Google Shape;1768;p26">
                <a:extLst>
                  <a:ext uri="{FF2B5EF4-FFF2-40B4-BE49-F238E27FC236}">
                    <a16:creationId xmlns:a16="http://schemas.microsoft.com/office/drawing/2014/main" id="{6CDAFBB7-36FC-2FAC-F054-9D66EC5C7BFB}"/>
                  </a:ext>
                </a:extLst>
              </p:cNvPr>
              <p:cNvCxnSpPr/>
              <p:nvPr/>
            </p:nvCxnSpPr>
            <p:spPr>
              <a:xfrm>
                <a:off x="1933422" y="26679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69" name="Google Shape;1769;p26">
                <a:extLst>
                  <a:ext uri="{FF2B5EF4-FFF2-40B4-BE49-F238E27FC236}">
                    <a16:creationId xmlns:a16="http://schemas.microsoft.com/office/drawing/2014/main" id="{8CB79C12-3388-C429-8995-6D227DF526BB}"/>
                  </a:ext>
                </a:extLst>
              </p:cNvPr>
              <p:cNvCxnSpPr/>
              <p:nvPr/>
            </p:nvCxnSpPr>
            <p:spPr>
              <a:xfrm>
                <a:off x="1933422" y="28203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70" name="Google Shape;1770;p26">
                <a:extLst>
                  <a:ext uri="{FF2B5EF4-FFF2-40B4-BE49-F238E27FC236}">
                    <a16:creationId xmlns:a16="http://schemas.microsoft.com/office/drawing/2014/main" id="{9BEA6046-B25F-908F-CCE0-92BA54C0403F}"/>
                  </a:ext>
                </a:extLst>
              </p:cNvPr>
              <p:cNvCxnSpPr/>
              <p:nvPr/>
            </p:nvCxnSpPr>
            <p:spPr>
              <a:xfrm>
                <a:off x="1933422" y="29727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71" name="Google Shape;1771;p26">
                <a:extLst>
                  <a:ext uri="{FF2B5EF4-FFF2-40B4-BE49-F238E27FC236}">
                    <a16:creationId xmlns:a16="http://schemas.microsoft.com/office/drawing/2014/main" id="{F78D2367-3EAF-2170-5E8A-9732337842A8}"/>
                  </a:ext>
                </a:extLst>
              </p:cNvPr>
              <p:cNvCxnSpPr/>
              <p:nvPr/>
            </p:nvCxnSpPr>
            <p:spPr>
              <a:xfrm>
                <a:off x="1933422" y="31251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72" name="Google Shape;1772;p26">
                <a:extLst>
                  <a:ext uri="{FF2B5EF4-FFF2-40B4-BE49-F238E27FC236}">
                    <a16:creationId xmlns:a16="http://schemas.microsoft.com/office/drawing/2014/main" id="{40D7AAA3-7563-D619-5452-DC70931A7138}"/>
                  </a:ext>
                </a:extLst>
              </p:cNvPr>
              <p:cNvCxnSpPr/>
              <p:nvPr/>
            </p:nvCxnSpPr>
            <p:spPr>
              <a:xfrm>
                <a:off x="1933422" y="32775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73" name="Google Shape;1773;p26">
                <a:extLst>
                  <a:ext uri="{FF2B5EF4-FFF2-40B4-BE49-F238E27FC236}">
                    <a16:creationId xmlns:a16="http://schemas.microsoft.com/office/drawing/2014/main" id="{08E5CA6D-EFE5-B84A-1C12-B35FD7B89309}"/>
                  </a:ext>
                </a:extLst>
              </p:cNvPr>
              <p:cNvCxnSpPr/>
              <p:nvPr/>
            </p:nvCxnSpPr>
            <p:spPr>
              <a:xfrm>
                <a:off x="1933422" y="34299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74" name="Google Shape;1774;p26">
                <a:extLst>
                  <a:ext uri="{FF2B5EF4-FFF2-40B4-BE49-F238E27FC236}">
                    <a16:creationId xmlns:a16="http://schemas.microsoft.com/office/drawing/2014/main" id="{7F5BFDA4-D92A-3608-4237-1CF52C99052D}"/>
                  </a:ext>
                </a:extLst>
              </p:cNvPr>
              <p:cNvCxnSpPr/>
              <p:nvPr/>
            </p:nvCxnSpPr>
            <p:spPr>
              <a:xfrm>
                <a:off x="1933422" y="35823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75" name="Google Shape;1775;p26">
                <a:extLst>
                  <a:ext uri="{FF2B5EF4-FFF2-40B4-BE49-F238E27FC236}">
                    <a16:creationId xmlns:a16="http://schemas.microsoft.com/office/drawing/2014/main" id="{413D764B-7F34-DCE4-C94B-6C0FF6EFA21D}"/>
                  </a:ext>
                </a:extLst>
              </p:cNvPr>
              <p:cNvCxnSpPr/>
              <p:nvPr/>
            </p:nvCxnSpPr>
            <p:spPr>
              <a:xfrm>
                <a:off x="1943708" y="3734708"/>
                <a:ext cx="118298" cy="170728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776" name="Google Shape;1776;p26">
                <a:extLst>
                  <a:ext uri="{FF2B5EF4-FFF2-40B4-BE49-F238E27FC236}">
                    <a16:creationId xmlns:a16="http://schemas.microsoft.com/office/drawing/2014/main" id="{E82A9016-8A44-DC69-0A4E-1A5FB94DE21E}"/>
                  </a:ext>
                </a:extLst>
              </p:cNvPr>
              <p:cNvSpPr/>
              <p:nvPr/>
            </p:nvSpPr>
            <p:spPr>
              <a:xfrm>
                <a:off x="1835696" y="2240868"/>
                <a:ext cx="180020" cy="18002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7" name="Google Shape;1777;p26">
                <a:extLst>
                  <a:ext uri="{FF2B5EF4-FFF2-40B4-BE49-F238E27FC236}">
                    <a16:creationId xmlns:a16="http://schemas.microsoft.com/office/drawing/2014/main" id="{F87F768F-3A9C-839E-83B9-D4D0402AF820}"/>
                  </a:ext>
                </a:extLst>
              </p:cNvPr>
              <p:cNvSpPr/>
              <p:nvPr/>
            </p:nvSpPr>
            <p:spPr>
              <a:xfrm rot="-2146318">
                <a:off x="1909799" y="3785865"/>
                <a:ext cx="140753" cy="18002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78" name="Google Shape;1778;p26">
              <a:extLst>
                <a:ext uri="{FF2B5EF4-FFF2-40B4-BE49-F238E27FC236}">
                  <a16:creationId xmlns:a16="http://schemas.microsoft.com/office/drawing/2014/main" id="{C40C318F-3362-C0BD-A737-FFC37B126F02}"/>
                </a:ext>
              </a:extLst>
            </p:cNvPr>
            <p:cNvSpPr/>
            <p:nvPr/>
          </p:nvSpPr>
          <p:spPr>
            <a:xfrm rot="5400000">
              <a:off x="2463200" y="4434776"/>
              <a:ext cx="767950" cy="200795"/>
            </a:xfrm>
            <a:prstGeom prst="rect">
              <a:avLst/>
            </a:prstGeom>
            <a:gradFill>
              <a:gsLst>
                <a:gs pos="0">
                  <a:srgbClr val="C9C9C9"/>
                </a:gs>
                <a:gs pos="50000">
                  <a:srgbClr val="DCDCDC"/>
                </a:gs>
                <a:gs pos="100000">
                  <a:srgbClr val="EDEDED"/>
                </a:gs>
              </a:gsLst>
              <a:lin ang="1890000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0B49731-6D73-7960-2239-F6990CF2F3C4}"/>
              </a:ext>
            </a:extLst>
          </p:cNvPr>
          <p:cNvSpPr txBox="1"/>
          <p:nvPr/>
        </p:nvSpPr>
        <p:spPr>
          <a:xfrm>
            <a:off x="1143671" y="3264793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1DC6A-6BDD-4D5A-92F0-EB005E96ED14}"/>
              </a:ext>
            </a:extLst>
          </p:cNvPr>
          <p:cNvSpPr txBox="1"/>
          <p:nvPr/>
        </p:nvSpPr>
        <p:spPr>
          <a:xfrm>
            <a:off x="691210" y="3058365"/>
            <a:ext cx="314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FF1C13-0092-7EDD-0771-B9A1051A94EF}"/>
              </a:ext>
            </a:extLst>
          </p:cNvPr>
          <p:cNvSpPr txBox="1"/>
          <p:nvPr/>
        </p:nvSpPr>
        <p:spPr>
          <a:xfrm>
            <a:off x="4631875" y="3861223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7C7EC1-1656-77D8-D399-C1608EA8FEA5}"/>
              </a:ext>
            </a:extLst>
          </p:cNvPr>
          <p:cNvSpPr txBox="1"/>
          <p:nvPr/>
        </p:nvSpPr>
        <p:spPr>
          <a:xfrm>
            <a:off x="495826" y="5442606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AEFEFB-3E91-994B-D993-1283F8BB8DE7}"/>
              </a:ext>
            </a:extLst>
          </p:cNvPr>
          <p:cNvSpPr txBox="1"/>
          <p:nvPr/>
        </p:nvSpPr>
        <p:spPr>
          <a:xfrm>
            <a:off x="1240999" y="5431415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Kb1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0B3669-EBAF-E7C9-CAC7-67CB8096E654}"/>
              </a:ext>
            </a:extLst>
          </p:cNvPr>
          <p:cNvSpPr txBox="1"/>
          <p:nvPr/>
        </p:nvSpPr>
        <p:spPr>
          <a:xfrm>
            <a:off x="3467761" y="5411695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CDEDC5-6B16-89C8-A5A0-E180C801B0C3}"/>
              </a:ext>
            </a:extLst>
          </p:cNvPr>
          <p:cNvSpPr txBox="1"/>
          <p:nvPr/>
        </p:nvSpPr>
        <p:spPr>
          <a:xfrm>
            <a:off x="4208361" y="5399337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Kb2</a:t>
            </a:r>
          </a:p>
        </p:txBody>
      </p:sp>
    </p:spTree>
    <p:extLst>
      <p:ext uri="{BB962C8B-B14F-4D97-AF65-F5344CB8AC3E}">
        <p14:creationId xmlns:p14="http://schemas.microsoft.com/office/powerpoint/2010/main" val="2016911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27"/>
          <p:cNvSpPr txBox="1"/>
          <p:nvPr/>
        </p:nvSpPr>
        <p:spPr>
          <a:xfrm>
            <a:off x="211439" y="93165"/>
            <a:ext cx="40260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rotor com desbalanceamento</a:t>
            </a:r>
            <a:endParaRPr/>
          </a:p>
        </p:txBody>
      </p:sp>
      <p:sp>
        <p:nvSpPr>
          <p:cNvPr id="1794" name="Google Shape;1794;p27"/>
          <p:cNvSpPr txBox="1"/>
          <p:nvPr/>
        </p:nvSpPr>
        <p:spPr>
          <a:xfrm>
            <a:off x="883920" y="754380"/>
            <a:ext cx="7063985" cy="7194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795" name="Google Shape;1795;p27"/>
          <p:cNvGrpSpPr/>
          <p:nvPr/>
        </p:nvGrpSpPr>
        <p:grpSpPr>
          <a:xfrm>
            <a:off x="311667" y="1827082"/>
            <a:ext cx="3677787" cy="1732238"/>
            <a:chOff x="349767" y="2552541"/>
            <a:chExt cx="3677787" cy="1732238"/>
          </a:xfrm>
        </p:grpSpPr>
        <p:grpSp>
          <p:nvGrpSpPr>
            <p:cNvPr id="1796" name="Google Shape;1796;p27"/>
            <p:cNvGrpSpPr/>
            <p:nvPr/>
          </p:nvGrpSpPr>
          <p:grpSpPr>
            <a:xfrm>
              <a:off x="349767" y="2552541"/>
              <a:ext cx="3677787" cy="1732238"/>
              <a:chOff x="349767" y="2552541"/>
              <a:chExt cx="3677787" cy="1732238"/>
            </a:xfrm>
          </p:grpSpPr>
          <p:cxnSp>
            <p:nvCxnSpPr>
              <p:cNvPr id="1797" name="Google Shape;1797;p27"/>
              <p:cNvCxnSpPr/>
              <p:nvPr/>
            </p:nvCxnSpPr>
            <p:spPr>
              <a:xfrm>
                <a:off x="1607685" y="2597150"/>
                <a:ext cx="0" cy="1687629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grpSp>
            <p:nvGrpSpPr>
              <p:cNvPr id="1798" name="Google Shape;1798;p27"/>
              <p:cNvGrpSpPr/>
              <p:nvPr/>
            </p:nvGrpSpPr>
            <p:grpSpPr>
              <a:xfrm rot="10800000" flipH="1">
                <a:off x="614106" y="3455358"/>
                <a:ext cx="261805" cy="632329"/>
                <a:chOff x="4819025" y="3011710"/>
                <a:chExt cx="160123" cy="386740"/>
              </a:xfrm>
            </p:grpSpPr>
            <p:sp>
              <p:nvSpPr>
                <p:cNvPr id="1799" name="Google Shape;1799;p27"/>
                <p:cNvSpPr/>
                <p:nvPr/>
              </p:nvSpPr>
              <p:spPr>
                <a:xfrm>
                  <a:off x="4819025" y="3011710"/>
                  <a:ext cx="154800" cy="154800"/>
                </a:xfrm>
                <a:prstGeom prst="rect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0" name="Google Shape;1800;p27"/>
                <p:cNvSpPr/>
                <p:nvPr/>
              </p:nvSpPr>
              <p:spPr>
                <a:xfrm rot="10800000" flipH="1">
                  <a:off x="4819025" y="3168521"/>
                  <a:ext cx="156377" cy="229929"/>
                </a:xfrm>
                <a:prstGeom prst="triangle">
                  <a:avLst>
                    <a:gd name="adj" fmla="val 50000"/>
                  </a:avLst>
                </a:prstGeom>
                <a:gradFill>
                  <a:gsLst>
                    <a:gs pos="0">
                      <a:schemeClr val="dk1"/>
                    </a:gs>
                    <a:gs pos="50000">
                      <a:srgbClr val="DCDCDC"/>
                    </a:gs>
                    <a:gs pos="100000">
                      <a:srgbClr val="EDEDED"/>
                    </a:gs>
                  </a:gsLst>
                  <a:lin ang="18900000" scaled="0"/>
                </a:gra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801" name="Google Shape;1801;p27"/>
                <p:cNvCxnSpPr/>
                <p:nvPr/>
              </p:nvCxnSpPr>
              <p:spPr>
                <a:xfrm flipH="1">
                  <a:off x="4819813" y="3011710"/>
                  <a:ext cx="154800" cy="154800"/>
                </a:xfrm>
                <a:prstGeom prst="straightConnector1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802" name="Google Shape;1802;p27"/>
                <p:cNvCxnSpPr/>
                <p:nvPr/>
              </p:nvCxnSpPr>
              <p:spPr>
                <a:xfrm>
                  <a:off x="4824348" y="3015399"/>
                  <a:ext cx="154800" cy="154800"/>
                </a:xfrm>
                <a:prstGeom prst="straightConnector1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803" name="Google Shape;1803;p27"/>
              <p:cNvGrpSpPr/>
              <p:nvPr/>
            </p:nvGrpSpPr>
            <p:grpSpPr>
              <a:xfrm rot="10800000" flipH="1">
                <a:off x="3604976" y="3455358"/>
                <a:ext cx="261805" cy="632329"/>
                <a:chOff x="4819025" y="3011710"/>
                <a:chExt cx="160123" cy="386740"/>
              </a:xfrm>
            </p:grpSpPr>
            <p:sp>
              <p:nvSpPr>
                <p:cNvPr id="1804" name="Google Shape;1804;p27"/>
                <p:cNvSpPr/>
                <p:nvPr/>
              </p:nvSpPr>
              <p:spPr>
                <a:xfrm>
                  <a:off x="4819025" y="3011710"/>
                  <a:ext cx="154800" cy="154800"/>
                </a:xfrm>
                <a:prstGeom prst="rect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5" name="Google Shape;1805;p27"/>
                <p:cNvSpPr/>
                <p:nvPr/>
              </p:nvSpPr>
              <p:spPr>
                <a:xfrm rot="10800000" flipH="1">
                  <a:off x="4819025" y="3168521"/>
                  <a:ext cx="156377" cy="229929"/>
                </a:xfrm>
                <a:prstGeom prst="triangle">
                  <a:avLst>
                    <a:gd name="adj" fmla="val 50000"/>
                  </a:avLst>
                </a:prstGeom>
                <a:gradFill>
                  <a:gsLst>
                    <a:gs pos="0">
                      <a:schemeClr val="dk1"/>
                    </a:gs>
                    <a:gs pos="50000">
                      <a:srgbClr val="DCDCDC"/>
                    </a:gs>
                    <a:gs pos="100000">
                      <a:srgbClr val="EDEDED"/>
                    </a:gs>
                  </a:gsLst>
                  <a:lin ang="18900000" scaled="0"/>
                </a:gra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806" name="Google Shape;1806;p27"/>
                <p:cNvCxnSpPr/>
                <p:nvPr/>
              </p:nvCxnSpPr>
              <p:spPr>
                <a:xfrm flipH="1">
                  <a:off x="4819813" y="3011710"/>
                  <a:ext cx="154800" cy="154800"/>
                </a:xfrm>
                <a:prstGeom prst="straightConnector1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807" name="Google Shape;1807;p27"/>
                <p:cNvCxnSpPr/>
                <p:nvPr/>
              </p:nvCxnSpPr>
              <p:spPr>
                <a:xfrm>
                  <a:off x="4824348" y="3015399"/>
                  <a:ext cx="154800" cy="154800"/>
                </a:xfrm>
                <a:prstGeom prst="straightConnector1">
                  <a:avLst/>
                </a:prstGeom>
                <a:solidFill>
                  <a:srgbClr val="D8D8D8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1808" name="Google Shape;1808;p27"/>
              <p:cNvSpPr/>
              <p:nvPr/>
            </p:nvSpPr>
            <p:spPr>
              <a:xfrm rot="5400000">
                <a:off x="2109833" y="1590107"/>
                <a:ext cx="157654" cy="3677787"/>
              </a:xfrm>
              <a:prstGeom prst="rect">
                <a:avLst/>
              </a:prstGeom>
              <a:gradFill>
                <a:gsLst>
                  <a:gs pos="0">
                    <a:srgbClr val="F2F2F2"/>
                  </a:gs>
                  <a:gs pos="50000">
                    <a:srgbClr val="7F7F7F"/>
                  </a:gs>
                  <a:gs pos="100000">
                    <a:srgbClr val="262626"/>
                  </a:gs>
                </a:gsLst>
                <a:lin ang="0" scaled="0"/>
              </a:gra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9" name="Google Shape;1809;p27"/>
              <p:cNvSpPr/>
              <p:nvPr/>
            </p:nvSpPr>
            <p:spPr>
              <a:xfrm>
                <a:off x="1476783" y="3238417"/>
                <a:ext cx="261805" cy="1080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0" name="Google Shape;1810;p27"/>
              <p:cNvSpPr/>
              <p:nvPr/>
            </p:nvSpPr>
            <p:spPr>
              <a:xfrm>
                <a:off x="1476783" y="3521272"/>
                <a:ext cx="261805" cy="108000"/>
              </a:xfrm>
              <a:prstGeom prst="rect">
                <a:avLst/>
              </a:prstGeom>
              <a:solidFill>
                <a:srgbClr val="00B0F0"/>
              </a:solidFill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1" name="Google Shape;1811;p27"/>
              <p:cNvSpPr txBox="1"/>
              <p:nvPr/>
            </p:nvSpPr>
            <p:spPr>
              <a:xfrm>
                <a:off x="1718660" y="2932143"/>
                <a:ext cx="47000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>
                    <a:solidFill>
                      <a:srgbClr val="FF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m</a:t>
                </a:r>
                <a:r>
                  <a:rPr lang="pt-BR" sz="1600" baseline="-25000">
                    <a:solidFill>
                      <a:srgbClr val="FF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d</a:t>
                </a:r>
                <a:endParaRPr sz="1600" baseline="-25000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812" name="Google Shape;1812;p27"/>
              <p:cNvSpPr txBox="1"/>
              <p:nvPr/>
            </p:nvSpPr>
            <p:spPr>
              <a:xfrm>
                <a:off x="1751368" y="3475940"/>
                <a:ext cx="44275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>
                    <a:solidFill>
                      <a:srgbClr val="0070C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m</a:t>
                </a:r>
                <a:r>
                  <a:rPr lang="pt-BR" sz="1600" baseline="-25000">
                    <a:solidFill>
                      <a:srgbClr val="0070C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r</a:t>
                </a:r>
                <a:endParaRPr sz="1600" baseline="-25000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1813" name="Google Shape;1813;p27"/>
              <p:cNvCxnSpPr/>
              <p:nvPr/>
            </p:nvCxnSpPr>
            <p:spPr>
              <a:xfrm rot="10800000">
                <a:off x="1607685" y="2706599"/>
                <a:ext cx="0" cy="451087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sp>
            <p:nvSpPr>
              <p:cNvPr id="1814" name="Google Shape;1814;p27"/>
              <p:cNvSpPr txBox="1"/>
              <p:nvPr/>
            </p:nvSpPr>
            <p:spPr>
              <a:xfrm>
                <a:off x="1673472" y="2552541"/>
                <a:ext cx="38824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>
                    <a:solidFill>
                      <a:srgbClr val="FF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F</a:t>
                </a:r>
                <a:r>
                  <a:rPr lang="pt-BR" sz="1600" baseline="-25000">
                    <a:solidFill>
                      <a:srgbClr val="FF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c</a:t>
                </a:r>
                <a:endParaRPr sz="1600" baseline="-25000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cxnSp>
            <p:nvCxnSpPr>
              <p:cNvPr id="1815" name="Google Shape;1815;p27"/>
              <p:cNvCxnSpPr/>
              <p:nvPr/>
            </p:nvCxnSpPr>
            <p:spPr>
              <a:xfrm>
                <a:off x="1607685" y="3682252"/>
                <a:ext cx="0" cy="451087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70C0"/>
                </a:solidFill>
                <a:prstDash val="solid"/>
                <a:miter lim="800000"/>
                <a:headEnd type="none" w="sm" len="sm"/>
                <a:tailEnd type="stealth" w="med" len="med"/>
              </a:ln>
            </p:spPr>
          </p:cxnSp>
          <p:sp>
            <p:nvSpPr>
              <p:cNvPr id="1816" name="Google Shape;1816;p27"/>
              <p:cNvSpPr txBox="1"/>
              <p:nvPr/>
            </p:nvSpPr>
            <p:spPr>
              <a:xfrm>
                <a:off x="1238327" y="3918410"/>
                <a:ext cx="36099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>
                    <a:solidFill>
                      <a:srgbClr val="0070C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F</a:t>
                </a:r>
                <a:r>
                  <a:rPr lang="pt-BR" sz="1600" baseline="-25000">
                    <a:solidFill>
                      <a:srgbClr val="0070C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r</a:t>
                </a:r>
                <a:endParaRPr sz="1600" baseline="-25000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sp>
          <p:nvSpPr>
            <p:cNvPr id="1817" name="Google Shape;1817;p27"/>
            <p:cNvSpPr txBox="1"/>
            <p:nvPr/>
          </p:nvSpPr>
          <p:spPr>
            <a:xfrm>
              <a:off x="612970" y="2578100"/>
              <a:ext cx="9444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00B050"/>
                  </a:solidFill>
                  <a:latin typeface="Verdana"/>
                  <a:ea typeface="Verdana"/>
                  <a:cs typeface="Verdana"/>
                  <a:sym typeface="Verdana"/>
                </a:rPr>
                <a:t>Plano 1</a:t>
              </a:r>
              <a:endParaRPr sz="1600" baseline="-25000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818" name="Google Shape;1818;p27"/>
          <p:cNvGrpSpPr/>
          <p:nvPr/>
        </p:nvGrpSpPr>
        <p:grpSpPr>
          <a:xfrm>
            <a:off x="4453513" y="1740291"/>
            <a:ext cx="3885692" cy="1879527"/>
            <a:chOff x="4491613" y="2465750"/>
            <a:chExt cx="3885692" cy="1879527"/>
          </a:xfrm>
        </p:grpSpPr>
        <p:cxnSp>
          <p:nvCxnSpPr>
            <p:cNvPr id="1819" name="Google Shape;1819;p27"/>
            <p:cNvCxnSpPr/>
            <p:nvPr/>
          </p:nvCxnSpPr>
          <p:spPr>
            <a:xfrm>
              <a:off x="5957258" y="2465750"/>
              <a:ext cx="0" cy="1335377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20" name="Google Shape;1820;p27"/>
            <p:cNvCxnSpPr/>
            <p:nvPr/>
          </p:nvCxnSpPr>
          <p:spPr>
            <a:xfrm>
              <a:off x="5385937" y="3009900"/>
              <a:ext cx="0" cy="1335377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21" name="Google Shape;1821;p27"/>
            <p:cNvCxnSpPr/>
            <p:nvPr/>
          </p:nvCxnSpPr>
          <p:spPr>
            <a:xfrm>
              <a:off x="6743784" y="3009900"/>
              <a:ext cx="0" cy="1274879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grpSp>
          <p:nvGrpSpPr>
            <p:cNvPr id="1822" name="Google Shape;1822;p27"/>
            <p:cNvGrpSpPr/>
            <p:nvPr/>
          </p:nvGrpSpPr>
          <p:grpSpPr>
            <a:xfrm rot="10800000" flipH="1">
              <a:off x="4963858" y="3449328"/>
              <a:ext cx="261805" cy="632329"/>
              <a:chOff x="4819025" y="3011710"/>
              <a:chExt cx="160123" cy="386740"/>
            </a:xfrm>
          </p:grpSpPr>
          <p:sp>
            <p:nvSpPr>
              <p:cNvPr id="1823" name="Google Shape;1823;p27"/>
              <p:cNvSpPr/>
              <p:nvPr/>
            </p:nvSpPr>
            <p:spPr>
              <a:xfrm>
                <a:off x="4819025" y="3011710"/>
                <a:ext cx="154800" cy="154800"/>
              </a:xfrm>
              <a:prstGeom prst="rect">
                <a:avLst/>
              </a:prstGeom>
              <a:solidFill>
                <a:srgbClr val="D8D8D8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4" name="Google Shape;1824;p27"/>
              <p:cNvSpPr/>
              <p:nvPr/>
            </p:nvSpPr>
            <p:spPr>
              <a:xfrm rot="10800000" flipH="1">
                <a:off x="4819025" y="3168521"/>
                <a:ext cx="156377" cy="229929"/>
              </a:xfrm>
              <a:prstGeom prst="triangle">
                <a:avLst>
                  <a:gd name="adj" fmla="val 50000"/>
                </a:avLst>
              </a:prstGeom>
              <a:gradFill>
                <a:gsLst>
                  <a:gs pos="0">
                    <a:schemeClr val="dk1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825" name="Google Shape;1825;p27"/>
              <p:cNvCxnSpPr/>
              <p:nvPr/>
            </p:nvCxnSpPr>
            <p:spPr>
              <a:xfrm flipH="1">
                <a:off x="4819813" y="3011710"/>
                <a:ext cx="154800" cy="154800"/>
              </a:xfrm>
              <a:prstGeom prst="straightConnector1">
                <a:avLst/>
              </a:prstGeom>
              <a:solidFill>
                <a:srgbClr val="D8D8D8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26" name="Google Shape;1826;p27"/>
              <p:cNvCxnSpPr/>
              <p:nvPr/>
            </p:nvCxnSpPr>
            <p:spPr>
              <a:xfrm>
                <a:off x="4824348" y="3015399"/>
                <a:ext cx="154800" cy="154800"/>
              </a:xfrm>
              <a:prstGeom prst="straightConnector1">
                <a:avLst/>
              </a:prstGeom>
              <a:solidFill>
                <a:srgbClr val="D8D8D8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827" name="Google Shape;1827;p27"/>
            <p:cNvGrpSpPr/>
            <p:nvPr/>
          </p:nvGrpSpPr>
          <p:grpSpPr>
            <a:xfrm rot="10800000" flipH="1">
              <a:off x="7954728" y="3449328"/>
              <a:ext cx="261805" cy="632329"/>
              <a:chOff x="4819025" y="3011710"/>
              <a:chExt cx="160123" cy="386740"/>
            </a:xfrm>
          </p:grpSpPr>
          <p:sp>
            <p:nvSpPr>
              <p:cNvPr id="1828" name="Google Shape;1828;p27"/>
              <p:cNvSpPr/>
              <p:nvPr/>
            </p:nvSpPr>
            <p:spPr>
              <a:xfrm>
                <a:off x="4819025" y="3011710"/>
                <a:ext cx="154800" cy="154800"/>
              </a:xfrm>
              <a:prstGeom prst="rect">
                <a:avLst/>
              </a:prstGeom>
              <a:solidFill>
                <a:srgbClr val="D8D8D8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9" name="Google Shape;1829;p27"/>
              <p:cNvSpPr/>
              <p:nvPr/>
            </p:nvSpPr>
            <p:spPr>
              <a:xfrm rot="10800000" flipH="1">
                <a:off x="4819025" y="3168521"/>
                <a:ext cx="156377" cy="229929"/>
              </a:xfrm>
              <a:prstGeom prst="triangle">
                <a:avLst>
                  <a:gd name="adj" fmla="val 50000"/>
                </a:avLst>
              </a:prstGeom>
              <a:gradFill>
                <a:gsLst>
                  <a:gs pos="0">
                    <a:schemeClr val="dk1"/>
                  </a:gs>
                  <a:gs pos="50000">
                    <a:srgbClr val="DCDCDC"/>
                  </a:gs>
                  <a:gs pos="100000">
                    <a:srgbClr val="EDEDED"/>
                  </a:gs>
                </a:gsLst>
                <a:lin ang="18900000" scaled="0"/>
              </a:gra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830" name="Google Shape;1830;p27"/>
              <p:cNvCxnSpPr/>
              <p:nvPr/>
            </p:nvCxnSpPr>
            <p:spPr>
              <a:xfrm flipH="1">
                <a:off x="4819813" y="3011710"/>
                <a:ext cx="154800" cy="154800"/>
              </a:xfrm>
              <a:prstGeom prst="straightConnector1">
                <a:avLst/>
              </a:prstGeom>
              <a:solidFill>
                <a:srgbClr val="D8D8D8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31" name="Google Shape;1831;p27"/>
              <p:cNvCxnSpPr/>
              <p:nvPr/>
            </p:nvCxnSpPr>
            <p:spPr>
              <a:xfrm>
                <a:off x="4824348" y="3015399"/>
                <a:ext cx="154800" cy="154800"/>
              </a:xfrm>
              <a:prstGeom prst="straightConnector1">
                <a:avLst/>
              </a:prstGeom>
              <a:solidFill>
                <a:srgbClr val="D8D8D8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1832" name="Google Shape;1832;p27"/>
            <p:cNvSpPr/>
            <p:nvPr/>
          </p:nvSpPr>
          <p:spPr>
            <a:xfrm rot="5400000">
              <a:off x="6459585" y="1584077"/>
              <a:ext cx="157654" cy="3677787"/>
            </a:xfrm>
            <a:prstGeom prst="rect">
              <a:avLst/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27"/>
            <p:cNvSpPr/>
            <p:nvPr/>
          </p:nvSpPr>
          <p:spPr>
            <a:xfrm>
              <a:off x="5826535" y="3232387"/>
              <a:ext cx="261805" cy="1080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27"/>
            <p:cNvSpPr/>
            <p:nvPr/>
          </p:nvSpPr>
          <p:spPr>
            <a:xfrm>
              <a:off x="5255035" y="3515242"/>
              <a:ext cx="261805" cy="108000"/>
            </a:xfrm>
            <a:prstGeom prst="rect">
              <a:avLst/>
            </a:prstGeom>
            <a:solidFill>
              <a:srgbClr val="00B0F0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27"/>
            <p:cNvSpPr/>
            <p:nvPr/>
          </p:nvSpPr>
          <p:spPr>
            <a:xfrm>
              <a:off x="6609867" y="3515242"/>
              <a:ext cx="261805" cy="108000"/>
            </a:xfrm>
            <a:prstGeom prst="rect">
              <a:avLst/>
            </a:prstGeom>
            <a:solidFill>
              <a:srgbClr val="00B0F0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27"/>
            <p:cNvSpPr txBox="1"/>
            <p:nvPr/>
          </p:nvSpPr>
          <p:spPr>
            <a:xfrm>
              <a:off x="6041607" y="2920950"/>
              <a:ext cx="47000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m</a:t>
              </a:r>
              <a:r>
                <a:rPr lang="pt-BR" sz="1600" baseline="-25000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d</a:t>
              </a:r>
              <a:endParaRPr sz="1600" baseline="-250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37" name="Google Shape;1837;p27"/>
            <p:cNvSpPr txBox="1"/>
            <p:nvPr/>
          </p:nvSpPr>
          <p:spPr>
            <a:xfrm>
              <a:off x="5376447" y="3569242"/>
              <a:ext cx="52931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rPr>
                <a:t>m</a:t>
              </a:r>
              <a:r>
                <a:rPr lang="pt-BR" sz="1600" baseline="-25000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rPr>
                <a:t>r1</a:t>
              </a:r>
              <a:endParaRPr/>
            </a:p>
          </p:txBody>
        </p:sp>
        <p:sp>
          <p:nvSpPr>
            <p:cNvPr id="1838" name="Google Shape;1838;p27"/>
            <p:cNvSpPr txBox="1"/>
            <p:nvPr/>
          </p:nvSpPr>
          <p:spPr>
            <a:xfrm>
              <a:off x="6755347" y="3569242"/>
              <a:ext cx="52931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rPr>
                <a:t>m</a:t>
              </a:r>
              <a:r>
                <a:rPr lang="pt-BR" sz="1600" baseline="-25000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rPr>
                <a:t>r2</a:t>
              </a:r>
              <a:endParaRPr/>
            </a:p>
          </p:txBody>
        </p:sp>
        <p:cxnSp>
          <p:nvCxnSpPr>
            <p:cNvPr id="1839" name="Google Shape;1839;p27"/>
            <p:cNvCxnSpPr/>
            <p:nvPr/>
          </p:nvCxnSpPr>
          <p:spPr>
            <a:xfrm rot="10800000">
              <a:off x="5958572" y="2695406"/>
              <a:ext cx="0" cy="451087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sp>
          <p:nvSpPr>
            <p:cNvPr id="1840" name="Google Shape;1840;p27"/>
            <p:cNvSpPr txBox="1"/>
            <p:nvPr/>
          </p:nvSpPr>
          <p:spPr>
            <a:xfrm>
              <a:off x="5978148" y="2493323"/>
              <a:ext cx="785793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F</a:t>
              </a:r>
              <a:r>
                <a:rPr lang="pt-BR" sz="1600" baseline="-25000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c</a:t>
              </a:r>
              <a:r>
                <a:rPr lang="pt-BR" sz="1600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+M</a:t>
              </a:r>
              <a:r>
                <a:rPr lang="pt-BR" sz="1600" baseline="-25000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c</a:t>
              </a:r>
              <a:endParaRPr sz="1600" baseline="-250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1841" name="Google Shape;1841;p27"/>
            <p:cNvCxnSpPr/>
            <p:nvPr/>
          </p:nvCxnSpPr>
          <p:spPr>
            <a:xfrm>
              <a:off x="5385937" y="3806770"/>
              <a:ext cx="0" cy="308732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1842" name="Google Shape;1842;p27"/>
            <p:cNvCxnSpPr/>
            <p:nvPr/>
          </p:nvCxnSpPr>
          <p:spPr>
            <a:xfrm>
              <a:off x="6740769" y="3766894"/>
              <a:ext cx="0" cy="308732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sp>
          <p:nvSpPr>
            <p:cNvPr id="1843" name="Google Shape;1843;p27"/>
            <p:cNvSpPr txBox="1"/>
            <p:nvPr/>
          </p:nvSpPr>
          <p:spPr>
            <a:xfrm>
              <a:off x="6723031" y="3946225"/>
              <a:ext cx="447558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rPr>
                <a:t>F</a:t>
              </a:r>
              <a:r>
                <a:rPr lang="pt-BR" sz="1600" baseline="-25000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rPr>
                <a:t>r2</a:t>
              </a:r>
              <a:endParaRPr/>
            </a:p>
          </p:txBody>
        </p:sp>
        <p:sp>
          <p:nvSpPr>
            <p:cNvPr id="1844" name="Google Shape;1844;p27"/>
            <p:cNvSpPr txBox="1"/>
            <p:nvPr/>
          </p:nvSpPr>
          <p:spPr>
            <a:xfrm>
              <a:off x="5372852" y="4006723"/>
              <a:ext cx="447558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rPr>
                <a:t>F</a:t>
              </a:r>
              <a:r>
                <a:rPr lang="pt-BR" sz="1600" baseline="-25000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rPr>
                <a:t>r1</a:t>
              </a:r>
              <a:endParaRPr/>
            </a:p>
          </p:txBody>
        </p:sp>
        <p:sp>
          <p:nvSpPr>
            <p:cNvPr id="1845" name="Google Shape;1845;p27"/>
            <p:cNvSpPr txBox="1"/>
            <p:nvPr/>
          </p:nvSpPr>
          <p:spPr>
            <a:xfrm>
              <a:off x="4491613" y="2834017"/>
              <a:ext cx="9444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00B050"/>
                  </a:solidFill>
                  <a:latin typeface="Verdana"/>
                  <a:ea typeface="Verdana"/>
                  <a:cs typeface="Verdana"/>
                  <a:sym typeface="Verdana"/>
                </a:rPr>
                <a:t>Plano 1</a:t>
              </a:r>
              <a:endParaRPr sz="1600" baseline="-25000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46" name="Google Shape;1846;p27"/>
            <p:cNvSpPr txBox="1"/>
            <p:nvPr/>
          </p:nvSpPr>
          <p:spPr>
            <a:xfrm>
              <a:off x="6765811" y="2827764"/>
              <a:ext cx="944489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00B050"/>
                  </a:solidFill>
                  <a:latin typeface="Verdana"/>
                  <a:ea typeface="Verdana"/>
                  <a:cs typeface="Verdana"/>
                  <a:sym typeface="Verdana"/>
                </a:rPr>
                <a:t>Plano 2</a:t>
              </a:r>
              <a:endParaRPr sz="1600" baseline="-25000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1847" name="Google Shape;1847;p27"/>
            <p:cNvCxnSpPr/>
            <p:nvPr/>
          </p:nvCxnSpPr>
          <p:spPr>
            <a:xfrm rot="10800000">
              <a:off x="5956121" y="2552541"/>
              <a:ext cx="0" cy="451087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sp>
          <p:nvSpPr>
            <p:cNvPr id="1848" name="Google Shape;1848;p27"/>
            <p:cNvSpPr txBox="1"/>
            <p:nvPr/>
          </p:nvSpPr>
          <p:spPr>
            <a:xfrm>
              <a:off x="5927339" y="3534006"/>
              <a:ext cx="390428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y</a:t>
              </a:r>
              <a:r>
                <a:rPr lang="pt-BR" sz="1600" baseline="-25000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d</a:t>
              </a:r>
              <a:endParaRPr/>
            </a:p>
          </p:txBody>
        </p:sp>
      </p:grpSp>
      <p:sp>
        <p:nvSpPr>
          <p:cNvPr id="1849" name="Google Shape;1849;p27"/>
          <p:cNvSpPr txBox="1"/>
          <p:nvPr/>
        </p:nvSpPr>
        <p:spPr>
          <a:xfrm>
            <a:off x="5940048" y="3917974"/>
            <a:ext cx="2085763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2039" r="-2038" b="-2666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50" name="Google Shape;1850;p27"/>
          <p:cNvSpPr txBox="1"/>
          <p:nvPr/>
        </p:nvSpPr>
        <p:spPr>
          <a:xfrm>
            <a:off x="5918872" y="4315363"/>
            <a:ext cx="2555764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908" r="-1670" b="-2666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851" name="Google Shape;1851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463" y="4008861"/>
            <a:ext cx="1263288" cy="320772"/>
          </a:xfrm>
          <a:prstGeom prst="rect">
            <a:avLst/>
          </a:prstGeom>
          <a:noFill/>
          <a:ln>
            <a:noFill/>
          </a:ln>
        </p:spPr>
      </p:pic>
      <p:sp>
        <p:nvSpPr>
          <p:cNvPr id="1852" name="Google Shape;1852;p27"/>
          <p:cNvSpPr txBox="1"/>
          <p:nvPr/>
        </p:nvSpPr>
        <p:spPr>
          <a:xfrm>
            <a:off x="711260" y="4582689"/>
            <a:ext cx="1244828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4411" t="-4442" r="-1470" b="-1777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53" name="Google Shape;1853;p27"/>
          <p:cNvSpPr txBox="1"/>
          <p:nvPr/>
        </p:nvSpPr>
        <p:spPr>
          <a:xfrm>
            <a:off x="711260" y="4886659"/>
            <a:ext cx="3160930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350" t="-4442" r="-1349" b="-3555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28"/>
          <p:cNvSpPr txBox="1"/>
          <p:nvPr/>
        </p:nvSpPr>
        <p:spPr>
          <a:xfrm>
            <a:off x="211439" y="93165"/>
            <a:ext cx="21580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Rotor rígido x flexível</a:t>
            </a:r>
            <a:endParaRPr/>
          </a:p>
        </p:txBody>
      </p:sp>
      <p:grpSp>
        <p:nvGrpSpPr>
          <p:cNvPr id="1859" name="Google Shape;1859;p28"/>
          <p:cNvGrpSpPr/>
          <p:nvPr/>
        </p:nvGrpSpPr>
        <p:grpSpPr>
          <a:xfrm>
            <a:off x="1097589" y="877818"/>
            <a:ext cx="2887671" cy="1069154"/>
            <a:chOff x="674679" y="2791088"/>
            <a:chExt cx="4746634" cy="1757431"/>
          </a:xfrm>
        </p:grpSpPr>
        <p:sp>
          <p:nvSpPr>
            <p:cNvPr id="1860" name="Google Shape;1860;p28"/>
            <p:cNvSpPr/>
            <p:nvPr/>
          </p:nvSpPr>
          <p:spPr>
            <a:xfrm rot="5196976">
              <a:off x="3166815" y="1511052"/>
              <a:ext cx="157654" cy="3779842"/>
            </a:xfrm>
            <a:prstGeom prst="can">
              <a:avLst>
                <a:gd name="adj" fmla="val 41370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61" name="Google Shape;1861;p28"/>
            <p:cNvCxnSpPr/>
            <p:nvPr/>
          </p:nvCxnSpPr>
          <p:spPr>
            <a:xfrm rot="10800000">
              <a:off x="711200" y="3404278"/>
              <a:ext cx="471011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sp>
          <p:nvSpPr>
            <p:cNvPr id="1862" name="Google Shape;1862;p28"/>
            <p:cNvSpPr/>
            <p:nvPr/>
          </p:nvSpPr>
          <p:spPr>
            <a:xfrm>
              <a:off x="831751" y="3100563"/>
              <a:ext cx="288000" cy="612000"/>
            </a:xfrm>
            <a:prstGeom prst="arc">
              <a:avLst>
                <a:gd name="adj1" fmla="val 2693242"/>
                <a:gd name="adj2" fmla="val 18043605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none" w="sm" len="sm"/>
            </a:ln>
            <a:effectLst>
              <a:outerShdw blurRad="50800" dist="38100" algn="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3" name="Google Shape;1863;p28"/>
            <p:cNvSpPr txBox="1"/>
            <p:nvPr/>
          </p:nvSpPr>
          <p:spPr>
            <a:xfrm>
              <a:off x="1196735" y="2791088"/>
              <a:ext cx="394658" cy="36933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27498" r="-4997" b="-5135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grpSp>
          <p:nvGrpSpPr>
            <p:cNvPr id="1864" name="Google Shape;1864;p28"/>
            <p:cNvGrpSpPr/>
            <p:nvPr/>
          </p:nvGrpSpPr>
          <p:grpSpPr>
            <a:xfrm rot="-5400000">
              <a:off x="4378054" y="3645874"/>
              <a:ext cx="1078232" cy="439507"/>
              <a:chOff x="2876246" y="5420791"/>
              <a:chExt cx="1187312" cy="573570"/>
            </a:xfrm>
          </p:grpSpPr>
          <p:grpSp>
            <p:nvGrpSpPr>
              <p:cNvPr id="1865" name="Google Shape;1865;p28"/>
              <p:cNvGrpSpPr/>
              <p:nvPr/>
            </p:nvGrpSpPr>
            <p:grpSpPr>
              <a:xfrm rot="10800000" flipH="1">
                <a:off x="3031610" y="5759005"/>
                <a:ext cx="911299" cy="235356"/>
                <a:chOff x="406024" y="5316991"/>
                <a:chExt cx="2584826" cy="426584"/>
              </a:xfrm>
            </p:grpSpPr>
            <p:sp>
              <p:nvSpPr>
                <p:cNvPr id="1866" name="Google Shape;1866;p28"/>
                <p:cNvSpPr/>
                <p:nvPr/>
              </p:nvSpPr>
              <p:spPr>
                <a:xfrm>
                  <a:off x="1511633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7" name="Google Shape;1867;p28"/>
                <p:cNvSpPr/>
                <p:nvPr/>
              </p:nvSpPr>
              <p:spPr>
                <a:xfrm>
                  <a:off x="1511634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8" name="Google Shape;1868;p28"/>
                <p:cNvSpPr/>
                <p:nvPr/>
              </p:nvSpPr>
              <p:spPr>
                <a:xfrm>
                  <a:off x="1271989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9" name="Google Shape;1869;p28"/>
                <p:cNvSpPr/>
                <p:nvPr/>
              </p:nvSpPr>
              <p:spPr>
                <a:xfrm>
                  <a:off x="1271990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0" name="Google Shape;1870;p28"/>
                <p:cNvSpPr/>
                <p:nvPr/>
              </p:nvSpPr>
              <p:spPr>
                <a:xfrm>
                  <a:off x="1032346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1" name="Google Shape;1871;p28"/>
                <p:cNvSpPr/>
                <p:nvPr/>
              </p:nvSpPr>
              <p:spPr>
                <a:xfrm>
                  <a:off x="1032347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2" name="Google Shape;1872;p28"/>
                <p:cNvSpPr/>
                <p:nvPr/>
              </p:nvSpPr>
              <p:spPr>
                <a:xfrm>
                  <a:off x="792703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3" name="Google Shape;1873;p28"/>
                <p:cNvSpPr/>
                <p:nvPr/>
              </p:nvSpPr>
              <p:spPr>
                <a:xfrm>
                  <a:off x="792704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4" name="Google Shape;1874;p28"/>
                <p:cNvSpPr/>
                <p:nvPr/>
              </p:nvSpPr>
              <p:spPr>
                <a:xfrm>
                  <a:off x="1751276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5" name="Google Shape;1875;p28"/>
                <p:cNvSpPr/>
                <p:nvPr/>
              </p:nvSpPr>
              <p:spPr>
                <a:xfrm>
                  <a:off x="1751277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6" name="Google Shape;1876;p28"/>
                <p:cNvSpPr/>
                <p:nvPr/>
              </p:nvSpPr>
              <p:spPr>
                <a:xfrm>
                  <a:off x="2186009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7" name="Google Shape;1877;p28"/>
                <p:cNvSpPr/>
                <p:nvPr/>
              </p:nvSpPr>
              <p:spPr>
                <a:xfrm>
                  <a:off x="2186010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8" name="Google Shape;1878;p28"/>
                <p:cNvSpPr/>
                <p:nvPr/>
              </p:nvSpPr>
              <p:spPr>
                <a:xfrm>
                  <a:off x="1946365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9" name="Google Shape;1879;p28"/>
                <p:cNvSpPr/>
                <p:nvPr/>
              </p:nvSpPr>
              <p:spPr>
                <a:xfrm>
                  <a:off x="1946366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0" name="Google Shape;1880;p28"/>
                <p:cNvSpPr/>
                <p:nvPr/>
              </p:nvSpPr>
              <p:spPr>
                <a:xfrm>
                  <a:off x="553061" y="5316991"/>
                  <a:ext cx="804840" cy="426584"/>
                </a:xfrm>
                <a:prstGeom prst="arc">
                  <a:avLst>
                    <a:gd name="adj1" fmla="val 10679173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1" name="Google Shape;1881;p28"/>
                <p:cNvSpPr/>
                <p:nvPr/>
              </p:nvSpPr>
              <p:spPr>
                <a:xfrm>
                  <a:off x="2416609" y="5316991"/>
                  <a:ext cx="339118" cy="426584"/>
                </a:xfrm>
                <a:prstGeom prst="arc">
                  <a:avLst>
                    <a:gd name="adj1" fmla="val 16111471"/>
                    <a:gd name="adj2" fmla="val 21589035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882" name="Google Shape;1882;p28"/>
                <p:cNvCxnSpPr/>
                <p:nvPr/>
              </p:nvCxnSpPr>
              <p:spPr>
                <a:xfrm>
                  <a:off x="2733178" y="5518319"/>
                  <a:ext cx="170894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883" name="Google Shape;1883;p28"/>
                <p:cNvCxnSpPr/>
                <p:nvPr/>
              </p:nvCxnSpPr>
              <p:spPr>
                <a:xfrm>
                  <a:off x="406024" y="5518319"/>
                  <a:ext cx="170894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884" name="Google Shape;1884;p28"/>
              <p:cNvGrpSpPr/>
              <p:nvPr/>
            </p:nvGrpSpPr>
            <p:grpSpPr>
              <a:xfrm>
                <a:off x="3015484" y="5420791"/>
                <a:ext cx="900000" cy="252000"/>
                <a:chOff x="2068305" y="3596907"/>
                <a:chExt cx="1544362" cy="324036"/>
              </a:xfrm>
            </p:grpSpPr>
            <p:cxnSp>
              <p:nvCxnSpPr>
                <p:cNvPr id="1885" name="Google Shape;1885;p28"/>
                <p:cNvCxnSpPr/>
                <p:nvPr/>
              </p:nvCxnSpPr>
              <p:spPr>
                <a:xfrm>
                  <a:off x="2068305" y="3758925"/>
                  <a:ext cx="501061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  <p:sp>
              <p:nvSpPr>
                <p:cNvPr id="1886" name="Google Shape;1886;p28"/>
                <p:cNvSpPr/>
                <p:nvPr/>
              </p:nvSpPr>
              <p:spPr>
                <a:xfrm>
                  <a:off x="2497358" y="3686917"/>
                  <a:ext cx="216024" cy="14401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7" name="Google Shape;1887;p28"/>
                <p:cNvSpPr/>
                <p:nvPr/>
              </p:nvSpPr>
              <p:spPr>
                <a:xfrm>
                  <a:off x="2605370" y="3596907"/>
                  <a:ext cx="396044" cy="32403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8" name="Google Shape;1888;p28"/>
                <p:cNvSpPr/>
                <p:nvPr/>
              </p:nvSpPr>
              <p:spPr>
                <a:xfrm>
                  <a:off x="2929406" y="3686917"/>
                  <a:ext cx="216024" cy="14401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889" name="Google Shape;1889;p28"/>
                <p:cNvCxnSpPr/>
                <p:nvPr/>
              </p:nvCxnSpPr>
              <p:spPr>
                <a:xfrm>
                  <a:off x="3109425" y="3749400"/>
                  <a:ext cx="503242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</p:grpSp>
          <p:cxnSp>
            <p:nvCxnSpPr>
              <p:cNvPr id="1890" name="Google Shape;1890;p28"/>
              <p:cNvCxnSpPr/>
              <p:nvPr/>
            </p:nvCxnSpPr>
            <p:spPr>
              <a:xfrm>
                <a:off x="3026848" y="5544621"/>
                <a:ext cx="0" cy="34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891" name="Google Shape;1891;p28"/>
              <p:cNvCxnSpPr/>
              <p:nvPr/>
            </p:nvCxnSpPr>
            <p:spPr>
              <a:xfrm>
                <a:off x="3919558" y="5534051"/>
                <a:ext cx="0" cy="360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892" name="Google Shape;1892;p28"/>
              <p:cNvCxnSpPr/>
              <p:nvPr/>
            </p:nvCxnSpPr>
            <p:spPr>
              <a:xfrm>
                <a:off x="2876246" y="5710900"/>
                <a:ext cx="144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893" name="Google Shape;1893;p28"/>
              <p:cNvCxnSpPr/>
              <p:nvPr/>
            </p:nvCxnSpPr>
            <p:spPr>
              <a:xfrm>
                <a:off x="3919558" y="5710900"/>
                <a:ext cx="144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</p:grpSp>
        <p:grpSp>
          <p:nvGrpSpPr>
            <p:cNvPr id="1894" name="Google Shape;1894;p28"/>
            <p:cNvGrpSpPr/>
            <p:nvPr/>
          </p:nvGrpSpPr>
          <p:grpSpPr>
            <a:xfrm rot="-5400000">
              <a:off x="1175165" y="3778225"/>
              <a:ext cx="813530" cy="439507"/>
              <a:chOff x="2876246" y="5420791"/>
              <a:chExt cx="1187312" cy="573570"/>
            </a:xfrm>
          </p:grpSpPr>
          <p:grpSp>
            <p:nvGrpSpPr>
              <p:cNvPr id="1895" name="Google Shape;1895;p28"/>
              <p:cNvGrpSpPr/>
              <p:nvPr/>
            </p:nvGrpSpPr>
            <p:grpSpPr>
              <a:xfrm rot="10800000" flipH="1">
                <a:off x="3031610" y="5759005"/>
                <a:ext cx="911299" cy="235356"/>
                <a:chOff x="406024" y="5316991"/>
                <a:chExt cx="2584826" cy="426584"/>
              </a:xfrm>
            </p:grpSpPr>
            <p:sp>
              <p:nvSpPr>
                <p:cNvPr id="1896" name="Google Shape;1896;p28"/>
                <p:cNvSpPr/>
                <p:nvPr/>
              </p:nvSpPr>
              <p:spPr>
                <a:xfrm>
                  <a:off x="1511633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7" name="Google Shape;1897;p28"/>
                <p:cNvSpPr/>
                <p:nvPr/>
              </p:nvSpPr>
              <p:spPr>
                <a:xfrm>
                  <a:off x="1511634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8" name="Google Shape;1898;p28"/>
                <p:cNvSpPr/>
                <p:nvPr/>
              </p:nvSpPr>
              <p:spPr>
                <a:xfrm>
                  <a:off x="1271989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9" name="Google Shape;1899;p28"/>
                <p:cNvSpPr/>
                <p:nvPr/>
              </p:nvSpPr>
              <p:spPr>
                <a:xfrm>
                  <a:off x="1271990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0" name="Google Shape;1900;p28"/>
                <p:cNvSpPr/>
                <p:nvPr/>
              </p:nvSpPr>
              <p:spPr>
                <a:xfrm>
                  <a:off x="1032346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1" name="Google Shape;1901;p28"/>
                <p:cNvSpPr/>
                <p:nvPr/>
              </p:nvSpPr>
              <p:spPr>
                <a:xfrm>
                  <a:off x="1032347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2" name="Google Shape;1902;p28"/>
                <p:cNvSpPr/>
                <p:nvPr/>
              </p:nvSpPr>
              <p:spPr>
                <a:xfrm>
                  <a:off x="792703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3" name="Google Shape;1903;p28"/>
                <p:cNvSpPr/>
                <p:nvPr/>
              </p:nvSpPr>
              <p:spPr>
                <a:xfrm>
                  <a:off x="792704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4" name="Google Shape;1904;p28"/>
                <p:cNvSpPr/>
                <p:nvPr/>
              </p:nvSpPr>
              <p:spPr>
                <a:xfrm>
                  <a:off x="1751276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5" name="Google Shape;1905;p28"/>
                <p:cNvSpPr/>
                <p:nvPr/>
              </p:nvSpPr>
              <p:spPr>
                <a:xfrm>
                  <a:off x="1751277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6" name="Google Shape;1906;p28"/>
                <p:cNvSpPr/>
                <p:nvPr/>
              </p:nvSpPr>
              <p:spPr>
                <a:xfrm>
                  <a:off x="2186009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7" name="Google Shape;1907;p28"/>
                <p:cNvSpPr/>
                <p:nvPr/>
              </p:nvSpPr>
              <p:spPr>
                <a:xfrm>
                  <a:off x="2186010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8" name="Google Shape;1908;p28"/>
                <p:cNvSpPr/>
                <p:nvPr/>
              </p:nvSpPr>
              <p:spPr>
                <a:xfrm>
                  <a:off x="1946365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9" name="Google Shape;1909;p28"/>
                <p:cNvSpPr/>
                <p:nvPr/>
              </p:nvSpPr>
              <p:spPr>
                <a:xfrm>
                  <a:off x="1946366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0" name="Google Shape;1910;p28"/>
                <p:cNvSpPr/>
                <p:nvPr/>
              </p:nvSpPr>
              <p:spPr>
                <a:xfrm>
                  <a:off x="553061" y="5316991"/>
                  <a:ext cx="804840" cy="426584"/>
                </a:xfrm>
                <a:prstGeom prst="arc">
                  <a:avLst>
                    <a:gd name="adj1" fmla="val 10679173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1" name="Google Shape;1911;p28"/>
                <p:cNvSpPr/>
                <p:nvPr/>
              </p:nvSpPr>
              <p:spPr>
                <a:xfrm>
                  <a:off x="2416609" y="5316991"/>
                  <a:ext cx="339118" cy="426584"/>
                </a:xfrm>
                <a:prstGeom prst="arc">
                  <a:avLst>
                    <a:gd name="adj1" fmla="val 16111471"/>
                    <a:gd name="adj2" fmla="val 21589035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912" name="Google Shape;1912;p28"/>
                <p:cNvCxnSpPr/>
                <p:nvPr/>
              </p:nvCxnSpPr>
              <p:spPr>
                <a:xfrm>
                  <a:off x="2733178" y="5518319"/>
                  <a:ext cx="170894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913" name="Google Shape;1913;p28"/>
                <p:cNvCxnSpPr/>
                <p:nvPr/>
              </p:nvCxnSpPr>
              <p:spPr>
                <a:xfrm>
                  <a:off x="406024" y="5518319"/>
                  <a:ext cx="170894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914" name="Google Shape;1914;p28"/>
              <p:cNvGrpSpPr/>
              <p:nvPr/>
            </p:nvGrpSpPr>
            <p:grpSpPr>
              <a:xfrm>
                <a:off x="3015484" y="5420791"/>
                <a:ext cx="900000" cy="252000"/>
                <a:chOff x="2068305" y="3596907"/>
                <a:chExt cx="1544362" cy="324036"/>
              </a:xfrm>
            </p:grpSpPr>
            <p:cxnSp>
              <p:nvCxnSpPr>
                <p:cNvPr id="1915" name="Google Shape;1915;p28"/>
                <p:cNvCxnSpPr/>
                <p:nvPr/>
              </p:nvCxnSpPr>
              <p:spPr>
                <a:xfrm>
                  <a:off x="2068305" y="3758925"/>
                  <a:ext cx="501061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  <p:sp>
              <p:nvSpPr>
                <p:cNvPr id="1916" name="Google Shape;1916;p28"/>
                <p:cNvSpPr/>
                <p:nvPr/>
              </p:nvSpPr>
              <p:spPr>
                <a:xfrm>
                  <a:off x="2497358" y="3686917"/>
                  <a:ext cx="216024" cy="14401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7" name="Google Shape;1917;p28"/>
                <p:cNvSpPr/>
                <p:nvPr/>
              </p:nvSpPr>
              <p:spPr>
                <a:xfrm>
                  <a:off x="2605370" y="3596907"/>
                  <a:ext cx="396044" cy="32403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8" name="Google Shape;1918;p28"/>
                <p:cNvSpPr/>
                <p:nvPr/>
              </p:nvSpPr>
              <p:spPr>
                <a:xfrm>
                  <a:off x="2929406" y="3686917"/>
                  <a:ext cx="216024" cy="14401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919" name="Google Shape;1919;p28"/>
                <p:cNvCxnSpPr/>
                <p:nvPr/>
              </p:nvCxnSpPr>
              <p:spPr>
                <a:xfrm>
                  <a:off x="3109425" y="3749400"/>
                  <a:ext cx="503242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</p:grpSp>
          <p:cxnSp>
            <p:nvCxnSpPr>
              <p:cNvPr id="1920" name="Google Shape;1920;p28"/>
              <p:cNvCxnSpPr/>
              <p:nvPr/>
            </p:nvCxnSpPr>
            <p:spPr>
              <a:xfrm>
                <a:off x="3026848" y="5544621"/>
                <a:ext cx="0" cy="34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921" name="Google Shape;1921;p28"/>
              <p:cNvCxnSpPr/>
              <p:nvPr/>
            </p:nvCxnSpPr>
            <p:spPr>
              <a:xfrm>
                <a:off x="3919558" y="5534051"/>
                <a:ext cx="0" cy="360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922" name="Google Shape;1922;p28"/>
              <p:cNvCxnSpPr/>
              <p:nvPr/>
            </p:nvCxnSpPr>
            <p:spPr>
              <a:xfrm>
                <a:off x="2876246" y="5710900"/>
                <a:ext cx="144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923" name="Google Shape;1923;p28"/>
              <p:cNvCxnSpPr/>
              <p:nvPr/>
            </p:nvCxnSpPr>
            <p:spPr>
              <a:xfrm>
                <a:off x="3919558" y="5710900"/>
                <a:ext cx="144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</p:grpSp>
        <p:sp>
          <p:nvSpPr>
            <p:cNvPr id="1924" name="Google Shape;1924;p28"/>
            <p:cNvSpPr/>
            <p:nvPr/>
          </p:nvSpPr>
          <p:spPr>
            <a:xfrm rot="5400000">
              <a:off x="2902342" y="2174261"/>
              <a:ext cx="146595" cy="4601921"/>
            </a:xfrm>
            <a:prstGeom prst="rect">
              <a:avLst/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5" name="Google Shape;1925;p28"/>
          <p:cNvGrpSpPr/>
          <p:nvPr/>
        </p:nvGrpSpPr>
        <p:grpSpPr>
          <a:xfrm>
            <a:off x="4438315" y="880298"/>
            <a:ext cx="2887671" cy="1069154"/>
            <a:chOff x="3843955" y="2975798"/>
            <a:chExt cx="2887671" cy="1069154"/>
          </a:xfrm>
        </p:grpSpPr>
        <p:sp>
          <p:nvSpPr>
            <p:cNvPr id="1926" name="Google Shape;1926;p28"/>
            <p:cNvSpPr/>
            <p:nvPr/>
          </p:nvSpPr>
          <p:spPr>
            <a:xfrm rot="-690830">
              <a:off x="4215241" y="3391202"/>
              <a:ext cx="50740" cy="81936"/>
            </a:xfrm>
            <a:prstGeom prst="ellipse">
              <a:avLst/>
            </a:prstGeom>
            <a:solidFill>
              <a:srgbClr val="F2F2F2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7" name="Google Shape;1927;p28"/>
            <p:cNvSpPr/>
            <p:nvPr/>
          </p:nvSpPr>
          <p:spPr>
            <a:xfrm rot="-260251">
              <a:off x="4241726" y="3275019"/>
              <a:ext cx="2297454" cy="136073"/>
            </a:xfrm>
            <a:prstGeom prst="wave">
              <a:avLst>
                <a:gd name="adj1" fmla="val 20000"/>
                <a:gd name="adj2" fmla="val 81"/>
              </a:avLst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540000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28" name="Google Shape;1928;p28"/>
            <p:cNvCxnSpPr/>
            <p:nvPr/>
          </p:nvCxnSpPr>
          <p:spPr>
            <a:xfrm rot="10800000">
              <a:off x="3866173" y="3348839"/>
              <a:ext cx="28654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sp>
          <p:nvSpPr>
            <p:cNvPr id="1929" name="Google Shape;1929;p28"/>
            <p:cNvSpPr/>
            <p:nvPr/>
          </p:nvSpPr>
          <p:spPr>
            <a:xfrm>
              <a:off x="3939512" y="3164071"/>
              <a:ext cx="175208" cy="372317"/>
            </a:xfrm>
            <a:prstGeom prst="arc">
              <a:avLst>
                <a:gd name="adj1" fmla="val 2693242"/>
                <a:gd name="adj2" fmla="val 18043605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none" w="sm" len="sm"/>
            </a:ln>
            <a:effectLst>
              <a:outerShdw blurRad="50800" dist="38100" algn="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28"/>
            <p:cNvSpPr txBox="1"/>
            <p:nvPr/>
          </p:nvSpPr>
          <p:spPr>
            <a:xfrm>
              <a:off x="4161554" y="2975798"/>
              <a:ext cx="240095" cy="224688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l="-27498" r="-4997" b="-5135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grpSp>
          <p:nvGrpSpPr>
            <p:cNvPr id="1931" name="Google Shape;1931;p28"/>
            <p:cNvGrpSpPr/>
            <p:nvPr/>
          </p:nvGrpSpPr>
          <p:grpSpPr>
            <a:xfrm rot="-5400000">
              <a:off x="6108264" y="3507133"/>
              <a:ext cx="633321" cy="267379"/>
              <a:chOff x="2876246" y="5420791"/>
              <a:chExt cx="1187312" cy="573570"/>
            </a:xfrm>
          </p:grpSpPr>
          <p:grpSp>
            <p:nvGrpSpPr>
              <p:cNvPr id="1932" name="Google Shape;1932;p28"/>
              <p:cNvGrpSpPr/>
              <p:nvPr/>
            </p:nvGrpSpPr>
            <p:grpSpPr>
              <a:xfrm rot="10800000" flipH="1">
                <a:off x="3031610" y="5759005"/>
                <a:ext cx="911299" cy="235356"/>
                <a:chOff x="406024" y="5316991"/>
                <a:chExt cx="2584826" cy="426584"/>
              </a:xfrm>
            </p:grpSpPr>
            <p:sp>
              <p:nvSpPr>
                <p:cNvPr id="1933" name="Google Shape;1933;p28"/>
                <p:cNvSpPr/>
                <p:nvPr/>
              </p:nvSpPr>
              <p:spPr>
                <a:xfrm>
                  <a:off x="1511633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4" name="Google Shape;1934;p28"/>
                <p:cNvSpPr/>
                <p:nvPr/>
              </p:nvSpPr>
              <p:spPr>
                <a:xfrm>
                  <a:off x="1511634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5" name="Google Shape;1935;p28"/>
                <p:cNvSpPr/>
                <p:nvPr/>
              </p:nvSpPr>
              <p:spPr>
                <a:xfrm>
                  <a:off x="1271989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6" name="Google Shape;1936;p28"/>
                <p:cNvSpPr/>
                <p:nvPr/>
              </p:nvSpPr>
              <p:spPr>
                <a:xfrm>
                  <a:off x="1271990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7" name="Google Shape;1937;p28"/>
                <p:cNvSpPr/>
                <p:nvPr/>
              </p:nvSpPr>
              <p:spPr>
                <a:xfrm>
                  <a:off x="1032346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8" name="Google Shape;1938;p28"/>
                <p:cNvSpPr/>
                <p:nvPr/>
              </p:nvSpPr>
              <p:spPr>
                <a:xfrm>
                  <a:off x="1032347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9" name="Google Shape;1939;p28"/>
                <p:cNvSpPr/>
                <p:nvPr/>
              </p:nvSpPr>
              <p:spPr>
                <a:xfrm>
                  <a:off x="792703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0" name="Google Shape;1940;p28"/>
                <p:cNvSpPr/>
                <p:nvPr/>
              </p:nvSpPr>
              <p:spPr>
                <a:xfrm>
                  <a:off x="792704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1" name="Google Shape;1941;p28"/>
                <p:cNvSpPr/>
                <p:nvPr/>
              </p:nvSpPr>
              <p:spPr>
                <a:xfrm>
                  <a:off x="1751276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2" name="Google Shape;1942;p28"/>
                <p:cNvSpPr/>
                <p:nvPr/>
              </p:nvSpPr>
              <p:spPr>
                <a:xfrm>
                  <a:off x="1751277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3" name="Google Shape;1943;p28"/>
                <p:cNvSpPr/>
                <p:nvPr/>
              </p:nvSpPr>
              <p:spPr>
                <a:xfrm>
                  <a:off x="2186009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4" name="Google Shape;1944;p28"/>
                <p:cNvSpPr/>
                <p:nvPr/>
              </p:nvSpPr>
              <p:spPr>
                <a:xfrm>
                  <a:off x="2186010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5" name="Google Shape;1945;p28"/>
                <p:cNvSpPr/>
                <p:nvPr/>
              </p:nvSpPr>
              <p:spPr>
                <a:xfrm>
                  <a:off x="1946365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6" name="Google Shape;1946;p28"/>
                <p:cNvSpPr/>
                <p:nvPr/>
              </p:nvSpPr>
              <p:spPr>
                <a:xfrm>
                  <a:off x="1946366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7" name="Google Shape;1947;p28"/>
                <p:cNvSpPr/>
                <p:nvPr/>
              </p:nvSpPr>
              <p:spPr>
                <a:xfrm>
                  <a:off x="553061" y="5316991"/>
                  <a:ext cx="804840" cy="426584"/>
                </a:xfrm>
                <a:prstGeom prst="arc">
                  <a:avLst>
                    <a:gd name="adj1" fmla="val 10679173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8" name="Google Shape;1948;p28"/>
                <p:cNvSpPr/>
                <p:nvPr/>
              </p:nvSpPr>
              <p:spPr>
                <a:xfrm>
                  <a:off x="2416609" y="5316991"/>
                  <a:ext cx="339118" cy="426584"/>
                </a:xfrm>
                <a:prstGeom prst="arc">
                  <a:avLst>
                    <a:gd name="adj1" fmla="val 16111471"/>
                    <a:gd name="adj2" fmla="val 21589035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949" name="Google Shape;1949;p28"/>
                <p:cNvCxnSpPr/>
                <p:nvPr/>
              </p:nvCxnSpPr>
              <p:spPr>
                <a:xfrm>
                  <a:off x="2733178" y="5518319"/>
                  <a:ext cx="170894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950" name="Google Shape;1950;p28"/>
                <p:cNvCxnSpPr/>
                <p:nvPr/>
              </p:nvCxnSpPr>
              <p:spPr>
                <a:xfrm>
                  <a:off x="406024" y="5518319"/>
                  <a:ext cx="170894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951" name="Google Shape;1951;p28"/>
              <p:cNvGrpSpPr/>
              <p:nvPr/>
            </p:nvGrpSpPr>
            <p:grpSpPr>
              <a:xfrm>
                <a:off x="3015484" y="5420791"/>
                <a:ext cx="900000" cy="252000"/>
                <a:chOff x="2068305" y="3596907"/>
                <a:chExt cx="1544362" cy="324036"/>
              </a:xfrm>
            </p:grpSpPr>
            <p:cxnSp>
              <p:nvCxnSpPr>
                <p:cNvPr id="1952" name="Google Shape;1952;p28"/>
                <p:cNvCxnSpPr/>
                <p:nvPr/>
              </p:nvCxnSpPr>
              <p:spPr>
                <a:xfrm>
                  <a:off x="2068305" y="3758925"/>
                  <a:ext cx="501061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  <p:sp>
              <p:nvSpPr>
                <p:cNvPr id="1953" name="Google Shape;1953;p28"/>
                <p:cNvSpPr/>
                <p:nvPr/>
              </p:nvSpPr>
              <p:spPr>
                <a:xfrm>
                  <a:off x="2497358" y="3686917"/>
                  <a:ext cx="216024" cy="14401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4" name="Google Shape;1954;p28"/>
                <p:cNvSpPr/>
                <p:nvPr/>
              </p:nvSpPr>
              <p:spPr>
                <a:xfrm>
                  <a:off x="2605370" y="3596907"/>
                  <a:ext cx="396044" cy="32403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5" name="Google Shape;1955;p28"/>
                <p:cNvSpPr/>
                <p:nvPr/>
              </p:nvSpPr>
              <p:spPr>
                <a:xfrm>
                  <a:off x="2929406" y="3686917"/>
                  <a:ext cx="216024" cy="14401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956" name="Google Shape;1956;p28"/>
                <p:cNvCxnSpPr/>
                <p:nvPr/>
              </p:nvCxnSpPr>
              <p:spPr>
                <a:xfrm>
                  <a:off x="3109425" y="3749400"/>
                  <a:ext cx="503242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</p:grpSp>
          <p:cxnSp>
            <p:nvCxnSpPr>
              <p:cNvPr id="1957" name="Google Shape;1957;p28"/>
              <p:cNvCxnSpPr/>
              <p:nvPr/>
            </p:nvCxnSpPr>
            <p:spPr>
              <a:xfrm>
                <a:off x="3026848" y="5544621"/>
                <a:ext cx="0" cy="34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958" name="Google Shape;1958;p28"/>
              <p:cNvCxnSpPr/>
              <p:nvPr/>
            </p:nvCxnSpPr>
            <p:spPr>
              <a:xfrm>
                <a:off x="3919558" y="5534051"/>
                <a:ext cx="0" cy="360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959" name="Google Shape;1959;p28"/>
              <p:cNvCxnSpPr/>
              <p:nvPr/>
            </p:nvCxnSpPr>
            <p:spPr>
              <a:xfrm>
                <a:off x="2876246" y="5710900"/>
                <a:ext cx="144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960" name="Google Shape;1960;p28"/>
              <p:cNvCxnSpPr/>
              <p:nvPr/>
            </p:nvCxnSpPr>
            <p:spPr>
              <a:xfrm>
                <a:off x="3919558" y="5710900"/>
                <a:ext cx="144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</p:grpSp>
        <p:grpSp>
          <p:nvGrpSpPr>
            <p:cNvPr id="1961" name="Google Shape;1961;p28"/>
            <p:cNvGrpSpPr/>
            <p:nvPr/>
          </p:nvGrpSpPr>
          <p:grpSpPr>
            <a:xfrm rot="-5400000">
              <a:off x="4135637" y="3563539"/>
              <a:ext cx="520511" cy="267379"/>
              <a:chOff x="2876246" y="5420791"/>
              <a:chExt cx="1187312" cy="573570"/>
            </a:xfrm>
          </p:grpSpPr>
          <p:grpSp>
            <p:nvGrpSpPr>
              <p:cNvPr id="1962" name="Google Shape;1962;p28"/>
              <p:cNvGrpSpPr/>
              <p:nvPr/>
            </p:nvGrpSpPr>
            <p:grpSpPr>
              <a:xfrm rot="10800000" flipH="1">
                <a:off x="3031610" y="5759005"/>
                <a:ext cx="911299" cy="235356"/>
                <a:chOff x="406024" y="5316991"/>
                <a:chExt cx="2584826" cy="426584"/>
              </a:xfrm>
            </p:grpSpPr>
            <p:sp>
              <p:nvSpPr>
                <p:cNvPr id="1963" name="Google Shape;1963;p28"/>
                <p:cNvSpPr/>
                <p:nvPr/>
              </p:nvSpPr>
              <p:spPr>
                <a:xfrm>
                  <a:off x="1511633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4" name="Google Shape;1964;p28"/>
                <p:cNvSpPr/>
                <p:nvPr/>
              </p:nvSpPr>
              <p:spPr>
                <a:xfrm>
                  <a:off x="1511634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5" name="Google Shape;1965;p28"/>
                <p:cNvSpPr/>
                <p:nvPr/>
              </p:nvSpPr>
              <p:spPr>
                <a:xfrm>
                  <a:off x="1271989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6" name="Google Shape;1966;p28"/>
                <p:cNvSpPr/>
                <p:nvPr/>
              </p:nvSpPr>
              <p:spPr>
                <a:xfrm>
                  <a:off x="1271990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7" name="Google Shape;1967;p28"/>
                <p:cNvSpPr/>
                <p:nvPr/>
              </p:nvSpPr>
              <p:spPr>
                <a:xfrm>
                  <a:off x="1032346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8" name="Google Shape;1968;p28"/>
                <p:cNvSpPr/>
                <p:nvPr/>
              </p:nvSpPr>
              <p:spPr>
                <a:xfrm>
                  <a:off x="1032347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9" name="Google Shape;1969;p28"/>
                <p:cNvSpPr/>
                <p:nvPr/>
              </p:nvSpPr>
              <p:spPr>
                <a:xfrm>
                  <a:off x="792703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0" name="Google Shape;1970;p28"/>
                <p:cNvSpPr/>
                <p:nvPr/>
              </p:nvSpPr>
              <p:spPr>
                <a:xfrm>
                  <a:off x="792704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1" name="Google Shape;1971;p28"/>
                <p:cNvSpPr/>
                <p:nvPr/>
              </p:nvSpPr>
              <p:spPr>
                <a:xfrm>
                  <a:off x="1751276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2" name="Google Shape;1972;p28"/>
                <p:cNvSpPr/>
                <p:nvPr/>
              </p:nvSpPr>
              <p:spPr>
                <a:xfrm>
                  <a:off x="1751277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3" name="Google Shape;1973;p28"/>
                <p:cNvSpPr/>
                <p:nvPr/>
              </p:nvSpPr>
              <p:spPr>
                <a:xfrm>
                  <a:off x="2186009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4" name="Google Shape;1974;p28"/>
                <p:cNvSpPr/>
                <p:nvPr/>
              </p:nvSpPr>
              <p:spPr>
                <a:xfrm>
                  <a:off x="2186010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5" name="Google Shape;1975;p28"/>
                <p:cNvSpPr/>
                <p:nvPr/>
              </p:nvSpPr>
              <p:spPr>
                <a:xfrm>
                  <a:off x="1946365" y="5316991"/>
                  <a:ext cx="339118" cy="426584"/>
                </a:xfrm>
                <a:prstGeom prst="arc">
                  <a:avLst>
                    <a:gd name="adj1" fmla="val 16111471"/>
                    <a:gd name="adj2" fmla="val 10811537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6" name="Google Shape;1976;p28"/>
                <p:cNvSpPr/>
                <p:nvPr/>
              </p:nvSpPr>
              <p:spPr>
                <a:xfrm>
                  <a:off x="1946366" y="5316991"/>
                  <a:ext cx="804840" cy="426584"/>
                </a:xfrm>
                <a:prstGeom prst="arc">
                  <a:avLst>
                    <a:gd name="adj1" fmla="val 10790931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7" name="Google Shape;1977;p28"/>
                <p:cNvSpPr/>
                <p:nvPr/>
              </p:nvSpPr>
              <p:spPr>
                <a:xfrm>
                  <a:off x="553061" y="5316991"/>
                  <a:ext cx="804840" cy="426584"/>
                </a:xfrm>
                <a:prstGeom prst="arc">
                  <a:avLst>
                    <a:gd name="adj1" fmla="val 10679173"/>
                    <a:gd name="adj2" fmla="val 16194641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8" name="Google Shape;1978;p28"/>
                <p:cNvSpPr/>
                <p:nvPr/>
              </p:nvSpPr>
              <p:spPr>
                <a:xfrm>
                  <a:off x="2416609" y="5316991"/>
                  <a:ext cx="339118" cy="426584"/>
                </a:xfrm>
                <a:prstGeom prst="arc">
                  <a:avLst>
                    <a:gd name="adj1" fmla="val 16111471"/>
                    <a:gd name="adj2" fmla="val 21589035"/>
                  </a:avLst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979" name="Google Shape;1979;p28"/>
                <p:cNvCxnSpPr/>
                <p:nvPr/>
              </p:nvCxnSpPr>
              <p:spPr>
                <a:xfrm>
                  <a:off x="2733178" y="5518319"/>
                  <a:ext cx="170894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980" name="Google Shape;1980;p28"/>
                <p:cNvCxnSpPr/>
                <p:nvPr/>
              </p:nvCxnSpPr>
              <p:spPr>
                <a:xfrm>
                  <a:off x="406024" y="5518319"/>
                  <a:ext cx="170894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981" name="Google Shape;1981;p28"/>
              <p:cNvGrpSpPr/>
              <p:nvPr/>
            </p:nvGrpSpPr>
            <p:grpSpPr>
              <a:xfrm>
                <a:off x="3015484" y="5420791"/>
                <a:ext cx="900000" cy="252000"/>
                <a:chOff x="2068305" y="3596907"/>
                <a:chExt cx="1544362" cy="324036"/>
              </a:xfrm>
            </p:grpSpPr>
            <p:cxnSp>
              <p:nvCxnSpPr>
                <p:cNvPr id="1982" name="Google Shape;1982;p28"/>
                <p:cNvCxnSpPr/>
                <p:nvPr/>
              </p:nvCxnSpPr>
              <p:spPr>
                <a:xfrm>
                  <a:off x="2068305" y="3758925"/>
                  <a:ext cx="501061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  <p:sp>
              <p:nvSpPr>
                <p:cNvPr id="1983" name="Google Shape;1983;p28"/>
                <p:cNvSpPr/>
                <p:nvPr/>
              </p:nvSpPr>
              <p:spPr>
                <a:xfrm>
                  <a:off x="2497358" y="3686917"/>
                  <a:ext cx="216024" cy="14401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4" name="Google Shape;1984;p28"/>
                <p:cNvSpPr/>
                <p:nvPr/>
              </p:nvSpPr>
              <p:spPr>
                <a:xfrm>
                  <a:off x="2605370" y="3596907"/>
                  <a:ext cx="396044" cy="32403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5" name="Google Shape;1985;p28"/>
                <p:cNvSpPr/>
                <p:nvPr/>
              </p:nvSpPr>
              <p:spPr>
                <a:xfrm>
                  <a:off x="2929406" y="3686917"/>
                  <a:ext cx="216024" cy="144016"/>
                </a:xfrm>
                <a:prstGeom prst="flowChartMagneticDrum">
                  <a:avLst/>
                </a:prstGeom>
                <a:solidFill>
                  <a:srgbClr val="7F7F7F"/>
                </a:solidFill>
                <a:ln w="19050" cap="flat" cmpd="sng">
                  <a:solidFill>
                    <a:srgbClr val="0C0C0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986" name="Google Shape;1986;p28"/>
                <p:cNvCxnSpPr/>
                <p:nvPr/>
              </p:nvCxnSpPr>
              <p:spPr>
                <a:xfrm>
                  <a:off x="3109425" y="3749400"/>
                  <a:ext cx="503242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</p:cxnSp>
          </p:grpSp>
          <p:cxnSp>
            <p:nvCxnSpPr>
              <p:cNvPr id="1987" name="Google Shape;1987;p28"/>
              <p:cNvCxnSpPr/>
              <p:nvPr/>
            </p:nvCxnSpPr>
            <p:spPr>
              <a:xfrm>
                <a:off x="3026848" y="5544621"/>
                <a:ext cx="0" cy="342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988" name="Google Shape;1988;p28"/>
              <p:cNvCxnSpPr/>
              <p:nvPr/>
            </p:nvCxnSpPr>
            <p:spPr>
              <a:xfrm>
                <a:off x="3919558" y="5534051"/>
                <a:ext cx="0" cy="3600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989" name="Google Shape;1989;p28"/>
              <p:cNvCxnSpPr/>
              <p:nvPr/>
            </p:nvCxnSpPr>
            <p:spPr>
              <a:xfrm>
                <a:off x="2876246" y="5710900"/>
                <a:ext cx="144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cxnSp>
            <p:nvCxnSpPr>
              <p:cNvPr id="1990" name="Google Shape;1990;p28"/>
              <p:cNvCxnSpPr/>
              <p:nvPr/>
            </p:nvCxnSpPr>
            <p:spPr>
              <a:xfrm>
                <a:off x="3919558" y="5710900"/>
                <a:ext cx="1440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</p:grpSp>
        <p:sp>
          <p:nvSpPr>
            <p:cNvPr id="1991" name="Google Shape;1991;p28"/>
            <p:cNvSpPr/>
            <p:nvPr/>
          </p:nvSpPr>
          <p:spPr>
            <a:xfrm rot="5400000">
              <a:off x="5199180" y="2600544"/>
              <a:ext cx="89183" cy="2799633"/>
            </a:xfrm>
            <a:prstGeom prst="rect">
              <a:avLst/>
            </a:prstGeom>
            <a:gradFill>
              <a:gsLst>
                <a:gs pos="0">
                  <a:srgbClr val="F2F2F2"/>
                </a:gs>
                <a:gs pos="50000">
                  <a:srgbClr val="7F7F7F"/>
                </a:gs>
                <a:gs pos="100000">
                  <a:srgbClr val="262626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28"/>
            <p:cNvSpPr/>
            <p:nvPr/>
          </p:nvSpPr>
          <p:spPr>
            <a:xfrm rot="-690830">
              <a:off x="6516883" y="3213310"/>
              <a:ext cx="50740" cy="81936"/>
            </a:xfrm>
            <a:prstGeom prst="ellipse">
              <a:avLst/>
            </a:prstGeom>
            <a:solidFill>
              <a:srgbClr val="F2F2F2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3" name="Google Shape;1993;p28"/>
          <p:cNvSpPr txBox="1"/>
          <p:nvPr/>
        </p:nvSpPr>
        <p:spPr>
          <a:xfrm>
            <a:off x="1059489" y="2303999"/>
            <a:ext cx="4399474" cy="6341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94" name="Google Shape;1994;p28"/>
          <p:cNvSpPr txBox="1"/>
          <p:nvPr/>
        </p:nvSpPr>
        <p:spPr>
          <a:xfrm>
            <a:off x="460298" y="3191909"/>
            <a:ext cx="7353488" cy="63414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95" name="Google Shape;1995;p28"/>
          <p:cNvSpPr txBox="1"/>
          <p:nvPr/>
        </p:nvSpPr>
        <p:spPr>
          <a:xfrm>
            <a:off x="2783529" y="4131690"/>
            <a:ext cx="4036810" cy="63414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96" name="Google Shape;1996;p28"/>
          <p:cNvSpPr txBox="1"/>
          <p:nvPr/>
        </p:nvSpPr>
        <p:spPr>
          <a:xfrm>
            <a:off x="1929573" y="5068514"/>
            <a:ext cx="1245919" cy="719428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84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97" name="Google Shape;1997;p28"/>
          <p:cNvSpPr txBox="1"/>
          <p:nvPr/>
        </p:nvSpPr>
        <p:spPr>
          <a:xfrm>
            <a:off x="3694385" y="5275340"/>
            <a:ext cx="1162178" cy="312458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4187" t="-42303" r="-30362" b="-576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2" name="Google Shape;2002;p29"/>
          <p:cNvGrpSpPr/>
          <p:nvPr/>
        </p:nvGrpSpPr>
        <p:grpSpPr>
          <a:xfrm>
            <a:off x="1239702" y="661825"/>
            <a:ext cx="2391883" cy="5211600"/>
            <a:chOff x="1239702" y="661825"/>
            <a:chExt cx="2391883" cy="5211600"/>
          </a:xfrm>
        </p:grpSpPr>
        <p:cxnSp>
          <p:nvCxnSpPr>
            <p:cNvPr id="2003" name="Google Shape;2003;p29"/>
            <p:cNvCxnSpPr/>
            <p:nvPr/>
          </p:nvCxnSpPr>
          <p:spPr>
            <a:xfrm flipH="1">
              <a:off x="1820475" y="4057075"/>
              <a:ext cx="1532100" cy="14874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triangle" w="sm" len="sm"/>
              <a:tailEnd type="none" w="sm" len="sm"/>
            </a:ln>
          </p:spPr>
        </p:cxnSp>
        <p:sp>
          <p:nvSpPr>
            <p:cNvPr id="2004" name="Google Shape;2004;p29"/>
            <p:cNvSpPr/>
            <p:nvPr/>
          </p:nvSpPr>
          <p:spPr>
            <a:xfrm>
              <a:off x="2197600" y="956741"/>
              <a:ext cx="157800" cy="4164000"/>
            </a:xfrm>
            <a:prstGeom prst="can">
              <a:avLst>
                <a:gd name="adj" fmla="val 5949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5" name="Google Shape;2005;p29"/>
            <p:cNvSpPr/>
            <p:nvPr/>
          </p:nvSpPr>
          <p:spPr>
            <a:xfrm>
              <a:off x="1970500" y="4006212"/>
              <a:ext cx="612000" cy="431400"/>
            </a:xfrm>
            <a:prstGeom prst="can">
              <a:avLst>
                <a:gd name="adj" fmla="val 50000"/>
              </a:avLst>
            </a:prstGeom>
            <a:gradFill>
              <a:gsLst>
                <a:gs pos="0">
                  <a:srgbClr val="C9C9C9"/>
                </a:gs>
                <a:gs pos="50000">
                  <a:srgbClr val="DCDCDC"/>
                </a:gs>
                <a:gs pos="100000">
                  <a:srgbClr val="EDEDED"/>
                </a:gs>
              </a:gsLst>
              <a:lin ang="18900044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6" name="Google Shape;2006;p29"/>
            <p:cNvSpPr/>
            <p:nvPr/>
          </p:nvSpPr>
          <p:spPr>
            <a:xfrm rot="10800000">
              <a:off x="2193525" y="2062429"/>
              <a:ext cx="157800" cy="2090100"/>
            </a:xfrm>
            <a:prstGeom prst="can">
              <a:avLst>
                <a:gd name="adj" fmla="val 5949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7" name="Google Shape;2007;p29"/>
            <p:cNvSpPr/>
            <p:nvPr/>
          </p:nvSpPr>
          <p:spPr>
            <a:xfrm>
              <a:off x="1966425" y="1875012"/>
              <a:ext cx="612000" cy="431400"/>
            </a:xfrm>
            <a:prstGeom prst="can">
              <a:avLst>
                <a:gd name="adj" fmla="val 50000"/>
              </a:avLst>
            </a:prstGeom>
            <a:gradFill>
              <a:gsLst>
                <a:gs pos="0">
                  <a:srgbClr val="C9C9C9"/>
                </a:gs>
                <a:gs pos="50000">
                  <a:srgbClr val="DCDCDC"/>
                </a:gs>
                <a:gs pos="100000">
                  <a:srgbClr val="EDEDED"/>
                </a:gs>
              </a:gsLst>
              <a:lin ang="18900044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8" name="Google Shape;2008;p29"/>
            <p:cNvSpPr/>
            <p:nvPr/>
          </p:nvSpPr>
          <p:spPr>
            <a:xfrm rot="10800000">
              <a:off x="2197600" y="1310077"/>
              <a:ext cx="157800" cy="723000"/>
            </a:xfrm>
            <a:prstGeom prst="can">
              <a:avLst>
                <a:gd name="adj" fmla="val 5949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9" name="Google Shape;2009;p29"/>
            <p:cNvSpPr/>
            <p:nvPr/>
          </p:nvSpPr>
          <p:spPr>
            <a:xfrm>
              <a:off x="2315662" y="1037774"/>
              <a:ext cx="157800" cy="2769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E06666"/>
                </a:gs>
                <a:gs pos="100000">
                  <a:srgbClr val="5B0F00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0" name="Google Shape;2010;p29"/>
            <p:cNvSpPr/>
            <p:nvPr/>
          </p:nvSpPr>
          <p:spPr>
            <a:xfrm>
              <a:off x="1916150" y="4681900"/>
              <a:ext cx="157800" cy="2769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E06666"/>
                </a:gs>
                <a:gs pos="100000">
                  <a:srgbClr val="5B0F00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1" name="Google Shape;2011;p29"/>
            <p:cNvSpPr/>
            <p:nvPr/>
          </p:nvSpPr>
          <p:spPr>
            <a:xfrm>
              <a:off x="2315662" y="4534175"/>
              <a:ext cx="157800" cy="2769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E06666"/>
                </a:gs>
                <a:gs pos="100000">
                  <a:srgbClr val="5B0F00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2" name="Google Shape;2012;p29"/>
            <p:cNvSpPr txBox="1"/>
            <p:nvPr/>
          </p:nvSpPr>
          <p:spPr>
            <a:xfrm>
              <a:off x="2315643" y="669491"/>
              <a:ext cx="316800" cy="2769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013" name="Google Shape;2013;p29"/>
            <p:cNvSpPr txBox="1"/>
            <p:nvPr/>
          </p:nvSpPr>
          <p:spPr>
            <a:xfrm>
              <a:off x="3308485" y="4824897"/>
              <a:ext cx="323100" cy="276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014" name="Google Shape;2014;p29"/>
            <p:cNvSpPr txBox="1"/>
            <p:nvPr/>
          </p:nvSpPr>
          <p:spPr>
            <a:xfrm>
              <a:off x="3216208" y="4083438"/>
              <a:ext cx="315000" cy="2769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015" name="Google Shape;2015;p29"/>
            <p:cNvSpPr/>
            <p:nvPr/>
          </p:nvSpPr>
          <p:spPr>
            <a:xfrm rot="-5400000">
              <a:off x="2083775" y="2542000"/>
              <a:ext cx="385200" cy="1242600"/>
            </a:xfrm>
            <a:prstGeom prst="arc">
              <a:avLst>
                <a:gd name="adj1" fmla="val 4319134"/>
                <a:gd name="adj2" fmla="val 18043605"/>
              </a:avLst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6" name="Google Shape;2016;p29"/>
            <p:cNvSpPr txBox="1"/>
            <p:nvPr/>
          </p:nvSpPr>
          <p:spPr>
            <a:xfrm>
              <a:off x="2700569" y="3382257"/>
              <a:ext cx="394800" cy="36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sp>
          <p:nvSpPr>
            <p:cNvPr id="2017" name="Google Shape;2017;p29"/>
            <p:cNvSpPr/>
            <p:nvPr/>
          </p:nvSpPr>
          <p:spPr>
            <a:xfrm>
              <a:off x="2197600" y="4768650"/>
              <a:ext cx="157800" cy="2769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3C78D8"/>
                </a:gs>
                <a:gs pos="100000">
                  <a:srgbClr val="073763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8" name="Google Shape;2018;p29"/>
            <p:cNvSpPr/>
            <p:nvPr/>
          </p:nvSpPr>
          <p:spPr>
            <a:xfrm>
              <a:off x="2197600" y="4582488"/>
              <a:ext cx="157800" cy="2769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3C78D8"/>
                </a:gs>
                <a:gs pos="100000">
                  <a:srgbClr val="073763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9" name="Google Shape;2019;p29"/>
            <p:cNvSpPr/>
            <p:nvPr/>
          </p:nvSpPr>
          <p:spPr>
            <a:xfrm>
              <a:off x="2197600" y="5209625"/>
              <a:ext cx="157800" cy="2769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E06666"/>
                </a:gs>
                <a:gs pos="100000">
                  <a:srgbClr val="5B0F00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0" name="Google Shape;2020;p29"/>
            <p:cNvSpPr/>
            <p:nvPr/>
          </p:nvSpPr>
          <p:spPr>
            <a:xfrm>
              <a:off x="2118700" y="5294125"/>
              <a:ext cx="157800" cy="2769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E06666"/>
                </a:gs>
                <a:gs pos="100000">
                  <a:srgbClr val="5B0F00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1" name="Google Shape;2021;p29"/>
            <p:cNvSpPr/>
            <p:nvPr/>
          </p:nvSpPr>
          <p:spPr>
            <a:xfrm>
              <a:off x="2276500" y="5294125"/>
              <a:ext cx="157800" cy="2769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E06666"/>
                </a:gs>
                <a:gs pos="100000">
                  <a:srgbClr val="5B0F00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2" name="Google Shape;2022;p29"/>
            <p:cNvSpPr/>
            <p:nvPr/>
          </p:nvSpPr>
          <p:spPr>
            <a:xfrm>
              <a:off x="2079538" y="4768650"/>
              <a:ext cx="157800" cy="2769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E06666"/>
                </a:gs>
                <a:gs pos="100000">
                  <a:srgbClr val="5B0F00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3" name="Google Shape;2023;p29"/>
            <p:cNvSpPr/>
            <p:nvPr/>
          </p:nvSpPr>
          <p:spPr>
            <a:xfrm>
              <a:off x="2479050" y="4681900"/>
              <a:ext cx="157800" cy="2769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E06666"/>
                </a:gs>
                <a:gs pos="100000">
                  <a:srgbClr val="5B0F00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4" name="Google Shape;2024;p29"/>
            <p:cNvSpPr/>
            <p:nvPr/>
          </p:nvSpPr>
          <p:spPr>
            <a:xfrm>
              <a:off x="1916150" y="1185499"/>
              <a:ext cx="157800" cy="2769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E06666"/>
                </a:gs>
                <a:gs pos="100000">
                  <a:srgbClr val="5B0F00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5" name="Google Shape;2025;p29"/>
            <p:cNvSpPr/>
            <p:nvPr/>
          </p:nvSpPr>
          <p:spPr>
            <a:xfrm>
              <a:off x="2197600" y="1272250"/>
              <a:ext cx="157800" cy="2769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3C78D8"/>
                </a:gs>
                <a:gs pos="100000">
                  <a:srgbClr val="073763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6" name="Google Shape;2026;p29"/>
            <p:cNvSpPr/>
            <p:nvPr/>
          </p:nvSpPr>
          <p:spPr>
            <a:xfrm>
              <a:off x="2197600" y="1086088"/>
              <a:ext cx="157800" cy="2769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3C78D8"/>
                </a:gs>
                <a:gs pos="100000">
                  <a:srgbClr val="073763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7" name="Google Shape;2027;p29"/>
            <p:cNvSpPr/>
            <p:nvPr/>
          </p:nvSpPr>
          <p:spPr>
            <a:xfrm>
              <a:off x="2079538" y="1272249"/>
              <a:ext cx="157800" cy="2769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E06666"/>
                </a:gs>
                <a:gs pos="100000">
                  <a:srgbClr val="5B0F00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8" name="Google Shape;2028;p29"/>
            <p:cNvSpPr/>
            <p:nvPr/>
          </p:nvSpPr>
          <p:spPr>
            <a:xfrm>
              <a:off x="2479050" y="1185499"/>
              <a:ext cx="157800" cy="276900"/>
            </a:xfrm>
            <a:prstGeom prst="can">
              <a:avLst>
                <a:gd name="adj" fmla="val 59495"/>
              </a:avLst>
            </a:prstGeom>
            <a:gradFill>
              <a:gsLst>
                <a:gs pos="0">
                  <a:srgbClr val="F2F2F2"/>
                </a:gs>
                <a:gs pos="50000">
                  <a:srgbClr val="E06666"/>
                </a:gs>
                <a:gs pos="100000">
                  <a:srgbClr val="5B0F00"/>
                </a:gs>
              </a:gsLst>
              <a:lin ang="0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29" name="Google Shape;2029;p29"/>
            <p:cNvCxnSpPr/>
            <p:nvPr/>
          </p:nvCxnSpPr>
          <p:spPr>
            <a:xfrm rot="10800000">
              <a:off x="1515700" y="1336875"/>
              <a:ext cx="15216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30" name="Google Shape;2030;p29"/>
            <p:cNvCxnSpPr/>
            <p:nvPr/>
          </p:nvCxnSpPr>
          <p:spPr>
            <a:xfrm rot="10800000">
              <a:off x="1515700" y="4824900"/>
              <a:ext cx="15216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31" name="Google Shape;2031;p29"/>
            <p:cNvCxnSpPr/>
            <p:nvPr/>
          </p:nvCxnSpPr>
          <p:spPr>
            <a:xfrm flipH="1">
              <a:off x="1820350" y="882325"/>
              <a:ext cx="938100" cy="9117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32" name="Google Shape;2032;p29"/>
            <p:cNvCxnSpPr/>
            <p:nvPr/>
          </p:nvCxnSpPr>
          <p:spPr>
            <a:xfrm flipH="1">
              <a:off x="1820350" y="4353575"/>
              <a:ext cx="938100" cy="9117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33" name="Google Shape;2033;p29"/>
            <p:cNvCxnSpPr/>
            <p:nvPr/>
          </p:nvCxnSpPr>
          <p:spPr>
            <a:xfrm rot="10800000">
              <a:off x="2276500" y="661825"/>
              <a:ext cx="0" cy="52116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triangle" w="sm" len="sm"/>
            </a:ln>
          </p:spPr>
        </p:cxnSp>
        <p:sp>
          <p:nvSpPr>
            <p:cNvPr id="2034" name="Google Shape;2034;p29"/>
            <p:cNvSpPr/>
            <p:nvPr/>
          </p:nvSpPr>
          <p:spPr>
            <a:xfrm rot="-8100000">
              <a:off x="2016396" y="2162048"/>
              <a:ext cx="98005" cy="324138"/>
            </a:xfrm>
            <a:prstGeom prst="can">
              <a:avLst>
                <a:gd name="adj" fmla="val 100738"/>
              </a:avLst>
            </a:prstGeom>
            <a:gradFill>
              <a:gsLst>
                <a:gs pos="0">
                  <a:srgbClr val="FEF8F4"/>
                </a:gs>
                <a:gs pos="52999">
                  <a:srgbClr val="F7C4A1"/>
                </a:gs>
                <a:gs pos="83000">
                  <a:srgbClr val="F4B081"/>
                </a:gs>
                <a:gs pos="100000">
                  <a:srgbClr val="FF0000"/>
                </a:gs>
              </a:gsLst>
              <a:lin ang="5400012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5" name="Google Shape;2035;p29"/>
            <p:cNvSpPr/>
            <p:nvPr/>
          </p:nvSpPr>
          <p:spPr>
            <a:xfrm rot="-5400000">
              <a:off x="1705105" y="1928695"/>
              <a:ext cx="98100" cy="324000"/>
            </a:xfrm>
            <a:prstGeom prst="can">
              <a:avLst>
                <a:gd name="adj" fmla="val 100738"/>
              </a:avLst>
            </a:prstGeom>
            <a:gradFill>
              <a:gsLst>
                <a:gs pos="0">
                  <a:srgbClr val="FEF8F4"/>
                </a:gs>
                <a:gs pos="52999">
                  <a:srgbClr val="F7C4A1"/>
                </a:gs>
                <a:gs pos="83000">
                  <a:srgbClr val="F4B081"/>
                </a:gs>
                <a:gs pos="100000">
                  <a:srgbClr val="FF0000"/>
                </a:gs>
              </a:gsLst>
              <a:lin ang="5400012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36" name="Google Shape;2036;p29"/>
            <p:cNvCxnSpPr/>
            <p:nvPr/>
          </p:nvCxnSpPr>
          <p:spPr>
            <a:xfrm rot="10800000">
              <a:off x="1515700" y="2098875"/>
              <a:ext cx="15216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37" name="Google Shape;2037;p29"/>
            <p:cNvCxnSpPr/>
            <p:nvPr/>
          </p:nvCxnSpPr>
          <p:spPr>
            <a:xfrm flipH="1">
              <a:off x="1820350" y="1644325"/>
              <a:ext cx="938100" cy="9117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sp>
          <p:nvSpPr>
            <p:cNvPr id="2038" name="Google Shape;2038;p29"/>
            <p:cNvSpPr/>
            <p:nvPr/>
          </p:nvSpPr>
          <p:spPr>
            <a:xfrm rot="-8100000">
              <a:off x="2016396" y="4295648"/>
              <a:ext cx="98005" cy="324138"/>
            </a:xfrm>
            <a:prstGeom prst="can">
              <a:avLst>
                <a:gd name="adj" fmla="val 100738"/>
              </a:avLst>
            </a:prstGeom>
            <a:gradFill>
              <a:gsLst>
                <a:gs pos="0">
                  <a:srgbClr val="FEF8F4"/>
                </a:gs>
                <a:gs pos="52999">
                  <a:srgbClr val="F7C4A1"/>
                </a:gs>
                <a:gs pos="83000">
                  <a:srgbClr val="F4B081"/>
                </a:gs>
                <a:gs pos="100000">
                  <a:srgbClr val="FF0000"/>
                </a:gs>
              </a:gsLst>
              <a:lin ang="5400012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9" name="Google Shape;2039;p29"/>
            <p:cNvSpPr/>
            <p:nvPr/>
          </p:nvSpPr>
          <p:spPr>
            <a:xfrm rot="-5400000">
              <a:off x="1705105" y="4062295"/>
              <a:ext cx="98100" cy="324000"/>
            </a:xfrm>
            <a:prstGeom prst="can">
              <a:avLst>
                <a:gd name="adj" fmla="val 100738"/>
              </a:avLst>
            </a:prstGeom>
            <a:gradFill>
              <a:gsLst>
                <a:gs pos="0">
                  <a:srgbClr val="FEF8F4"/>
                </a:gs>
                <a:gs pos="52999">
                  <a:srgbClr val="F7C4A1"/>
                </a:gs>
                <a:gs pos="83000">
                  <a:srgbClr val="F4B081"/>
                </a:gs>
                <a:gs pos="100000">
                  <a:srgbClr val="FF0000"/>
                </a:gs>
              </a:gsLst>
              <a:lin ang="5400012" scaled="0"/>
            </a:gra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40" name="Google Shape;2040;p29"/>
            <p:cNvCxnSpPr/>
            <p:nvPr/>
          </p:nvCxnSpPr>
          <p:spPr>
            <a:xfrm rot="10800000">
              <a:off x="1515700" y="4232475"/>
              <a:ext cx="15216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41" name="Google Shape;2041;p29"/>
            <p:cNvCxnSpPr/>
            <p:nvPr/>
          </p:nvCxnSpPr>
          <p:spPr>
            <a:xfrm flipH="1">
              <a:off x="1820350" y="3777925"/>
              <a:ext cx="938100" cy="9117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42" name="Google Shape;2042;p29"/>
            <p:cNvCxnSpPr/>
            <p:nvPr/>
          </p:nvCxnSpPr>
          <p:spPr>
            <a:xfrm rot="10800000">
              <a:off x="1515600" y="5087450"/>
              <a:ext cx="19728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ot"/>
              <a:miter lim="800000"/>
              <a:headEnd type="triangle" w="sm" len="sm"/>
              <a:tailEnd type="none" w="sm" len="sm"/>
            </a:ln>
          </p:spPr>
        </p:cxnSp>
        <p:sp>
          <p:nvSpPr>
            <p:cNvPr id="2043" name="Google Shape;2043;p29"/>
            <p:cNvSpPr/>
            <p:nvPr/>
          </p:nvSpPr>
          <p:spPr>
            <a:xfrm>
              <a:off x="1598950" y="2707675"/>
              <a:ext cx="1355100" cy="828000"/>
            </a:xfrm>
            <a:prstGeom prst="can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4" name="Google Shape;2044;p29"/>
            <p:cNvSpPr/>
            <p:nvPr/>
          </p:nvSpPr>
          <p:spPr>
            <a:xfrm>
              <a:off x="2094700" y="2849267"/>
              <a:ext cx="363600" cy="554100"/>
            </a:xfrm>
            <a:prstGeom prst="can">
              <a:avLst>
                <a:gd name="adj" fmla="val 3800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45" name="Google Shape;2045;p29"/>
            <p:cNvCxnSpPr>
              <a:stCxn id="2044" idx="1"/>
              <a:endCxn id="2043" idx="1"/>
            </p:cNvCxnSpPr>
            <p:nvPr/>
          </p:nvCxnSpPr>
          <p:spPr>
            <a:xfrm rot="10800000">
              <a:off x="2276500" y="2707667"/>
              <a:ext cx="0" cy="141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6" name="Google Shape;2046;p29"/>
            <p:cNvCxnSpPr/>
            <p:nvPr/>
          </p:nvCxnSpPr>
          <p:spPr>
            <a:xfrm rot="10800000" flipH="1">
              <a:off x="2420375" y="2739513"/>
              <a:ext cx="199800" cy="128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7" name="Google Shape;2047;p29"/>
            <p:cNvCxnSpPr/>
            <p:nvPr/>
          </p:nvCxnSpPr>
          <p:spPr>
            <a:xfrm rot="10800000" flipH="1">
              <a:off x="2463225" y="2906238"/>
              <a:ext cx="490800" cy="9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8" name="Google Shape;2048;p29"/>
            <p:cNvCxnSpPr/>
            <p:nvPr/>
          </p:nvCxnSpPr>
          <p:spPr>
            <a:xfrm rot="10800000" flipH="1">
              <a:off x="1598950" y="2906238"/>
              <a:ext cx="490800" cy="9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9" name="Google Shape;2049;p29"/>
            <p:cNvCxnSpPr/>
            <p:nvPr/>
          </p:nvCxnSpPr>
          <p:spPr>
            <a:xfrm rot="10800000">
              <a:off x="1932825" y="2739513"/>
              <a:ext cx="199800" cy="128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0" name="Google Shape;2050;p29"/>
            <p:cNvCxnSpPr/>
            <p:nvPr/>
          </p:nvCxnSpPr>
          <p:spPr>
            <a:xfrm flipH="1">
              <a:off x="1932825" y="2963388"/>
              <a:ext cx="199800" cy="128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1" name="Google Shape;2051;p29"/>
            <p:cNvCxnSpPr/>
            <p:nvPr/>
          </p:nvCxnSpPr>
          <p:spPr>
            <a:xfrm>
              <a:off x="2420375" y="2958625"/>
              <a:ext cx="199800" cy="128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2" name="Google Shape;2052;p29"/>
            <p:cNvCxnSpPr/>
            <p:nvPr/>
          </p:nvCxnSpPr>
          <p:spPr>
            <a:xfrm rot="10800000">
              <a:off x="2276500" y="2993413"/>
              <a:ext cx="0" cy="127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3" name="Google Shape;2053;p29"/>
            <p:cNvCxnSpPr/>
            <p:nvPr/>
          </p:nvCxnSpPr>
          <p:spPr>
            <a:xfrm rot="10800000">
              <a:off x="1939225" y="3101725"/>
              <a:ext cx="0" cy="399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4" name="Google Shape;2054;p29"/>
            <p:cNvCxnSpPr/>
            <p:nvPr/>
          </p:nvCxnSpPr>
          <p:spPr>
            <a:xfrm rot="10800000">
              <a:off x="2624938" y="3101725"/>
              <a:ext cx="0" cy="399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5" name="Google Shape;2055;p29"/>
            <p:cNvCxnSpPr>
              <a:stCxn id="2043" idx="3"/>
            </p:cNvCxnSpPr>
            <p:nvPr/>
          </p:nvCxnSpPr>
          <p:spPr>
            <a:xfrm rot="10800000">
              <a:off x="2276500" y="3120475"/>
              <a:ext cx="0" cy="415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56" name="Google Shape;2056;p29"/>
            <p:cNvSpPr txBox="1"/>
            <p:nvPr/>
          </p:nvSpPr>
          <p:spPr>
            <a:xfrm>
              <a:off x="1239702" y="3938676"/>
              <a:ext cx="4293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PX1</a:t>
              </a:r>
              <a:endParaRPr/>
            </a:p>
          </p:txBody>
        </p:sp>
        <p:sp>
          <p:nvSpPr>
            <p:cNvPr id="2057" name="Google Shape;2057;p29"/>
            <p:cNvSpPr txBox="1"/>
            <p:nvPr/>
          </p:nvSpPr>
          <p:spPr>
            <a:xfrm>
              <a:off x="1239702" y="1821964"/>
              <a:ext cx="4293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PX2</a:t>
              </a:r>
              <a:endParaRPr/>
            </a:p>
          </p:txBody>
        </p:sp>
        <p:sp>
          <p:nvSpPr>
            <p:cNvPr id="2058" name="Google Shape;2058;p29"/>
            <p:cNvSpPr txBox="1"/>
            <p:nvPr/>
          </p:nvSpPr>
          <p:spPr>
            <a:xfrm>
              <a:off x="1515602" y="4339176"/>
              <a:ext cx="4293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PZ1</a:t>
              </a:r>
              <a:endParaRPr/>
            </a:p>
          </p:txBody>
        </p:sp>
        <p:sp>
          <p:nvSpPr>
            <p:cNvPr id="2059" name="Google Shape;2059;p29"/>
            <p:cNvSpPr txBox="1"/>
            <p:nvPr/>
          </p:nvSpPr>
          <p:spPr>
            <a:xfrm>
              <a:off x="1515602" y="2211689"/>
              <a:ext cx="4293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PZ2</a:t>
              </a:r>
              <a:endParaRPr/>
            </a:p>
          </p:txBody>
        </p:sp>
        <p:sp>
          <p:nvSpPr>
            <p:cNvPr id="2060" name="Google Shape;2060;p29"/>
            <p:cNvSpPr txBox="1"/>
            <p:nvPr/>
          </p:nvSpPr>
          <p:spPr>
            <a:xfrm>
              <a:off x="2620174" y="1003188"/>
              <a:ext cx="555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MRS</a:t>
              </a:r>
              <a:endParaRPr/>
            </a:p>
          </p:txBody>
        </p:sp>
        <p:sp>
          <p:nvSpPr>
            <p:cNvPr id="2061" name="Google Shape;2061;p29"/>
            <p:cNvSpPr txBox="1"/>
            <p:nvPr/>
          </p:nvSpPr>
          <p:spPr>
            <a:xfrm>
              <a:off x="2839399" y="4521500"/>
              <a:ext cx="555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MRI</a:t>
              </a:r>
              <a:endParaRPr/>
            </a:p>
          </p:txBody>
        </p:sp>
        <p:sp>
          <p:nvSpPr>
            <p:cNvPr id="2062" name="Google Shape;2062;p29"/>
            <p:cNvSpPr txBox="1"/>
            <p:nvPr/>
          </p:nvSpPr>
          <p:spPr>
            <a:xfrm>
              <a:off x="2430824" y="5216100"/>
              <a:ext cx="555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</a:t>
              </a:r>
              <a:endParaRPr/>
            </a:p>
          </p:txBody>
        </p:sp>
        <p:sp>
          <p:nvSpPr>
            <p:cNvPr id="2063" name="Google Shape;2063;p29"/>
            <p:cNvSpPr txBox="1"/>
            <p:nvPr/>
          </p:nvSpPr>
          <p:spPr>
            <a:xfrm>
              <a:off x="2582499" y="3890138"/>
              <a:ext cx="555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D1</a:t>
              </a:r>
              <a:endParaRPr/>
            </a:p>
          </p:txBody>
        </p:sp>
        <p:sp>
          <p:nvSpPr>
            <p:cNvPr id="2064" name="Google Shape;2064;p29"/>
            <p:cNvSpPr txBox="1"/>
            <p:nvPr/>
          </p:nvSpPr>
          <p:spPr>
            <a:xfrm>
              <a:off x="2582499" y="1807988"/>
              <a:ext cx="555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D2</a:t>
              </a:r>
              <a:endParaRPr/>
            </a:p>
          </p:txBody>
        </p:sp>
        <p:sp>
          <p:nvSpPr>
            <p:cNvPr id="2065" name="Google Shape;2065;p29"/>
            <p:cNvSpPr txBox="1"/>
            <p:nvPr/>
          </p:nvSpPr>
          <p:spPr>
            <a:xfrm>
              <a:off x="2608099" y="2454850"/>
              <a:ext cx="555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/>
            </a:p>
          </p:txBody>
        </p:sp>
      </p:grpSp>
      <p:grpSp>
        <p:nvGrpSpPr>
          <p:cNvPr id="2066" name="Google Shape;2066;p29"/>
          <p:cNvGrpSpPr/>
          <p:nvPr/>
        </p:nvGrpSpPr>
        <p:grpSpPr>
          <a:xfrm>
            <a:off x="3924550" y="867563"/>
            <a:ext cx="1294899" cy="4511463"/>
            <a:chOff x="5280300" y="935463"/>
            <a:chExt cx="1294899" cy="4511463"/>
          </a:xfrm>
        </p:grpSpPr>
        <p:cxnSp>
          <p:nvCxnSpPr>
            <p:cNvPr id="2067" name="Google Shape;2067;p29"/>
            <p:cNvCxnSpPr/>
            <p:nvPr/>
          </p:nvCxnSpPr>
          <p:spPr>
            <a:xfrm>
              <a:off x="5856450" y="1010263"/>
              <a:ext cx="0" cy="4107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68" name="Google Shape;2068;p29"/>
            <p:cNvSpPr/>
            <p:nvPr/>
          </p:nvSpPr>
          <p:spPr>
            <a:xfrm>
              <a:off x="5578650" y="2019900"/>
              <a:ext cx="555600" cy="141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9"/>
            <p:cNvSpPr/>
            <p:nvPr/>
          </p:nvSpPr>
          <p:spPr>
            <a:xfrm>
              <a:off x="5578650" y="4162975"/>
              <a:ext cx="555600" cy="141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9"/>
            <p:cNvSpPr/>
            <p:nvPr/>
          </p:nvSpPr>
          <p:spPr>
            <a:xfrm>
              <a:off x="5280300" y="2969025"/>
              <a:ext cx="1152300" cy="276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9"/>
            <p:cNvSpPr/>
            <p:nvPr/>
          </p:nvSpPr>
          <p:spPr>
            <a:xfrm rot="-5400000">
              <a:off x="5949825" y="1225525"/>
              <a:ext cx="246300" cy="2253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9"/>
            <p:cNvSpPr/>
            <p:nvPr/>
          </p:nvSpPr>
          <p:spPr>
            <a:xfrm rot="5400000">
              <a:off x="5516775" y="1225525"/>
              <a:ext cx="246300" cy="2253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29"/>
            <p:cNvSpPr/>
            <p:nvPr/>
          </p:nvSpPr>
          <p:spPr>
            <a:xfrm rot="-5400000">
              <a:off x="5949825" y="4764125"/>
              <a:ext cx="246300" cy="2253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29"/>
            <p:cNvSpPr/>
            <p:nvPr/>
          </p:nvSpPr>
          <p:spPr>
            <a:xfrm rot="5400000">
              <a:off x="5516775" y="4764125"/>
              <a:ext cx="246300" cy="2253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29"/>
            <p:cNvSpPr/>
            <p:nvPr/>
          </p:nvSpPr>
          <p:spPr>
            <a:xfrm>
              <a:off x="5733300" y="5221625"/>
              <a:ext cx="246300" cy="2253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29"/>
            <p:cNvSpPr txBox="1"/>
            <p:nvPr/>
          </p:nvSpPr>
          <p:spPr>
            <a:xfrm>
              <a:off x="5979599" y="935463"/>
              <a:ext cx="555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MRS</a:t>
              </a:r>
              <a:endParaRPr/>
            </a:p>
          </p:txBody>
        </p:sp>
        <p:sp>
          <p:nvSpPr>
            <p:cNvPr id="2077" name="Google Shape;2077;p29"/>
            <p:cNvSpPr txBox="1"/>
            <p:nvPr/>
          </p:nvSpPr>
          <p:spPr>
            <a:xfrm>
              <a:off x="6019599" y="1742988"/>
              <a:ext cx="555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D2</a:t>
              </a:r>
              <a:endParaRPr/>
            </a:p>
          </p:txBody>
        </p:sp>
        <p:sp>
          <p:nvSpPr>
            <p:cNvPr id="2078" name="Google Shape;2078;p29"/>
            <p:cNvSpPr txBox="1"/>
            <p:nvPr/>
          </p:nvSpPr>
          <p:spPr>
            <a:xfrm>
              <a:off x="6019599" y="2640025"/>
              <a:ext cx="555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/>
            </a:p>
          </p:txBody>
        </p:sp>
        <p:sp>
          <p:nvSpPr>
            <p:cNvPr id="2079" name="Google Shape;2079;p29"/>
            <p:cNvSpPr txBox="1"/>
            <p:nvPr/>
          </p:nvSpPr>
          <p:spPr>
            <a:xfrm>
              <a:off x="5979599" y="3861313"/>
              <a:ext cx="555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D1</a:t>
              </a:r>
              <a:endParaRPr/>
            </a:p>
          </p:txBody>
        </p:sp>
        <p:sp>
          <p:nvSpPr>
            <p:cNvPr id="2080" name="Google Shape;2080;p29"/>
            <p:cNvSpPr txBox="1"/>
            <p:nvPr/>
          </p:nvSpPr>
          <p:spPr>
            <a:xfrm>
              <a:off x="5960324" y="4437600"/>
              <a:ext cx="555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MRI</a:t>
              </a:r>
              <a:endParaRPr/>
            </a:p>
          </p:txBody>
        </p:sp>
        <p:sp>
          <p:nvSpPr>
            <p:cNvPr id="2081" name="Google Shape;2081;p29"/>
            <p:cNvSpPr txBox="1"/>
            <p:nvPr/>
          </p:nvSpPr>
          <p:spPr>
            <a:xfrm>
              <a:off x="5979599" y="5082625"/>
              <a:ext cx="555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</a:t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846</Words>
  <Application>Microsoft Office PowerPoint</Application>
  <PresentationFormat>On-screen Show (4:3)</PresentationFormat>
  <Paragraphs>448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Vergilo Torezan Silingardi Del Claro</dc:creator>
  <cp:lastModifiedBy>Murillo Álvaro Borges de Sousa</cp:lastModifiedBy>
  <cp:revision>1</cp:revision>
  <dcterms:created xsi:type="dcterms:W3CDTF">2018-09-17T07:33:47Z</dcterms:created>
  <dcterms:modified xsi:type="dcterms:W3CDTF">2025-08-28T14:00:26Z</dcterms:modified>
</cp:coreProperties>
</file>