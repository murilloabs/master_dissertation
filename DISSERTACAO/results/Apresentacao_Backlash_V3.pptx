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6"/>
  </p:notesMasterIdLst>
  <p:sldIdLst>
    <p:sldId id="292" r:id="rId5"/>
    <p:sldId id="1242" r:id="rId6"/>
    <p:sldId id="1247" r:id="rId7"/>
    <p:sldId id="1220" r:id="rId8"/>
    <p:sldId id="1248" r:id="rId9"/>
    <p:sldId id="1274" r:id="rId10"/>
    <p:sldId id="1262" r:id="rId11"/>
    <p:sldId id="1249" r:id="rId12"/>
    <p:sldId id="1250" r:id="rId13"/>
    <p:sldId id="1251" r:id="rId14"/>
    <p:sldId id="1253" r:id="rId15"/>
    <p:sldId id="1252" r:id="rId16"/>
    <p:sldId id="1263" r:id="rId17"/>
    <p:sldId id="1254" r:id="rId18"/>
    <p:sldId id="1255" r:id="rId19"/>
    <p:sldId id="1256" r:id="rId20"/>
    <p:sldId id="1264" r:id="rId21"/>
    <p:sldId id="1257" r:id="rId22"/>
    <p:sldId id="1258" r:id="rId23"/>
    <p:sldId id="1259" r:id="rId24"/>
    <p:sldId id="1265" r:id="rId25"/>
    <p:sldId id="1260" r:id="rId26"/>
    <p:sldId id="1261" r:id="rId27"/>
    <p:sldId id="1266" r:id="rId28"/>
    <p:sldId id="1276" r:id="rId29"/>
    <p:sldId id="1275" r:id="rId30"/>
    <p:sldId id="1278" r:id="rId31"/>
    <p:sldId id="1272" r:id="rId32"/>
    <p:sldId id="1271" r:id="rId33"/>
    <p:sldId id="1273" r:id="rId34"/>
    <p:sldId id="1245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1008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modSld">
      <pc:chgData name="Murillo Álvaro Borges de Sousa" userId="02386067-c46f-46e6-bf61-8f6a774af0e5" providerId="ADAL" clId="{73C3FE35-BF7E-418C-A7F8-FA0AB4F63A6B}" dt="2026-06-03T14:00:36.670" v="25" actId="729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add del">
          <ac:chgData name="Murillo Álvaro Borges de Sousa" userId="02386067-c46f-46e6-bf61-8f6a774af0e5" providerId="ADAL" clId="{73C3FE35-BF7E-418C-A7F8-FA0AB4F63A6B}" dt="2026-06-03T11:34:31.986" v="9" actId="478"/>
          <ac:picMkLst>
            <pc:docMk/>
            <pc:sldMk cId="1974611836" sldId="1252"/>
            <ac:picMk id="4" creationId="{90D3C612-0DA9-5CAC-8DE1-ACEB5527B6B6}"/>
          </ac:picMkLst>
        </pc:picChg>
        <pc:picChg chg="add del">
          <ac:chgData name="Murillo Álvaro Borges de Sousa" userId="02386067-c46f-46e6-bf61-8f6a774af0e5" providerId="ADAL" clId="{73C3FE35-BF7E-418C-A7F8-FA0AB4F63A6B}" dt="2026-06-03T11:34:31.498" v="8" actId="478"/>
          <ac:picMkLst>
            <pc:docMk/>
            <pc:sldMk cId="1974611836" sldId="1252"/>
            <ac:picMk id="5" creationId="{2D3ADD59-35FD-5CAD-5CB4-5AE6E9D17C30}"/>
          </ac:picMkLst>
        </pc:picChg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del">
          <ac:chgData name="Murillo Álvaro Borges de Sousa" userId="02386067-c46f-46e6-bf61-8f6a774af0e5" providerId="ADAL" clId="{73C3FE35-BF7E-418C-A7F8-FA0AB4F63A6B}" dt="2026-06-03T11:34:42.082" v="12" actId="478"/>
          <ac:picMkLst>
            <pc:docMk/>
            <pc:sldMk cId="3673486214" sldId="1256"/>
            <ac:picMk id="4" creationId="{DE6AF787-B9D9-7B70-025F-36379BB5DAB7}"/>
          </ac:picMkLst>
        </pc:picChg>
        <pc:picChg chg="del">
          <ac:chgData name="Murillo Álvaro Borges de Sousa" userId="02386067-c46f-46e6-bf61-8f6a774af0e5" providerId="ADAL" clId="{73C3FE35-BF7E-418C-A7F8-FA0AB4F63A6B}" dt="2026-06-03T11:34:42.482" v="13" actId="478"/>
          <ac:picMkLst>
            <pc:docMk/>
            <pc:sldMk cId="3673486214" sldId="1256"/>
            <ac:picMk id="5" creationId="{55B17DB9-98C3-1394-17C7-2E791E883F69}"/>
          </ac:picMkLst>
        </pc:picChg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del">
          <ac:chgData name="Murillo Álvaro Borges de Sousa" userId="02386067-c46f-46e6-bf61-8f6a774af0e5" providerId="ADAL" clId="{73C3FE35-BF7E-418C-A7F8-FA0AB4F63A6B}" dt="2026-06-03T11:34:56.698" v="17" actId="478"/>
          <ac:picMkLst>
            <pc:docMk/>
            <pc:sldMk cId="2312740836" sldId="1259"/>
            <ac:picMk id="4" creationId="{AECD5599-77AF-19C1-9090-8878CE770185}"/>
          </ac:picMkLst>
        </pc:picChg>
        <pc:picChg chg="del">
          <ac:chgData name="Murillo Álvaro Borges de Sousa" userId="02386067-c46f-46e6-bf61-8f6a774af0e5" providerId="ADAL" clId="{73C3FE35-BF7E-418C-A7F8-FA0AB4F63A6B}" dt="2026-06-03T11:34:56.186" v="16" actId="478"/>
          <ac:picMkLst>
            <pc:docMk/>
            <pc:sldMk cId="2312740836" sldId="1259"/>
            <ac:picMk id="5" creationId="{0E329D7B-2633-E0EB-B7B0-C92033972B0A}"/>
          </ac:picMkLst>
        </pc:picChg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del">
          <ac:chgData name="Murillo Álvaro Borges de Sousa" userId="02386067-c46f-46e6-bf61-8f6a774af0e5" providerId="ADAL" clId="{73C3FE35-BF7E-418C-A7F8-FA0AB4F63A6B}" dt="2026-06-03T11:35:09.786" v="20" actId="478"/>
          <ac:picMkLst>
            <pc:docMk/>
            <pc:sldMk cId="3023790842" sldId="1261"/>
            <ac:picMk id="5" creationId="{EA416BC1-67F6-67DA-C223-E6855B0743E3}"/>
          </ac:picMkLst>
        </pc:picChg>
        <pc:picChg chg="del">
          <ac:chgData name="Murillo Álvaro Borges de Sousa" userId="02386067-c46f-46e6-bf61-8f6a774af0e5" providerId="ADAL" clId="{73C3FE35-BF7E-418C-A7F8-FA0AB4F63A6B}" dt="2026-06-03T11:35:10.442" v="21" actId="478"/>
          <ac:picMkLst>
            <pc:docMk/>
            <pc:sldMk cId="3023790842" sldId="1261"/>
            <ac:picMk id="6" creationId="{82B63044-EA51-98B0-527F-D69EAF629456}"/>
          </ac:picMkLst>
        </pc:picChg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11/06/2026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11/06/2026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11/06/2026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11/06/2026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11/06/2026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11/06/2026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11/06/2026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7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jpe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234" y="926798"/>
            <a:ext cx="8829159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410" y="878485"/>
            <a:ext cx="5790800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6304" y="878484"/>
            <a:ext cx="579080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082" y="878485"/>
            <a:ext cx="5779918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99307" y="889440"/>
            <a:ext cx="5767797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878485"/>
            <a:ext cx="574658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5307" y="878485"/>
            <a:ext cx="573551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894541"/>
            <a:ext cx="5636069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3541" y="924730"/>
            <a:ext cx="8961633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688" y="989150"/>
            <a:ext cx="5604975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3426" y="984467"/>
            <a:ext cx="547227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955263"/>
            <a:ext cx="563606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458" y="882968"/>
            <a:ext cx="900595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9663" y="1075701"/>
            <a:ext cx="5339943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3804" y="1039949"/>
            <a:ext cx="5335451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011" y="975988"/>
            <a:ext cx="5256832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2597" y="974161"/>
            <a:ext cx="5335451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47932" y="1100092"/>
            <a:ext cx="529613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6593" y="955263"/>
            <a:ext cx="8896638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76" y="1070667"/>
            <a:ext cx="5255980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71337" y="1108680"/>
            <a:ext cx="5249325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58E16-BF50-6798-F73B-8A08956F9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1D435C-D8CF-6BFB-7F44-F6359E12A8C6}"/>
              </a:ext>
            </a:extLst>
          </p:cNvPr>
          <p:cNvSpPr txBox="1"/>
          <p:nvPr/>
        </p:nvSpPr>
        <p:spPr>
          <a:xfrm>
            <a:off x="621350" y="2019087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Krpm</a:t>
            </a:r>
            <a:endParaRPr lang="pt-B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1395CA-9271-BDEE-B735-5A49CD84E877}"/>
              </a:ext>
            </a:extLst>
          </p:cNvPr>
          <p:cNvSpPr txBox="1"/>
          <p:nvPr/>
        </p:nvSpPr>
        <p:spPr>
          <a:xfrm>
            <a:off x="1203408" y="2406919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1.8 Krpm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AAB963-97AE-3577-ACB9-C75DB4493BE0}"/>
              </a:ext>
            </a:extLst>
          </p:cNvPr>
          <p:cNvSpPr txBox="1"/>
          <p:nvPr/>
        </p:nvSpPr>
        <p:spPr>
          <a:xfrm>
            <a:off x="2587034" y="2413407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Krpm</a:t>
            </a:r>
            <a:endParaRPr lang="pt-BR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8996B26-6F7B-1BB9-B78C-9F3077EABFD4}"/>
              </a:ext>
            </a:extLst>
          </p:cNvPr>
          <p:cNvCxnSpPr>
            <a:cxnSpLocks/>
          </p:cNvCxnSpPr>
          <p:nvPr/>
        </p:nvCxnSpPr>
        <p:spPr>
          <a:xfrm>
            <a:off x="3106757" y="2683918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D98577-756C-2027-CD86-8FC981F3C8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877" y="955263"/>
            <a:ext cx="9527066" cy="56355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B856F6-7A08-89B4-4228-CD362DA3DEF4}"/>
              </a:ext>
            </a:extLst>
          </p:cNvPr>
          <p:cNvSpPr txBox="1"/>
          <p:nvPr/>
        </p:nvSpPr>
        <p:spPr>
          <a:xfrm>
            <a:off x="3512329" y="1845725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Krpm</a:t>
            </a:r>
            <a:endParaRPr lang="pt-B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A792C-D1E1-04B6-AF4A-5BED1722024D}"/>
              </a:ext>
            </a:extLst>
          </p:cNvPr>
          <p:cNvSpPr txBox="1"/>
          <p:nvPr/>
        </p:nvSpPr>
        <p:spPr>
          <a:xfrm>
            <a:off x="4270657" y="2289791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1.8 Krpm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0F2AB-DDD7-10B9-6244-B2C7557A1E0E}"/>
              </a:ext>
            </a:extLst>
          </p:cNvPr>
          <p:cNvSpPr txBox="1"/>
          <p:nvPr/>
        </p:nvSpPr>
        <p:spPr>
          <a:xfrm>
            <a:off x="10813252" y="2428290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9.3 Krpm</a:t>
            </a:r>
            <a:endParaRPr lang="pt-B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313806-DC36-2FF6-ACA8-2F498728AF71}"/>
              </a:ext>
            </a:extLst>
          </p:cNvPr>
          <p:cNvCxnSpPr>
            <a:cxnSpLocks/>
          </p:cNvCxnSpPr>
          <p:nvPr/>
        </p:nvCxnSpPr>
        <p:spPr>
          <a:xfrm>
            <a:off x="11176507" y="2705289"/>
            <a:ext cx="0" cy="4675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B9E9D7-D329-7D40-8772-E842E3855EC6}"/>
              </a:ext>
            </a:extLst>
          </p:cNvPr>
          <p:cNvSpPr txBox="1"/>
          <p:nvPr/>
        </p:nvSpPr>
        <p:spPr>
          <a:xfrm>
            <a:off x="5944638" y="2588824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Krpm</a:t>
            </a:r>
            <a:endParaRPr lang="pt-BR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55AB2C-4EDC-D067-FF8A-0D49693BE7C2}"/>
              </a:ext>
            </a:extLst>
          </p:cNvPr>
          <p:cNvCxnSpPr>
            <a:cxnSpLocks/>
          </p:cNvCxnSpPr>
          <p:nvPr/>
        </p:nvCxnSpPr>
        <p:spPr>
          <a:xfrm>
            <a:off x="6464361" y="2859335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66355</TotalTime>
  <Words>1242</Words>
  <Application>Microsoft Office PowerPoint</Application>
  <PresentationFormat>Widescreen</PresentationFormat>
  <Paragraphs>220</Paragraphs>
  <Slides>31</Slides>
  <Notes>29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882</cp:revision>
  <dcterms:created xsi:type="dcterms:W3CDTF">2014-11-12T16:15:13Z</dcterms:created>
  <dcterms:modified xsi:type="dcterms:W3CDTF">2026-06-11T21:40:39Z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