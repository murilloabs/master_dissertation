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40"/>
  </p:notesMasterIdLst>
  <p:sldIdLst>
    <p:sldId id="292" r:id="rId5"/>
    <p:sldId id="1242" r:id="rId6"/>
    <p:sldId id="1247" r:id="rId7"/>
    <p:sldId id="1220" r:id="rId8"/>
    <p:sldId id="1281" r:id="rId9"/>
    <p:sldId id="1248" r:id="rId10"/>
    <p:sldId id="1274" r:id="rId11"/>
    <p:sldId id="1262" r:id="rId12"/>
    <p:sldId id="1249" r:id="rId13"/>
    <p:sldId id="1250" r:id="rId14"/>
    <p:sldId id="1251" r:id="rId15"/>
    <p:sldId id="1253" r:id="rId16"/>
    <p:sldId id="1252" r:id="rId17"/>
    <p:sldId id="1263" r:id="rId18"/>
    <p:sldId id="1254" r:id="rId19"/>
    <p:sldId id="1255" r:id="rId20"/>
    <p:sldId id="1256" r:id="rId21"/>
    <p:sldId id="1264" r:id="rId22"/>
    <p:sldId id="1257" r:id="rId23"/>
    <p:sldId id="1258" r:id="rId24"/>
    <p:sldId id="1259" r:id="rId25"/>
    <p:sldId id="1265" r:id="rId26"/>
    <p:sldId id="1260" r:id="rId27"/>
    <p:sldId id="1261" r:id="rId28"/>
    <p:sldId id="1266" r:id="rId29"/>
    <p:sldId id="1276" r:id="rId30"/>
    <p:sldId id="1275" r:id="rId31"/>
    <p:sldId id="1278" r:id="rId32"/>
    <p:sldId id="1272" r:id="rId33"/>
    <p:sldId id="1271" r:id="rId34"/>
    <p:sldId id="1273" r:id="rId35"/>
    <p:sldId id="1279" r:id="rId36"/>
    <p:sldId id="1282" r:id="rId37"/>
    <p:sldId id="1280" r:id="rId38"/>
    <p:sldId id="1245" r:id="rId3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5B67FA"/>
    <a:srgbClr val="008C4F"/>
    <a:srgbClr val="EE492E"/>
    <a:srgbClr val="C20808"/>
    <a:srgbClr val="77933C"/>
    <a:srgbClr val="E77C24"/>
    <a:srgbClr val="305B8F"/>
    <a:srgbClr val="008B4E"/>
    <a:srgbClr val="FFCC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05BA2A-68FD-4032-AB64-23F701ED3CC2}" v="6" dt="2026-06-17T12:06:21.8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B344D84-9AFB-497E-A393-DC336BA19D2E}" styleName="Estilo Médio 3 - Ênfase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Estilo Claro 1 - Ênfas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Ênfase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C7853C-536D-4A76-A0AE-DD22124D55A5}" styleName="Estilo com Tema 1 - Ênfas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D03447BB-5D67-496B-8E87-E561075AD55C}" styleName="Estilo Escuro 1 - Ênfase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348" autoAdjust="0"/>
    <p:restoredTop sz="93969" autoAdjust="0"/>
  </p:normalViewPr>
  <p:slideViewPr>
    <p:cSldViewPr snapToGrid="0">
      <p:cViewPr varScale="1">
        <p:scale>
          <a:sx n="87" d="100"/>
          <a:sy n="87" d="100"/>
        </p:scale>
        <p:origin x="96" y="46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">
      <pc:chgData name="Murillo Álvaro Borges de Sousa" userId="02386067-c46f-46e6-bf61-8f6a774af0e5" providerId="ADAL" clId="{73C3FE35-BF7E-418C-A7F8-FA0AB4F63A6B}" dt="2026-06-17T12:08:53.790" v="129" actId="1076"/>
      <pc:docMkLst>
        <pc:docMk/>
      </pc:docMkLst>
      <pc:sldChg chg="mod modShow">
        <pc:chgData name="Murillo Álvaro Borges de Sousa" userId="02386067-c46f-46e6-bf61-8f6a774af0e5" providerId="ADAL" clId="{73C3FE35-BF7E-418C-A7F8-FA0AB4F63A6B}" dt="2026-06-03T14:00:33.651" v="24" actId="729"/>
        <pc:sldMkLst>
          <pc:docMk/>
          <pc:sldMk cId="2596089725" sldId="1242"/>
        </pc:sldMkLst>
      </pc:sldChg>
      <pc:sldChg chg="mod modShow">
        <pc:chgData name="Murillo Álvaro Borges de Sousa" userId="02386067-c46f-46e6-bf61-8f6a774af0e5" providerId="ADAL" clId="{73C3FE35-BF7E-418C-A7F8-FA0AB4F63A6B}" dt="2026-06-03T14:00:36.670" v="25" actId="729"/>
        <pc:sldMkLst>
          <pc:docMk/>
          <pc:sldMk cId="890838759" sldId="1247"/>
        </pc:sldMkLst>
      </pc:sldChg>
      <pc:sldChg chg="addSp delSp modSp mod">
        <pc:chgData name="Murillo Álvaro Borges de Sousa" userId="02386067-c46f-46e6-bf61-8f6a774af0e5" providerId="ADAL" clId="{73C3FE35-BF7E-418C-A7F8-FA0AB4F63A6B}" dt="2026-06-03T11:34:36.041" v="11" actId="1076"/>
        <pc:sldMkLst>
          <pc:docMk/>
          <pc:sldMk cId="1974611836" sldId="1252"/>
        </pc:sldMkLst>
        <pc:picChg chg="mod">
          <ac:chgData name="Murillo Álvaro Borges de Sousa" userId="02386067-c46f-46e6-bf61-8f6a774af0e5" providerId="ADAL" clId="{73C3FE35-BF7E-418C-A7F8-FA0AB4F63A6B}" dt="2026-06-03T11:34:36.041" v="11" actId="1076"/>
          <ac:picMkLst>
            <pc:docMk/>
            <pc:sldMk cId="1974611836" sldId="1252"/>
            <ac:picMk id="6" creationId="{1BFB9A3E-DBCC-C53C-A9B3-978627D11EBF}"/>
          </ac:picMkLst>
        </pc:picChg>
        <pc:picChg chg="mod">
          <ac:chgData name="Murillo Álvaro Borges de Sousa" userId="02386067-c46f-46e6-bf61-8f6a774af0e5" providerId="ADAL" clId="{73C3FE35-BF7E-418C-A7F8-FA0AB4F63A6B}" dt="2026-06-03T11:34:33.815" v="10" actId="1076"/>
          <ac:picMkLst>
            <pc:docMk/>
            <pc:sldMk cId="1974611836" sldId="1252"/>
            <ac:picMk id="7" creationId="{1E26CC6B-EF60-8EFC-6185-9F2859B48781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4:48.961" v="15" actId="1076"/>
        <pc:sldMkLst>
          <pc:docMk/>
          <pc:sldMk cId="3673486214" sldId="1256"/>
        </pc:sldMkLst>
        <pc:picChg chg="mod">
          <ac:chgData name="Murillo Álvaro Borges de Sousa" userId="02386067-c46f-46e6-bf61-8f6a774af0e5" providerId="ADAL" clId="{73C3FE35-BF7E-418C-A7F8-FA0AB4F63A6B}" dt="2026-06-03T11:34:48.961" v="15" actId="1076"/>
          <ac:picMkLst>
            <pc:docMk/>
            <pc:sldMk cId="3673486214" sldId="1256"/>
            <ac:picMk id="6" creationId="{A45A8501-6BD8-43C9-D5D2-658DF6AB85FB}"/>
          </ac:picMkLst>
        </pc:picChg>
        <pc:picChg chg="mod">
          <ac:chgData name="Murillo Álvaro Borges de Sousa" userId="02386067-c46f-46e6-bf61-8f6a774af0e5" providerId="ADAL" clId="{73C3FE35-BF7E-418C-A7F8-FA0AB4F63A6B}" dt="2026-06-03T11:34:44.383" v="14" actId="1076"/>
          <ac:picMkLst>
            <pc:docMk/>
            <pc:sldMk cId="3673486214" sldId="1256"/>
            <ac:picMk id="7" creationId="{D1A5FBF4-B19F-2281-5AA0-252779A05D9D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02.596" v="19" actId="1076"/>
        <pc:sldMkLst>
          <pc:docMk/>
          <pc:sldMk cId="2312740836" sldId="1259"/>
        </pc:sldMkLst>
        <pc:picChg chg="mod">
          <ac:chgData name="Murillo Álvaro Borges de Sousa" userId="02386067-c46f-46e6-bf61-8f6a774af0e5" providerId="ADAL" clId="{73C3FE35-BF7E-418C-A7F8-FA0AB4F63A6B}" dt="2026-06-03T11:35:02.596" v="19" actId="1076"/>
          <ac:picMkLst>
            <pc:docMk/>
            <pc:sldMk cId="2312740836" sldId="1259"/>
            <ac:picMk id="6" creationId="{FDE22C73-DDDA-9002-1484-12C569331372}"/>
          </ac:picMkLst>
        </pc:picChg>
        <pc:picChg chg="mod">
          <ac:chgData name="Murillo Álvaro Borges de Sousa" userId="02386067-c46f-46e6-bf61-8f6a774af0e5" providerId="ADAL" clId="{73C3FE35-BF7E-418C-A7F8-FA0AB4F63A6B}" dt="2026-06-03T11:35:00.322" v="18" actId="1076"/>
          <ac:picMkLst>
            <pc:docMk/>
            <pc:sldMk cId="2312740836" sldId="1259"/>
            <ac:picMk id="7" creationId="{B41FEB23-F161-49EA-883A-67301764D407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14.650" v="23" actId="1076"/>
        <pc:sldMkLst>
          <pc:docMk/>
          <pc:sldMk cId="3023790842" sldId="1261"/>
        </pc:sldMkLst>
        <pc:picChg chg="mod">
          <ac:chgData name="Murillo Álvaro Borges de Sousa" userId="02386067-c46f-46e6-bf61-8f6a774af0e5" providerId="ADAL" clId="{73C3FE35-BF7E-418C-A7F8-FA0AB4F63A6B}" dt="2026-06-03T11:35:12.648" v="22" actId="1076"/>
          <ac:picMkLst>
            <pc:docMk/>
            <pc:sldMk cId="3023790842" sldId="1261"/>
            <ac:picMk id="7" creationId="{5FA25815-677C-F2B8-B10E-E64FB9743825}"/>
          </ac:picMkLst>
        </pc:picChg>
        <pc:picChg chg="mod">
          <ac:chgData name="Murillo Álvaro Borges de Sousa" userId="02386067-c46f-46e6-bf61-8f6a774af0e5" providerId="ADAL" clId="{73C3FE35-BF7E-418C-A7F8-FA0AB4F63A6B}" dt="2026-06-03T11:35:14.650" v="23" actId="1076"/>
          <ac:picMkLst>
            <pc:docMk/>
            <pc:sldMk cId="3023790842" sldId="1261"/>
            <ac:picMk id="8" creationId="{701425F8-6E21-5F51-1FD1-E57358196261}"/>
          </ac:picMkLst>
        </pc:picChg>
      </pc:sldChg>
      <pc:sldChg chg="addSp delSp modSp mod">
        <pc:chgData name="Murillo Álvaro Borges de Sousa" userId="02386067-c46f-46e6-bf61-8f6a774af0e5" providerId="ADAL" clId="{73C3FE35-BF7E-418C-A7F8-FA0AB4F63A6B}" dt="2026-06-17T12:08:31.340" v="125" actId="14100"/>
        <pc:sldMkLst>
          <pc:docMk/>
          <pc:sldMk cId="2052056007" sldId="1279"/>
        </pc:sldMkLst>
        <pc:picChg chg="del">
          <ac:chgData name="Murillo Álvaro Borges de Sousa" userId="02386067-c46f-46e6-bf61-8f6a774af0e5" providerId="ADAL" clId="{73C3FE35-BF7E-418C-A7F8-FA0AB4F63A6B}" dt="2026-06-17T12:07:09.847" v="105" actId="478"/>
          <ac:picMkLst>
            <pc:docMk/>
            <pc:sldMk cId="2052056007" sldId="1279"/>
            <ac:picMk id="5" creationId="{75D913B0-BF27-5EE3-0DE6-5BB46E86E082}"/>
          </ac:picMkLst>
        </pc:picChg>
        <pc:picChg chg="add mod">
          <ac:chgData name="Murillo Álvaro Borges de Sousa" userId="02386067-c46f-46e6-bf61-8f6a774af0e5" providerId="ADAL" clId="{73C3FE35-BF7E-418C-A7F8-FA0AB4F63A6B}" dt="2026-06-17T12:08:31.340" v="125" actId="14100"/>
          <ac:picMkLst>
            <pc:docMk/>
            <pc:sldMk cId="2052056007" sldId="1279"/>
            <ac:picMk id="6" creationId="{9EE50E07-EF0C-D171-37C8-DAD7BBD44A8E}"/>
          </ac:picMkLst>
        </pc:picChg>
        <pc:picChg chg="add mod">
          <ac:chgData name="Murillo Álvaro Borges de Sousa" userId="02386067-c46f-46e6-bf61-8f6a774af0e5" providerId="ADAL" clId="{73C3FE35-BF7E-418C-A7F8-FA0AB4F63A6B}" dt="2026-06-17T12:08:29.677" v="123" actId="14100"/>
          <ac:picMkLst>
            <pc:docMk/>
            <pc:sldMk cId="2052056007" sldId="1279"/>
            <ac:picMk id="8" creationId="{3380ECDE-64D8-FE8C-0D90-969093233BE8}"/>
          </ac:picMkLst>
        </pc:picChg>
        <pc:picChg chg="del mod">
          <ac:chgData name="Murillo Álvaro Borges de Sousa" userId="02386067-c46f-46e6-bf61-8f6a774af0e5" providerId="ADAL" clId="{73C3FE35-BF7E-418C-A7F8-FA0AB4F63A6B}" dt="2026-06-17T12:07:10.268" v="107" actId="478"/>
          <ac:picMkLst>
            <pc:docMk/>
            <pc:sldMk cId="2052056007" sldId="1279"/>
            <ac:picMk id="10" creationId="{C8ED1DC1-1E55-3C75-1F8F-F70B320E41E6}"/>
          </ac:picMkLst>
        </pc:picChg>
      </pc:sldChg>
      <pc:sldChg chg="addSp delSp modSp add mod">
        <pc:chgData name="Murillo Álvaro Borges de Sousa" userId="02386067-c46f-46e6-bf61-8f6a774af0e5" providerId="ADAL" clId="{73C3FE35-BF7E-418C-A7F8-FA0AB4F63A6B}" dt="2026-06-17T12:06:52.053" v="103" actId="1076"/>
        <pc:sldMkLst>
          <pc:docMk/>
          <pc:sldMk cId="1415717565" sldId="1281"/>
        </pc:sldMkLst>
        <pc:spChg chg="add mod">
          <ac:chgData name="Murillo Álvaro Borges de Sousa" userId="02386067-c46f-46e6-bf61-8f6a774af0e5" providerId="ADAL" clId="{73C3FE35-BF7E-418C-A7F8-FA0AB4F63A6B}" dt="2026-06-17T12:05:19.758" v="91" actId="1076"/>
          <ac:spMkLst>
            <pc:docMk/>
            <pc:sldMk cId="1415717565" sldId="1281"/>
            <ac:spMk id="9" creationId="{CC4D6C56-6A83-C36F-4748-9E747AD24D60}"/>
          </ac:spMkLst>
        </pc:spChg>
        <pc:spChg chg="add mod">
          <ac:chgData name="Murillo Álvaro Borges de Sousa" userId="02386067-c46f-46e6-bf61-8f6a774af0e5" providerId="ADAL" clId="{73C3FE35-BF7E-418C-A7F8-FA0AB4F63A6B}" dt="2026-06-17T12:06:24.238" v="94" actId="1076"/>
          <ac:spMkLst>
            <pc:docMk/>
            <pc:sldMk cId="1415717565" sldId="1281"/>
            <ac:spMk id="10" creationId="{85C7839B-1621-95AF-6F6E-BDCFBE481E66}"/>
          </ac:spMkLst>
        </pc:spChg>
        <pc:spChg chg="mod">
          <ac:chgData name="Murillo Álvaro Borges de Sousa" userId="02386067-c46f-46e6-bf61-8f6a774af0e5" providerId="ADAL" clId="{73C3FE35-BF7E-418C-A7F8-FA0AB4F63A6B}" dt="2026-06-17T12:00:27.899" v="52" actId="113"/>
          <ac:spMkLst>
            <pc:docMk/>
            <pc:sldMk cId="1415717565" sldId="1281"/>
            <ac:spMk id="12" creationId="{ED535B08-C79F-2BBA-212A-15B838A76047}"/>
          </ac:spMkLst>
        </pc:spChg>
        <pc:picChg chg="add mod">
          <ac:chgData name="Murillo Álvaro Borges de Sousa" userId="02386067-c46f-46e6-bf61-8f6a774af0e5" providerId="ADAL" clId="{73C3FE35-BF7E-418C-A7F8-FA0AB4F63A6B}" dt="2026-06-17T12:03:50.689" v="77" actId="1076"/>
          <ac:picMkLst>
            <pc:docMk/>
            <pc:sldMk cId="1415717565" sldId="1281"/>
            <ac:picMk id="4" creationId="{28EFD465-DAA9-0BF5-ED30-3E834F9E4902}"/>
          </ac:picMkLst>
        </pc:picChg>
        <pc:picChg chg="add mod">
          <ac:chgData name="Murillo Álvaro Borges de Sousa" userId="02386067-c46f-46e6-bf61-8f6a774af0e5" providerId="ADAL" clId="{73C3FE35-BF7E-418C-A7F8-FA0AB4F63A6B}" dt="2026-06-17T12:04:28.503" v="84" actId="1076"/>
          <ac:picMkLst>
            <pc:docMk/>
            <pc:sldMk cId="1415717565" sldId="1281"/>
            <ac:picMk id="6" creationId="{1006EC40-0D27-8142-BF6D-7CB0C5F05A47}"/>
          </ac:picMkLst>
        </pc:picChg>
        <pc:picChg chg="add mod">
          <ac:chgData name="Murillo Álvaro Borges de Sousa" userId="02386067-c46f-46e6-bf61-8f6a774af0e5" providerId="ADAL" clId="{73C3FE35-BF7E-418C-A7F8-FA0AB4F63A6B}" dt="2026-06-17T12:06:44.566" v="97" actId="1076"/>
          <ac:picMkLst>
            <pc:docMk/>
            <pc:sldMk cId="1415717565" sldId="1281"/>
            <ac:picMk id="8" creationId="{6879F003-8A1B-2B9B-C47B-A52489357983}"/>
          </ac:picMkLst>
        </pc:picChg>
        <pc:picChg chg="add mod">
          <ac:chgData name="Murillo Álvaro Borges de Sousa" userId="02386067-c46f-46e6-bf61-8f6a774af0e5" providerId="ADAL" clId="{73C3FE35-BF7E-418C-A7F8-FA0AB4F63A6B}" dt="2026-06-17T12:06:52.053" v="103" actId="1076"/>
          <ac:picMkLst>
            <pc:docMk/>
            <pc:sldMk cId="1415717565" sldId="1281"/>
            <ac:picMk id="13" creationId="{166C735E-C239-EE4F-A3A6-69B42184DF3F}"/>
          </ac:picMkLst>
        </pc:picChg>
        <pc:picChg chg="del mod">
          <ac:chgData name="Murillo Álvaro Borges de Sousa" userId="02386067-c46f-46e6-bf61-8f6a774af0e5" providerId="ADAL" clId="{73C3FE35-BF7E-418C-A7F8-FA0AB4F63A6B}" dt="2026-06-17T12:00:36.029" v="61" actId="478"/>
          <ac:picMkLst>
            <pc:docMk/>
            <pc:sldMk cId="1415717565" sldId="1281"/>
            <ac:picMk id="15" creationId="{7CF5879E-428F-7AB8-30E6-9FEDF407E521}"/>
          </ac:picMkLst>
        </pc:picChg>
        <pc:picChg chg="del">
          <ac:chgData name="Murillo Álvaro Borges de Sousa" userId="02386067-c46f-46e6-bf61-8f6a774af0e5" providerId="ADAL" clId="{73C3FE35-BF7E-418C-A7F8-FA0AB4F63A6B}" dt="2026-06-17T12:00:36.748" v="63" actId="478"/>
          <ac:picMkLst>
            <pc:docMk/>
            <pc:sldMk cId="1415717565" sldId="1281"/>
            <ac:picMk id="17" creationId="{E5F4AD44-72B2-117D-2CC4-03F29A7DF681}"/>
          </ac:picMkLst>
        </pc:picChg>
        <pc:picChg chg="del">
          <ac:chgData name="Murillo Álvaro Borges de Sousa" userId="02386067-c46f-46e6-bf61-8f6a774af0e5" providerId="ADAL" clId="{73C3FE35-BF7E-418C-A7F8-FA0AB4F63A6B}" dt="2026-06-17T12:00:34.940" v="58" actId="478"/>
          <ac:picMkLst>
            <pc:docMk/>
            <pc:sldMk cId="1415717565" sldId="1281"/>
            <ac:picMk id="19" creationId="{ED8BE2EA-F525-BAB6-C24B-F594E6F30774}"/>
          </ac:picMkLst>
        </pc:picChg>
        <pc:picChg chg="del">
          <ac:chgData name="Murillo Álvaro Borges de Sousa" userId="02386067-c46f-46e6-bf61-8f6a774af0e5" providerId="ADAL" clId="{73C3FE35-BF7E-418C-A7F8-FA0AB4F63A6B}" dt="2026-06-17T12:00:34.526" v="57" actId="478"/>
          <ac:picMkLst>
            <pc:docMk/>
            <pc:sldMk cId="1415717565" sldId="1281"/>
            <ac:picMk id="21" creationId="{AAAE3B69-D6D9-CE0F-AB39-60838E7438F5}"/>
          </ac:picMkLst>
        </pc:picChg>
        <pc:picChg chg="del mod">
          <ac:chgData name="Murillo Álvaro Borges de Sousa" userId="02386067-c46f-46e6-bf61-8f6a774af0e5" providerId="ADAL" clId="{73C3FE35-BF7E-418C-A7F8-FA0AB4F63A6B}" dt="2026-06-17T12:00:32.565" v="53" actId="478"/>
          <ac:picMkLst>
            <pc:docMk/>
            <pc:sldMk cId="1415717565" sldId="1281"/>
            <ac:picMk id="22" creationId="{6F5CADFE-40A2-A27C-420B-6D602A55800C}"/>
          </ac:picMkLst>
        </pc:picChg>
        <pc:picChg chg="del">
          <ac:chgData name="Murillo Álvaro Borges de Sousa" userId="02386067-c46f-46e6-bf61-8f6a774af0e5" providerId="ADAL" clId="{73C3FE35-BF7E-418C-A7F8-FA0AB4F63A6B}" dt="2026-06-17T12:00:34.172" v="56" actId="478"/>
          <ac:picMkLst>
            <pc:docMk/>
            <pc:sldMk cId="1415717565" sldId="1281"/>
            <ac:picMk id="34" creationId="{ED3E59C9-3B00-8A87-3126-3A6D4BFE0939}"/>
          </ac:picMkLst>
        </pc:picChg>
        <pc:picChg chg="del">
          <ac:chgData name="Murillo Álvaro Borges de Sousa" userId="02386067-c46f-46e6-bf61-8f6a774af0e5" providerId="ADAL" clId="{73C3FE35-BF7E-418C-A7F8-FA0AB4F63A6B}" dt="2026-06-17T12:00:35.356" v="59" actId="478"/>
          <ac:picMkLst>
            <pc:docMk/>
            <pc:sldMk cId="1415717565" sldId="1281"/>
            <ac:picMk id="36" creationId="{C98BDF55-6C18-D18B-C47D-682F217C3A57}"/>
          </ac:picMkLst>
        </pc:picChg>
        <pc:picChg chg="del">
          <ac:chgData name="Murillo Álvaro Borges de Sousa" userId="02386067-c46f-46e6-bf61-8f6a774af0e5" providerId="ADAL" clId="{73C3FE35-BF7E-418C-A7F8-FA0AB4F63A6B}" dt="2026-06-17T12:00:33.892" v="55" actId="478"/>
          <ac:picMkLst>
            <pc:docMk/>
            <pc:sldMk cId="1415717565" sldId="1281"/>
            <ac:picMk id="38" creationId="{386077DA-AE8C-537B-A1FD-14765C118F06}"/>
          </ac:picMkLst>
        </pc:picChg>
        <pc:picChg chg="del">
          <ac:chgData name="Murillo Álvaro Borges de Sousa" userId="02386067-c46f-46e6-bf61-8f6a774af0e5" providerId="ADAL" clId="{73C3FE35-BF7E-418C-A7F8-FA0AB4F63A6B}" dt="2026-06-17T12:00:32.996" v="54" actId="478"/>
          <ac:picMkLst>
            <pc:docMk/>
            <pc:sldMk cId="1415717565" sldId="1281"/>
            <ac:picMk id="40" creationId="{7C8B2B11-1316-76CC-E5D5-3644F7B7096A}"/>
          </ac:picMkLst>
        </pc:picChg>
        <pc:picChg chg="del">
          <ac:chgData name="Murillo Álvaro Borges de Sousa" userId="02386067-c46f-46e6-bf61-8f6a774af0e5" providerId="ADAL" clId="{73C3FE35-BF7E-418C-A7F8-FA0AB4F63A6B}" dt="2026-06-17T12:00:37.220" v="64" actId="478"/>
          <ac:picMkLst>
            <pc:docMk/>
            <pc:sldMk cId="1415717565" sldId="1281"/>
            <ac:picMk id="42" creationId="{4BE5217B-3544-4CE5-CA22-6FBA714A7ED4}"/>
          </ac:picMkLst>
        </pc:picChg>
        <pc:picChg chg="del">
          <ac:chgData name="Murillo Álvaro Borges de Sousa" userId="02386067-c46f-46e6-bf61-8f6a774af0e5" providerId="ADAL" clId="{73C3FE35-BF7E-418C-A7F8-FA0AB4F63A6B}" dt="2026-06-17T12:00:37.564" v="65" actId="478"/>
          <ac:picMkLst>
            <pc:docMk/>
            <pc:sldMk cId="1415717565" sldId="1281"/>
            <ac:picMk id="44" creationId="{B84A0822-721A-73CD-FB94-9AFAD02784D1}"/>
          </ac:picMkLst>
        </pc:picChg>
        <pc:picChg chg="del">
          <ac:chgData name="Murillo Álvaro Borges de Sousa" userId="02386067-c46f-46e6-bf61-8f6a774af0e5" providerId="ADAL" clId="{73C3FE35-BF7E-418C-A7F8-FA0AB4F63A6B}" dt="2026-06-17T12:00:36.460" v="62" actId="478"/>
          <ac:picMkLst>
            <pc:docMk/>
            <pc:sldMk cId="1415717565" sldId="1281"/>
            <ac:picMk id="46" creationId="{5384D2CB-F719-F340-E4AA-B0626720862F}"/>
          </ac:picMkLst>
        </pc:picChg>
        <pc:picChg chg="del">
          <ac:chgData name="Murillo Álvaro Borges de Sousa" userId="02386067-c46f-46e6-bf61-8f6a774af0e5" providerId="ADAL" clId="{73C3FE35-BF7E-418C-A7F8-FA0AB4F63A6B}" dt="2026-06-17T12:00:37.941" v="66" actId="478"/>
          <ac:picMkLst>
            <pc:docMk/>
            <pc:sldMk cId="1415717565" sldId="1281"/>
            <ac:picMk id="48" creationId="{DC2DDEB7-C626-86E8-12A3-D5D1AE92D819}"/>
          </ac:picMkLst>
        </pc:picChg>
      </pc:sldChg>
      <pc:sldChg chg="modSp add mod">
        <pc:chgData name="Murillo Álvaro Borges de Sousa" userId="02386067-c46f-46e6-bf61-8f6a774af0e5" providerId="ADAL" clId="{73C3FE35-BF7E-418C-A7F8-FA0AB4F63A6B}" dt="2026-06-17T12:08:53.790" v="129" actId="1076"/>
        <pc:sldMkLst>
          <pc:docMk/>
          <pc:sldMk cId="3841221381" sldId="1282"/>
        </pc:sldMkLst>
        <pc:picChg chg="mod">
          <ac:chgData name="Murillo Álvaro Borges de Sousa" userId="02386067-c46f-46e6-bf61-8f6a774af0e5" providerId="ADAL" clId="{73C3FE35-BF7E-418C-A7F8-FA0AB4F63A6B}" dt="2026-06-17T12:08:52.370" v="128" actId="1076"/>
          <ac:picMkLst>
            <pc:docMk/>
            <pc:sldMk cId="3841221381" sldId="1282"/>
            <ac:picMk id="5" creationId="{DE545B7C-A963-0059-1E21-D9E60515F8C4}"/>
          </ac:picMkLst>
        </pc:picChg>
        <pc:picChg chg="mod">
          <ac:chgData name="Murillo Álvaro Borges de Sousa" userId="02386067-c46f-46e6-bf61-8f6a774af0e5" providerId="ADAL" clId="{73C3FE35-BF7E-418C-A7F8-FA0AB4F63A6B}" dt="2026-06-17T12:08:53.790" v="129" actId="1076"/>
          <ac:picMkLst>
            <pc:docMk/>
            <pc:sldMk cId="3841221381" sldId="1282"/>
            <ac:picMk id="10" creationId="{252A09EC-F179-2DA6-1449-2EAE8BEE039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4BCD84-4B6A-474A-A3BE-E22A7B42195E}" type="datetimeFigureOut">
              <a:rPr lang="pt-BR" smtClean="0"/>
              <a:pPr/>
              <a:t>17/06/2026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6AC67D-E3C1-4ABA-852A-DC63DF8E6427}" type="slidenum">
              <a:rPr lang="pt-BR" smtClean="0"/>
              <a:pPr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8CAA-F091-3F1F-F9A7-5B14AF9C3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E1CC28-5A3E-D121-5B7D-168DF49E8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F67843A-9E91-B472-AB92-7A3D7CC429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75F8C63-9067-033B-8FC1-2F6D61EFDC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1378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1C10-3C49-BD82-64D8-861A5A16E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AABF0F5-37B3-EF5E-66FC-E9B91A1DE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E57552-D5B2-468D-0597-C1C11AECF9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0799AE2-1601-F45A-9741-7856510259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65513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9FFB9-F16B-82CD-0833-FC57B837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8072F64-8E48-CD16-766F-C62E4DC19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491179-FCEA-198D-8F3B-5A376E8482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CE399A-B1AB-793E-08CB-842F1FF5E9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2750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02F81-35A4-F92B-E479-A12CA8729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D959117-457C-2527-7666-7E7B6B336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6AD9195-4E1F-8D3A-2506-14DC8A667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93B293-6D42-6256-90EC-AFA02EB76A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0679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88CEC-400C-9112-72F0-A73FCE2C5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9331FE4-D315-7F7F-D06F-33C7B117E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2611AA-4098-35BB-3CCE-375698DC0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3F04C4-53EF-ADCC-A5B1-2708BED84A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82839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BFCAA-8854-B00A-6A24-B55607D80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8AFD94D-CB0D-732B-0FC3-1B705BE187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B335FCD-EA45-184F-3738-E42F499F6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BED1A6-CF0D-ECAE-348A-666560B1D0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1819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C90C2-9665-BBD0-EC74-0DB13BD11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0E1F583-A9E8-3D51-2CA4-401EAA9BE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64A413D-9120-0714-C6A7-E2F5872CF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C5BFD8-0E22-199D-DF27-65F08870D0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35289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B294B-673E-881E-E7A0-54425CCED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AE4B309-03FE-6D30-A496-B1CFADF21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642BC8E-6D69-7E54-61CC-330B6C7A0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3D32D5-FB57-B173-2A83-69BF657A02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50028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D4F02-B01F-9C73-2DD2-BA7E69222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31ECE7C-D819-ACA5-1B5B-0A0E33DB4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C8D6760-ADF5-37FE-E48D-2EA4A7F6FF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63D932-8D80-8BBE-67DE-7AB6A148E6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8171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7E494-1349-8E61-995E-AB3CD1FBF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2CC6701-542C-9A91-C0FA-03EFE0C7EA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A1E05D-23CD-67A7-C256-F5E2F7929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07388F-6E59-E54A-52E3-90BA1EADCE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94229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81C29-33EA-DAA2-8236-C4B77CEE6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9C3332-FA91-FC9C-21CB-C0AFBEF5C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AAE656A-DE22-3EDD-D045-9A35121B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2861A4B-657D-CDB1-FDA8-581423B378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239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B56B1-C302-52EB-2C9E-71BEF5793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31F97F5-786F-87BD-9AC7-6E2AB85CC8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919B6A4-D837-E68F-F32C-ED21DD602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2048DD0-DF9B-BABA-7D36-F8B1AD6C50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44890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B5D72-C394-D4B8-32E2-8EC0AB538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C0B703-D34E-E0D2-2C49-61505D9049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E4A2566-6106-99D3-64CA-22F6C865E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B5BE3D2-2D54-59E9-7BCC-74373E635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31910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C1F2C-49A0-C650-88B3-066BFECB5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47A63A7-C9C5-D9E5-B227-FC26D6863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73DC18F-63C3-C641-C614-A20B166FC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4094C95-B200-F434-6FF8-856753F14A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73511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F19FC-7A24-C5D2-3706-660D4D358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F93BA7E-BECA-A8F5-4907-D970AEEF4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8510AF1-9769-4676-ABE2-C23B353D5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6E4BB07-A159-D44A-F798-255BD4A211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28637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740AE-48B3-776F-09D4-587F68056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9F1691-5397-D107-515C-3D714BD57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2F390B8-C83B-4791-5A4F-93D2E27BF5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3B30D2-0D59-4C5B-1CDF-CDF5FBD5B6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7579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CD61-6597-02BD-0BCF-7384FFF44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0EB2F36-4B05-35B6-0328-E7F3EDF6B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F4E75B-16CD-CCEC-09D8-A992B0D71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1833211-16EF-4894-3F2F-EDBA1A9069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7718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EE01C-A302-B24A-67B0-90D67616E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B587D8-DBA5-F4D2-A437-581A56D48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3D392A-6D00-76DB-4D0E-424A4CF14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07D246-AEB5-4E24-86F1-2E20948BB9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15970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A7077-192F-A4F3-0E07-CDBEF2600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066268F-20C9-8741-031E-B7E8445BF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5A6FB0-1888-FBF0-CC29-659BBCA68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36AC3F-DCED-453A-35A4-C0C753336F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78702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6CB34-FFF3-1F9B-ECC6-529D06B7F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FF15BA-D4A4-B4EE-004A-888232B3DE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EB06AA9-9F00-3FCD-5839-253EF10CD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DE8BC4-698F-D4A0-C9C2-076A392EEE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05190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F870A-06A0-C09B-290B-5EAD0D3CD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EA88BF-EBDB-F8C2-4CC4-E77CC73CE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C7A520B-6EE0-D87E-7AA7-B03B248993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A14099-D9E8-9DAF-3C06-B024F048A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44467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4AF94-5599-DABF-29B5-9EB3046C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BEB34F-BEE4-D1ED-18FA-F3D00DA6BE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1C82B6D-15A8-A3E7-A56A-E022C8F8B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04799C-7277-B89D-92F0-3FCDF5546B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30131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74B82-8891-DEFA-09CC-32A11BA9C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F6DB7BC-5417-5664-9022-37B8529F3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98AD498-E12B-18AF-20F9-333E146DC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CC85132-7050-AA06-7EDD-D1D3EBADC8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76466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D9AF7-B6D2-D8FB-9B5B-8DB0FE0B9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5F43B11-9A75-25CB-A46B-9F39CFCB54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A33C09-C36A-6FE8-9F53-D647F1264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D3AF50-9E40-DFE5-2CD9-8A0A324DFD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06821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388AE-8A04-7742-EA73-063C9CAAC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9A76C30-3082-9DB4-6D40-067E9E88AC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AE7BD48-6091-D1F8-5532-B48C4ED3F9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EB4110-D84D-056B-CDC7-4044E5C67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63569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58C5D-10B6-5A82-FE59-586387083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294AD1-A97A-91CA-D1A9-25C94998D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812017-7F6B-F9A1-59A1-9D0B18B6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B6186C-00B1-97E8-2B1C-2EDBCE8F77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952883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F8015-9C8E-1CB0-1832-C2ACA6AD6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CEEF2B-ED73-83D5-97DE-B3DDD4AB0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B011A70-CD2D-CBF0-9403-2B7E519C3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EF5511-76CB-F507-BB18-698C07A4A7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37233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C3013-9E19-905E-F3D7-577DB8C57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DB65C61-2E37-AF67-A3C4-9B9C5212B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C5BFCF-3921-4DA7-E048-464DF00B05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A3B5BF1-8288-FDB0-C87A-D100FCBFB8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149677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DC181-FCE9-8987-204F-211977B38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B99BF8-FCAB-14BA-9B33-A1FD7754C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89C320D-960A-FB9F-E959-B466E1F3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4091F46-3688-36AE-93CA-6CE524DE4F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48323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2528A-A6AF-944C-B70D-AFA4ECC28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5F891B3-FCFD-581E-E6AB-E50616F1F8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BF3016E-6DBB-2343-8EF7-6EEE51CF8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F3BB2A4-F15D-D49E-3303-335B9DEEEB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0255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FC08E-A560-8963-31CC-6A28AD9B1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AD3FE38-8C8F-833A-D492-CCDCE49551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F73883-33B5-716C-8301-C572C9532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217ADA-CDF7-4FEF-B557-34E26B7266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31023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41CF3-6239-3A6F-1ED6-192F1B62C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D2620E-AFE8-633D-5AA4-5E27B66AA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5DA663-D11E-0CC7-15B5-2DDAAFCB70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AADFEE-64C2-6D20-3910-A30326F405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16779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996C4-5B5E-84B3-6FE4-9A31DFE28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DEF6B2F-4D98-BF26-C084-62DE177F1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A1FFFC-A2B3-B8AC-B37D-70EB8BAAC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9FC43E-A9BC-630C-B483-9A4965ECEE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73375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934D-57BB-4874-9FDA-0ED007DD2E83}" type="datetime1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0A7AB-4C59-4BF4-BE99-87353A32FF2D}" type="datetime1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1A3045E5-B8E9-4F1C-A676-E4FBDC0F9D15}"/>
              </a:ext>
            </a:extLst>
          </p:cNvPr>
          <p:cNvSpPr txBox="1">
            <a:spLocks/>
          </p:cNvSpPr>
          <p:nvPr userDrawn="1"/>
        </p:nvSpPr>
        <p:spPr>
          <a:xfrm>
            <a:off x="11305310" y="6492876"/>
            <a:ext cx="8307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CB9657-DABD-445F-901E-8D67820E71A8}" type="slidenum">
              <a:rPr lang="pt-BR" sz="1200" i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pPr/>
              <a:t>‹#›</a:t>
            </a:fld>
            <a:endParaRPr lang="pt-BR" sz="1200" i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40398-3574-47EA-90F0-47BC693D0E82}" type="datetime1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59089-A6EF-4F4C-BBEC-6CE1C1931D8F}" type="datetime1">
              <a:rPr lang="pt-BR" smtClean="0"/>
              <a:t>17/06/2026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43413-08A6-47DB-84DF-140C91BAD7B3}" type="datetime1">
              <a:rPr lang="pt-BR" smtClean="0"/>
              <a:t>17/06/2026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02A26-C9F7-4B29-9A10-E92018C7EF40}" type="datetime1">
              <a:rPr lang="pt-BR" smtClean="0"/>
              <a:t>17/06/2026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C65C3-59BA-48F3-A4C3-58A9D038367C}" type="datetime1">
              <a:rPr lang="pt-BR" smtClean="0"/>
              <a:t>17/06/2026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98F8C-311B-42F1-9BCC-6EF647F844E1}" type="datetime1">
              <a:rPr lang="pt-BR" smtClean="0"/>
              <a:t>17/06/2026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6BF3-A096-4EFE-8FEB-CE7B1CC60EB2}" type="datetime1">
              <a:rPr lang="pt-BR" smtClean="0"/>
              <a:t>17/06/2026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F65CF-28EA-42CC-9915-5B01AC7EDC4B}" type="datetime1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C29D9-3138-4376-962F-FA40320E8C82}" type="datetime1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7CE005-8DFC-498E-99C9-CE9A76EF50E1}" type="datetime1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B9657-DABD-445F-901E-8D67820E71A8}" type="slidenum">
              <a:rPr lang="pt-BR" smtClean="0"/>
              <a:pPr/>
              <a:t>‹#›</a:t>
            </a:fld>
            <a:endParaRPr lang="pt-B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5" Type="http://schemas.openxmlformats.org/officeDocument/2006/relationships/image" Target="../media/image18.png"/><Relationship Id="rId10" Type="http://schemas.openxmlformats.org/officeDocument/2006/relationships/image" Target="../media/image4.jpeg"/><Relationship Id="rId4" Type="http://schemas.openxmlformats.org/officeDocument/2006/relationships/image" Target="../media/image8.png"/><Relationship Id="rId9" Type="http://schemas.openxmlformats.org/officeDocument/2006/relationships/image" Target="../media/image6.png"/><Relationship Id="rId1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5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5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3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5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4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5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4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5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5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6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5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6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5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7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5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8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5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85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39" Type="http://schemas.openxmlformats.org/officeDocument/2006/relationships/image" Target="../media/image117.png"/><Relationship Id="rId21" Type="http://schemas.openxmlformats.org/officeDocument/2006/relationships/image" Target="../media/image102.png"/><Relationship Id="rId34" Type="http://schemas.openxmlformats.org/officeDocument/2006/relationships/image" Target="../media/image112.png"/><Relationship Id="rId42" Type="http://schemas.openxmlformats.org/officeDocument/2006/relationships/image" Target="../media/image120.png"/><Relationship Id="rId47" Type="http://schemas.openxmlformats.org/officeDocument/2006/relationships/image" Target="../media/image83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26.xml"/><Relationship Id="rId29" Type="http://schemas.openxmlformats.org/officeDocument/2006/relationships/image" Target="../media/image91.png"/><Relationship Id="rId16" Type="http://schemas.openxmlformats.org/officeDocument/2006/relationships/image" Target="../media/image97.png"/><Relationship Id="rId20" Type="http://schemas.openxmlformats.org/officeDocument/2006/relationships/image" Target="../media/image101.png"/><Relationship Id="rId41" Type="http://schemas.openxmlformats.org/officeDocument/2006/relationships/image" Target="../media/image119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84.png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32" Type="http://schemas.openxmlformats.org/officeDocument/2006/relationships/image" Target="../media/image110.png"/><Relationship Id="rId37" Type="http://schemas.openxmlformats.org/officeDocument/2006/relationships/image" Target="../media/image115.png"/><Relationship Id="rId40" Type="http://schemas.openxmlformats.org/officeDocument/2006/relationships/image" Target="../media/image118.png"/><Relationship Id="rId45" Type="http://schemas.openxmlformats.org/officeDocument/2006/relationships/image" Target="../media/image123.png"/><Relationship Id="rId5" Type="http://schemas.openxmlformats.org/officeDocument/2006/relationships/image" Target="../media/image4.jpeg"/><Relationship Id="rId28" Type="http://schemas.openxmlformats.org/officeDocument/2006/relationships/image" Target="../media/image90.png"/><Relationship Id="rId15" Type="http://schemas.openxmlformats.org/officeDocument/2006/relationships/image" Target="../media/image96.png"/><Relationship Id="rId23" Type="http://schemas.openxmlformats.org/officeDocument/2006/relationships/image" Target="../media/image104.png"/><Relationship Id="rId36" Type="http://schemas.openxmlformats.org/officeDocument/2006/relationships/image" Target="../media/image114.png"/><Relationship Id="rId19" Type="http://schemas.openxmlformats.org/officeDocument/2006/relationships/image" Target="../media/image100.png"/><Relationship Id="rId31" Type="http://schemas.openxmlformats.org/officeDocument/2006/relationships/image" Target="../media/image109.png"/><Relationship Id="rId44" Type="http://schemas.openxmlformats.org/officeDocument/2006/relationships/image" Target="../media/image122.png"/><Relationship Id="rId4" Type="http://schemas.openxmlformats.org/officeDocument/2006/relationships/image" Target="../media/image6.png"/><Relationship Id="rId27" Type="http://schemas.openxmlformats.org/officeDocument/2006/relationships/image" Target="../media/image86.png"/><Relationship Id="rId22" Type="http://schemas.openxmlformats.org/officeDocument/2006/relationships/image" Target="../media/image103.png"/><Relationship Id="rId30" Type="http://schemas.openxmlformats.org/officeDocument/2006/relationships/image" Target="../media/image108.png"/><Relationship Id="rId35" Type="http://schemas.openxmlformats.org/officeDocument/2006/relationships/image" Target="../media/image113.png"/><Relationship Id="rId43" Type="http://schemas.openxmlformats.org/officeDocument/2006/relationships/image" Target="../media/image121.png"/><Relationship Id="rId8" Type="http://schemas.openxmlformats.org/officeDocument/2006/relationships/image" Target="../media/image89.png"/><Relationship Id="rId3" Type="http://schemas.openxmlformats.org/officeDocument/2006/relationships/image" Target="../media/image5.png"/><Relationship Id="rId25" Type="http://schemas.openxmlformats.org/officeDocument/2006/relationships/image" Target="../media/image106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33" Type="http://schemas.openxmlformats.org/officeDocument/2006/relationships/image" Target="../media/image111.png"/><Relationship Id="rId38" Type="http://schemas.openxmlformats.org/officeDocument/2006/relationships/image" Target="../media/image116.png"/><Relationship Id="rId46" Type="http://schemas.openxmlformats.org/officeDocument/2006/relationships/image" Target="../media/image12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13" Type="http://schemas.openxmlformats.org/officeDocument/2006/relationships/image" Target="../media/image130.png"/><Relationship Id="rId18" Type="http://schemas.openxmlformats.org/officeDocument/2006/relationships/image" Target="../media/image135.png"/><Relationship Id="rId3" Type="http://schemas.openxmlformats.org/officeDocument/2006/relationships/image" Target="../media/image5.png"/><Relationship Id="rId21" Type="http://schemas.openxmlformats.org/officeDocument/2006/relationships/image" Target="../media/image138.png"/><Relationship Id="rId7" Type="http://schemas.openxmlformats.org/officeDocument/2006/relationships/image" Target="../media/image107.png"/><Relationship Id="rId12" Type="http://schemas.openxmlformats.org/officeDocument/2006/relationships/image" Target="../media/image129.png"/><Relationship Id="rId17" Type="http://schemas.openxmlformats.org/officeDocument/2006/relationships/image" Target="../media/image134.png"/><Relationship Id="rId25" Type="http://schemas.openxmlformats.org/officeDocument/2006/relationships/image" Target="../media/image142.png"/><Relationship Id="rId33" Type="http://schemas.openxmlformats.org/officeDocument/2006/relationships/image" Target="../media/image83.png"/><Relationship Id="rId2" Type="http://schemas.openxmlformats.org/officeDocument/2006/relationships/notesSlide" Target="../notesSlides/notesSlide27.xml"/><Relationship Id="rId16" Type="http://schemas.openxmlformats.org/officeDocument/2006/relationships/image" Target="../media/image133.png"/><Relationship Id="rId20" Type="http://schemas.openxmlformats.org/officeDocument/2006/relationships/image" Target="../media/image137.png"/><Relationship Id="rId29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0.png"/><Relationship Id="rId11" Type="http://schemas.openxmlformats.org/officeDocument/2006/relationships/image" Target="../media/image128.png"/><Relationship Id="rId24" Type="http://schemas.openxmlformats.org/officeDocument/2006/relationships/image" Target="../media/image141.png"/><Relationship Id="rId32" Type="http://schemas.openxmlformats.org/officeDocument/2006/relationships/image" Target="../media/image148.png"/><Relationship Id="rId5" Type="http://schemas.openxmlformats.org/officeDocument/2006/relationships/image" Target="../media/image4.jpeg"/><Relationship Id="rId15" Type="http://schemas.openxmlformats.org/officeDocument/2006/relationships/image" Target="../media/image132.png"/><Relationship Id="rId23" Type="http://schemas.openxmlformats.org/officeDocument/2006/relationships/image" Target="../media/image140.png"/><Relationship Id="rId28" Type="http://schemas.openxmlformats.org/officeDocument/2006/relationships/image" Target="../media/image144.png"/><Relationship Id="rId10" Type="http://schemas.openxmlformats.org/officeDocument/2006/relationships/image" Target="../media/image127.png"/><Relationship Id="rId19" Type="http://schemas.openxmlformats.org/officeDocument/2006/relationships/image" Target="../media/image136.png"/><Relationship Id="rId31" Type="http://schemas.openxmlformats.org/officeDocument/2006/relationships/image" Target="../media/image147.png"/><Relationship Id="rId4" Type="http://schemas.openxmlformats.org/officeDocument/2006/relationships/image" Target="../media/image6.png"/><Relationship Id="rId9" Type="http://schemas.openxmlformats.org/officeDocument/2006/relationships/image" Target="../media/image126.png"/><Relationship Id="rId14" Type="http://schemas.openxmlformats.org/officeDocument/2006/relationships/image" Target="../media/image131.png"/><Relationship Id="rId22" Type="http://schemas.openxmlformats.org/officeDocument/2006/relationships/image" Target="../media/image139.png"/><Relationship Id="rId27" Type="http://schemas.openxmlformats.org/officeDocument/2006/relationships/image" Target="../media/image143.png"/><Relationship Id="rId30" Type="http://schemas.openxmlformats.org/officeDocument/2006/relationships/image" Target="../media/image146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3" Type="http://schemas.openxmlformats.org/officeDocument/2006/relationships/image" Target="../media/image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15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jpe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5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15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4.pn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8.png"/><Relationship Id="rId3" Type="http://schemas.openxmlformats.org/officeDocument/2006/relationships/image" Target="../media/image5.png"/><Relationship Id="rId7" Type="http://schemas.openxmlformats.org/officeDocument/2006/relationships/image" Target="../media/image15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EC0549E9-FAF1-747C-0054-33692ECC53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EA856CCD-FD3A-0AF0-4051-7755131FB433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A9746F1F-1AA2-1EB3-D895-8AA6286187A4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FF93EBAE-E73E-9351-6E02-402C9791B0D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A68A56-2E5A-4449-AAE0-BA9C6640719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E0D238F-D6A1-261B-E83F-54555E83F5BA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AE3881F-A35A-49E9-8FF3-E6BAFE0CE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09AAC778-65EF-3B87-CD1B-BC3A8D453E1C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9F0D3B35-EF3B-54B7-A07A-E22D314C9C68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00B52AA4-C65B-C1FA-8DC7-87D9C8A352D1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063450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6C3166A-0EF3-C0A7-B736-D6C6BF9F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1996139-5571-0465-8ED7-651EB7FA7D71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C81E74A7-4E17-03D9-434C-B74082CE944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8452FABF-B3F8-8AC6-E9F1-7CFEDD7895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B5D64E5-C968-2748-906A-9BB2F7CD6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56D0B984-5FA3-C355-8FB7-0906AE2CA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1182512-980A-C265-6234-01E163F4E9C3}"/>
              </a:ext>
            </a:extLst>
          </p:cNvPr>
          <p:cNvSpPr txBox="1"/>
          <p:nvPr/>
        </p:nvSpPr>
        <p:spPr>
          <a:xfrm>
            <a:off x="208678" y="878354"/>
            <a:ext cx="1185842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b="1" dirty="0"/>
              <a:t>Motivação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formulação do ROMAC apresenta a consideração da folga backlash. 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Entretanto, em dicussão com colegas de laboratório e o Prof. Valder encontramos uma inscosistência dimensional na formulação existente do ROMAC.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Pesquisando na literatura encontrei sobre o backlash dinâmico considerando a vibração do eixo.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Considerando caixas de transmissão e elementos engrenados, a vibração dos eixos de entrada e saída pode provocar uma variação na folga </a:t>
            </a:r>
            <a:r>
              <a:rPr lang="pt-BR" sz="1600" i="1" dirty="0"/>
              <a:t>backlash </a:t>
            </a:r>
            <a:r>
              <a:rPr lang="pt-BR" sz="1600" dirty="0"/>
              <a:t>já presente.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variação de folga (aumentando ou diminuindo) provoca a variação de contato entre as engrenagens. Podendo, portanto, haver regiões com contátio máximxo, parcial ou nulo.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Em casos de perda de contato e choques mecânicos, a dinâmica do sistema, considerando a variação dinâmica da folga de </a:t>
            </a:r>
            <a:r>
              <a:rPr lang="pt-BR" sz="1600" i="1" dirty="0"/>
              <a:t>backlash, </a:t>
            </a:r>
            <a:r>
              <a:rPr lang="pt-BR" sz="1600" dirty="0"/>
              <a:t>influencia na vida deste componente. Assim, ao incoporar estudos de vida em fadiga, desgaste e vida reamanecentes é possível obter uma análise mais refinada sobre o projeto mecâncio em questão.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algn="just"/>
            <a:r>
              <a:rPr lang="pt-BR" sz="1600" b="1" dirty="0"/>
              <a:t>Objetivo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Implementação do cálculo do </a:t>
            </a:r>
            <a:r>
              <a:rPr lang="pt-BR" sz="1600" i="1" dirty="0"/>
              <a:t>backlash </a:t>
            </a:r>
            <a:r>
              <a:rPr lang="pt-BR" sz="1600" dirty="0"/>
              <a:t>dinâmico de um sistema engrenado, com base nos valores de posição do centro do eixo que variam de acordo com a vibração do sistema.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Determinação da força de engrenamento com a influencia do </a:t>
            </a:r>
            <a:r>
              <a:rPr lang="pt-BR" sz="1600" i="1" dirty="0"/>
              <a:t>backlash.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Retroalimentar o modelo com a força calculada e simular a resposta temporal.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Obtenção de resultados de órbitas, resposta temporal, resposta em frequência e o comportamento das variáveis do engrenamento no tempo.</a:t>
            </a:r>
          </a:p>
        </p:txBody>
      </p:sp>
      <p:sp>
        <p:nvSpPr>
          <p:cNvPr id="11" name="CaixaDeTexto 3">
            <a:extLst>
              <a:ext uri="{FF2B5EF4-FFF2-40B4-BE49-F238E27FC236}">
                <a16:creationId xmlns:a16="http://schemas.microsoft.com/office/drawing/2014/main" id="{E9EA25CE-3740-2E64-EDB6-7B240896250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</p:spTree>
    <p:extLst>
      <p:ext uri="{BB962C8B-B14F-4D97-AF65-F5344CB8AC3E}">
        <p14:creationId xmlns:p14="http://schemas.microsoft.com/office/powerpoint/2010/main" val="2596089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00B0D6-53D2-521C-DCF6-6722AA903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4093558-4A61-B9CE-A49C-94105C94641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A9A04A22-4F0C-3F29-012B-45391D231487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4818243F-DAAD-535D-C803-A19FD8C30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99E4FFF0-38BF-F538-CCD1-F1A17BF307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CCD3E1B1-F647-212F-183D-09BF8612F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11" name="CaixaDeTexto 3">
            <a:extLst>
              <a:ext uri="{FF2B5EF4-FFF2-40B4-BE49-F238E27FC236}">
                <a16:creationId xmlns:a16="http://schemas.microsoft.com/office/drawing/2014/main" id="{DED442EA-3F6D-5A25-CAB6-762FC25DAB6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288CDA-B93C-7740-914B-A819C6B908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826" y="1063858"/>
            <a:ext cx="6753225" cy="20955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949B86A-13DB-BDA5-1806-19C3B481DA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5585" y="4318614"/>
            <a:ext cx="3271745" cy="134782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D7E756CC-F744-8470-43C4-8C61AB0034F3}"/>
              </a:ext>
            </a:extLst>
          </p:cNvPr>
          <p:cNvGrpSpPr/>
          <p:nvPr/>
        </p:nvGrpSpPr>
        <p:grpSpPr>
          <a:xfrm>
            <a:off x="1540342" y="3429000"/>
            <a:ext cx="4462191" cy="3088469"/>
            <a:chOff x="1540344" y="3623579"/>
            <a:chExt cx="4462191" cy="308846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2430299-1ECD-358F-80BF-8EC0B527B5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14147" b="3657"/>
            <a:stretch>
              <a:fillRect/>
            </a:stretch>
          </p:blipFill>
          <p:spPr>
            <a:xfrm>
              <a:off x="1540344" y="4065224"/>
              <a:ext cx="4462191" cy="264682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30F5965-A388-561C-AB8C-768D3F794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25100" r="72404" b="29126"/>
            <a:stretch>
              <a:fillRect/>
            </a:stretch>
          </p:blipFill>
          <p:spPr>
            <a:xfrm>
              <a:off x="3286697" y="3623579"/>
              <a:ext cx="646325" cy="441645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ADAD0F64-086A-B1BC-05B6-9084E8DB77E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9124" y="342900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90838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4458E-DD74-0A1E-F9D6-66A0CD18C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4A1283-4011-AD3E-9949-F889BAD6C43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509F9A0E-6768-215F-8711-7578BF482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01" y="338381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53BAD01-AC5F-A12F-6035-E58A9DE3E4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01" y="4011130"/>
            <a:ext cx="2279870" cy="9392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7F33E37-3977-5893-C788-FD7DFAD7B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0974" y="2817604"/>
            <a:ext cx="2619833" cy="4178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92E04C6-CFFA-CC4C-AD87-327B17D854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0974" y="2386479"/>
            <a:ext cx="4221793" cy="3111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A95925C-AD16-F856-E659-34E4E3508F6B}"/>
              </a:ext>
            </a:extLst>
          </p:cNvPr>
          <p:cNvSpPr txBox="1"/>
          <p:nvPr/>
        </p:nvSpPr>
        <p:spPr>
          <a:xfrm>
            <a:off x="123359" y="104051"/>
            <a:ext cx="95353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Nonlinear dynamic modelling and analysis for a spur gear system with time-varying pressure angle and gear backlash. - </a:t>
            </a:r>
            <a:r>
              <a:rPr lang="pt-BR" dirty="0"/>
              <a:t>Yong Yi, Kang Huang, </a:t>
            </a:r>
            <a:r>
              <a:rPr lang="pt-BR" dirty="0" err="1"/>
              <a:t>Yangshou</a:t>
            </a:r>
            <a:r>
              <a:rPr lang="pt-BR" dirty="0"/>
              <a:t> Xiong, Meng Sang - 2019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3D1473F-7948-1690-0FFA-B89FE292CF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60" y="856372"/>
            <a:ext cx="3307814" cy="2331153"/>
          </a:xfrm>
          <a:prstGeom prst="rect">
            <a:avLst/>
          </a:prstGeom>
        </p:spPr>
      </p:pic>
      <p:grpSp>
        <p:nvGrpSpPr>
          <p:cNvPr id="26" name="Agrupar 5">
            <a:extLst>
              <a:ext uri="{FF2B5EF4-FFF2-40B4-BE49-F238E27FC236}">
                <a16:creationId xmlns:a16="http://schemas.microsoft.com/office/drawing/2014/main" id="{245B1295-AB8D-C3FE-9C50-31BD8154768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FF17FB98-42F4-3D37-71B0-957EF8FB896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C93BE177-2CEE-C524-DA8E-06F54DF9D73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6D0170BD-A20A-857F-9BF2-042B4D407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pic>
        <p:nvPicPr>
          <p:cNvPr id="34" name="Picture 33">
            <a:extLst>
              <a:ext uri="{FF2B5EF4-FFF2-40B4-BE49-F238E27FC236}">
                <a16:creationId xmlns:a16="http://schemas.microsoft.com/office/drawing/2014/main" id="{50AA01D7-EADB-F3FB-6BCF-8FE7094A8B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26915" y="908153"/>
            <a:ext cx="2647950" cy="5619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AA0A9F1-8A8A-55B0-E0FA-CDB929CD3C0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17993" y="888098"/>
            <a:ext cx="1866900" cy="5715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BE74E6E-D2EC-3E1D-9C12-032464A9855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0974" y="1559500"/>
            <a:ext cx="4448175" cy="723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B8A6485-A158-FF18-0537-9150BA80512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79007" y="878485"/>
            <a:ext cx="3307814" cy="240219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25F2725-CE20-48C5-7A9B-974B8C7548E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9401" y="5146631"/>
            <a:ext cx="2324100" cy="4762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5D020B3-307B-7FB1-76C0-653C7E60836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9401" y="5811128"/>
            <a:ext cx="1905000" cy="381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851D75B7-5F81-E760-44DC-C21182989BB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950783" y="4007600"/>
            <a:ext cx="3173771" cy="22780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D65FC3AA-3AB5-85E4-B549-07C4714ECD8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99424" y="4010903"/>
            <a:ext cx="5543550" cy="21812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830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36C46-3C0D-7A0A-C951-9CE0192AB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4050A84-D00D-5A8D-549A-BE004D2CE52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D535B08-C79F-2BBA-212A-15B838A76047}"/>
              </a:ext>
            </a:extLst>
          </p:cNvPr>
          <p:cNvSpPr txBox="1"/>
          <p:nvPr/>
        </p:nvSpPr>
        <p:spPr>
          <a:xfrm>
            <a:off x="123359" y="104051"/>
            <a:ext cx="9535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Expansão do modelo de Yi et al 2019</a:t>
            </a:r>
          </a:p>
        </p:txBody>
      </p: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B106332B-4644-6C80-D781-A6892D95AF1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FF22E58-3A5E-6147-DFBF-363836D8D5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05DE44C-F6E6-A920-B2B7-89375628066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462EDCB-7F2B-E146-3873-13B679472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28EFD465-DAA9-0BF5-ED30-3E834F9E49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187"/>
            <a:ext cx="5940992" cy="46325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006EC40-0D27-8142-BF6D-7CB0C5F05A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359" y="1341355"/>
            <a:ext cx="5732070" cy="7100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79F003-8A1B-2B9B-C47B-A5248935798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170" y="3127713"/>
            <a:ext cx="6084545" cy="23995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C4D6C56-6A83-C36F-4748-9E747AD24D60}"/>
              </a:ext>
            </a:extLst>
          </p:cNvPr>
          <p:cNvSpPr txBox="1"/>
          <p:nvPr/>
        </p:nvSpPr>
        <p:spPr>
          <a:xfrm>
            <a:off x="508949" y="958549"/>
            <a:ext cx="3967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Kubur</a:t>
            </a:r>
            <a:r>
              <a:rPr lang="pt-BR" dirty="0"/>
              <a:t> et al. (2004) e </a:t>
            </a:r>
            <a:r>
              <a:rPr lang="pt-BR" dirty="0" err="1"/>
              <a:t>Mo</a:t>
            </a:r>
            <a:r>
              <a:rPr lang="pt-BR" dirty="0"/>
              <a:t> et al. (2025)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C7839B-1621-95AF-6F6E-BDCFBE481E66}"/>
              </a:ext>
            </a:extLst>
          </p:cNvPr>
          <p:cNvSpPr txBox="1"/>
          <p:nvPr/>
        </p:nvSpPr>
        <p:spPr>
          <a:xfrm>
            <a:off x="7832990" y="1030359"/>
            <a:ext cx="3651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Walha</a:t>
            </a:r>
            <a:r>
              <a:rPr lang="pt-BR" dirty="0"/>
              <a:t>, </a:t>
            </a:r>
            <a:r>
              <a:rPr lang="pt-BR" dirty="0" err="1"/>
              <a:t>Fakhfakh</a:t>
            </a:r>
            <a:r>
              <a:rPr lang="pt-BR" dirty="0"/>
              <a:t> e </a:t>
            </a:r>
            <a:r>
              <a:rPr lang="pt-BR" dirty="0" err="1"/>
              <a:t>Haddar</a:t>
            </a:r>
            <a:r>
              <a:rPr lang="pt-BR" dirty="0"/>
              <a:t> (2006)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6C735E-C239-EE4F-A3A6-69B42184DF3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83674" y="1723547"/>
            <a:ext cx="4775547" cy="1089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7175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57BC-2E1E-2E72-E2DA-BE48E81F5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52CCFB6-BC52-3803-8951-3C89CCC9220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FD0FD38-1C51-433F-ED52-CA3537849E7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98000E7-10CE-ED6E-CC11-D8ED1E2B3E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4C12FCC-8FC8-CA79-C3E8-0A8395813F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7045593-924D-8243-BD7B-C3717B2365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FF93F7-26F0-3D28-3E80-FD376BDE1E2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8B32B9-5F17-CAC1-46C0-055D1AEF29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D0CF63-78C3-5267-3CE6-C830C2368A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8863FA0-E0C0-AB5D-1BF6-B1C4401F59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19C12D3-6105-0737-AB1C-B1046EAE9C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354642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7431D-BF25-BFD0-A392-AABC30FD2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153FFA3-7C8F-A339-39FA-B982A41353D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5DA9EA4-2DDD-19B3-1017-633DB5BD168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DA6B9E-506C-55EE-C931-5A1C053E43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A4B8AA4-60DA-CA22-3F44-C5E8514825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EB9D87A-BF0B-70BB-F279-A96377EB7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15B0EB3-1535-32AF-DEE1-EA84287EB27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6E02AD-A661-4DD7-88E6-00525FECAF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FD1EB8-E798-5FBC-DF60-9D218DD572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68" y="1465402"/>
            <a:ext cx="6644725" cy="39271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A965F38-6777-5640-0F27-C166A1BD71F1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F364A9-55E8-3C98-3DCF-6C269BDC7ACF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</p:spTree>
    <p:extLst>
      <p:ext uri="{BB962C8B-B14F-4D97-AF65-F5344CB8AC3E}">
        <p14:creationId xmlns:p14="http://schemas.microsoft.com/office/powerpoint/2010/main" val="2386032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C0D40-454A-FE89-2686-01CFF4F4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3245FB1E-6E5E-5649-E6D1-1E5D8ECAC79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ED7B0A0-E77E-0C8E-4F3D-EB9D984E64A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1EDBE5C-83F9-557B-B8BF-B034003D29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25553F5-13AA-0648-D851-7CA8DBBD7C6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4F1AFA4-AE99-AEF9-F88C-AF7ECD45DC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C9537E5-D3D2-3AEA-22BF-DA5A72B9BD1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71BAEA-0E7E-0D04-3FF4-2F6795C7D787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D3D8D1-3083-8A41-F0D2-0FB9D5FD83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54339" y="926798"/>
            <a:ext cx="5462948" cy="5931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893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A9B8-480D-55D0-B740-ADE1B4FE0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3528C5-CF92-F20B-9C5C-CCC7A26CD95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E9C6FFB-33BF-AC37-96B3-0A48F0D0B11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45F595F-7219-6F62-258B-C876F0494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6939040-D7EF-733A-CB0A-C901125B345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E46369DB-A3F8-EEBE-C606-3C943E0572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F1DC8538-0312-F19A-BC32-924A406189B4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3FA4B0-5B6E-8773-774C-90C597E5216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4410" y="890330"/>
            <a:ext cx="5790800" cy="392973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93AAE-9DD9-44A7-7EBE-B2A8CB5F91B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24200" y="878484"/>
            <a:ext cx="5695008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64EFEDC-7A79-12D8-9866-2AE2872FA0E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5930" y="4922200"/>
            <a:ext cx="244115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611E36-0A60-53F7-E97E-D0F301BFAF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56349" y="4922199"/>
            <a:ext cx="2414950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29DA32-E85A-D792-B93C-5C9C703D6CD6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4227962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34339-E4EA-ED01-A5D9-0127CA77C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9BC652-D3BF-6D28-BFDE-EA4A2CC1F56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7261B9BC-9C81-8BF7-4FC7-237776035ED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C5C5BC6-A562-32FC-E844-7803656FD9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EAB9FA1D-C34F-950E-D793-2032DFA6919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9CA4854-55F6-3D43-3668-45D1A7E95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5E7206A-97BB-4038-4389-74749BD2AFC7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BB92B1-2A13-13ED-C91E-B73C813CAA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142" y="878485"/>
            <a:ext cx="5639797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0DC449-D49D-9F2F-5D60-B7BDB4167F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73345" y="889440"/>
            <a:ext cx="5619721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67B718-0268-A34B-748B-9CDEF8EA0C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3703"/>
            <a:ext cx="2441154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A46F6A-D016-6694-A167-698D49A964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71974" y="4923702"/>
            <a:ext cx="238839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E01DF7-7D1C-45ED-C657-7D201E5F5AF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210814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43A5A-DC56-4638-E18E-0B6F4914A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192EA32-DE98-F89A-C959-202578570A8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20431662-1220-48E4-E389-669221182E4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DFC4696-B4E8-EAA4-94AA-41D03966B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4CA3BE-2606-BADF-7B0F-39D32DF6B9A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DF13EB3-5853-3C57-77BB-D00DCDC6F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6ABBA8B-E23E-0E19-75E0-2AE82B745AF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18A78A-91D1-3E2F-B160-CD89531EA2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262" y="907610"/>
            <a:ext cx="5746586" cy="38951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999457-B33F-CE75-BF9B-43A4E4A806C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3669" y="878485"/>
            <a:ext cx="5636069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2E76C3B-B2A0-8D0A-56D9-7AA313AA990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2361"/>
            <a:ext cx="2441154" cy="182444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C059A4E-9A07-21B1-8C46-99088D3CC6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02897" y="4922199"/>
            <a:ext cx="2321853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EB5B9F-8F14-B30D-FBBF-341BDEEDB5CD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3762458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8FAE-FAA8-BC55-929C-FA1561C8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C5B443E-ABF9-3859-7499-54AD7FA552A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D51948D-4B0F-3578-4641-7F27367F8AF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3349C98-EA8E-D436-BA1A-C0E20CA10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46281C-D145-A7FE-4AE1-FAEBFBDF64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635F491-4463-7302-704D-EB2F71A36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1B724E8-6CD1-6787-4741-FE95B4CC4A7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914E0A-E841-29CA-E273-655112F70F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7033" y="878485"/>
            <a:ext cx="5732063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6EE0A-8D32-EA30-49F2-B5667795CF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1179" y="878485"/>
            <a:ext cx="5629980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9EB0D0-CA4C-BF40-ABC7-01A6D56AD77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17550" y="4922200"/>
            <a:ext cx="237791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4D089-D67E-6179-228D-25B1B804553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17949" y="4923702"/>
            <a:ext cx="229644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DFE317-6A06-EFD7-1AAA-BE3D1653D38A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816307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D6E43-38E1-A660-CFE6-691D7953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616A183E-6ED2-156F-C375-F761A2AE2D8C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CA92F00-D47C-3974-7427-8E76ED0B140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70A3C72-8CDE-8222-A68C-DE14D9ED0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20C1942-F4FE-FA69-EB4B-E725C8723FE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157796F-99BD-5FBF-0FD1-E0FC2E2D1E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693305D-A970-B14F-EEFF-F9ADB039773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26CC6B-EF60-8EFC-6185-9F2859B487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26730" y="894541"/>
            <a:ext cx="5538538" cy="38620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FB9A3E-DBCC-C53C-A9B3-978627D11E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52221" y="4911083"/>
            <a:ext cx="2288382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2517E2-2B11-B0C9-84FD-18D74797DB4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9746118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F3B2A-1A42-7989-9978-5CCAEE5E9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4FF872D-4709-8E08-9293-4EECC574AB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753412B-25F0-5438-0F76-39991C9D017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48303C7-F366-51BA-CF32-0A55B52F3B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79FE59D-31A2-DC73-AECE-02DF630C3B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10480E3-7A8C-827E-E49E-E0E38F5DE8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9EA9490-460D-CF33-895A-150A39631A5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93F3C0-FBD4-BE22-9291-D22001061C1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CABB91-6079-AC15-C035-297E768E8B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86328" y="924730"/>
            <a:ext cx="5416059" cy="5933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6170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3BF33-BA63-00D7-8711-18D6D6601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F7389F6-438D-E859-6394-0234CFFB7CD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16F4C71-A4DE-9179-7792-6D17DB0718D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FF52AA2-7A69-1D10-CE38-8BE8EE9F8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239AFE6-1D10-18B1-3244-33A920B693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DBC429-2929-CA3A-8E17-38C301AA8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776524-E825-29A0-BD8F-462F5C8A46C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8ECBE1-96CC-882D-264B-7266CDF5A0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0904" y="989150"/>
            <a:ext cx="5412542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E346ED-84E9-27CE-575A-A6F4DF7142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35011"/>
            <a:ext cx="5636069" cy="38396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84D795-616A-03D8-62F9-35C33CC4CD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4925922"/>
            <a:ext cx="2268716" cy="18173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4CD794-D4F1-440B-6FC4-302F6F374AB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23702"/>
            <a:ext cx="2259218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F281E0-059B-E6A0-3B1A-E3C6E09B277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17320330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2E23B-59EC-D81D-9F85-A3374C3C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DA78E45-FF9A-5249-132D-EE1EFBFDCEA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2793B7-81C5-D935-DD19-EA1BD73CBA8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43BE553-6DDA-D41E-881B-0BA57B0ED8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A02FAED1-B4B0-3D20-D981-77E55E27E3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F98004-55BB-EDB7-1CE4-9943955AC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51B9F87-CCD5-7B28-0611-BAE19133810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BBEE4-6111-3AB7-DFEF-D4E96F67C6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3486" y="984467"/>
            <a:ext cx="5352151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3DE783-6898-C0FF-7BB4-EDBC07EC23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10479"/>
            <a:ext cx="5636069" cy="382577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653E571-97FE-6D54-D970-EBE9E189D9E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5006806"/>
            <a:ext cx="2268716" cy="165554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96A946-9C39-25FB-B917-C3EEA565498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69409"/>
            <a:ext cx="2259218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BCD0E7-2D7D-AEFF-E3DC-743F49987AA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9678180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9DAB9-7E40-DE2C-4E26-8073C5C06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7217BE7-6A82-E06D-E28E-506B2600651A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FDE8253-AE7D-5B27-1235-38565C6CEB6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E9D334C-F064-281E-0EDA-919948A23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F9A87A9-D2FC-AAEE-1A78-4C6FCE8F60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1019A98F-58CB-97F5-864F-FFE4283303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B3D6B56-237E-2994-7DAD-69318B944A3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A5FBF4-B19F-2281-5AA0-252779A05D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84940" y="955263"/>
            <a:ext cx="5222119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5A8501-6BD8-43C9-D5D2-658DF6AB85F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3049" y="4798303"/>
            <a:ext cx="220590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D3F2D8-30F9-D0B6-AE5D-479B3EE54F96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36734862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DE7F9-2EA6-3EF8-FD8D-ADB5385EF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649BA8D-895F-50A7-7061-D3875CEA470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0B9057C-5060-F4A3-CD20-90234FE1FB69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6E2638-9602-D3D3-EA8B-4E86EA401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A04A8E6-E2A9-E834-A9F9-A5E38FF3EB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254BC21-2463-73F9-5343-78B3798FCA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BC0CB5B-49C0-E550-ACA4-42B46820D55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D8A933-B668-3546-E3EA-36B9F89580F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1F37FD-4421-4926-7357-55280661C6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86253" y="882968"/>
            <a:ext cx="5550360" cy="59750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F6B215-1323-664C-395B-B803275BA8C8}"/>
              </a:ext>
            </a:extLst>
          </p:cNvPr>
          <p:cNvSpPr txBox="1"/>
          <p:nvPr/>
        </p:nvSpPr>
        <p:spPr>
          <a:xfrm>
            <a:off x="143218" y="1951672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76993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649D5-E3FD-9330-DBD9-F61798ACE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3A23D54-033B-5458-BE8F-9B06C1018D4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0A5C283-B8BC-A22A-365C-82EB688F775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80250BF-A4D6-58A4-25B2-6BFE16232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87B17A-F38E-D5F3-2A12-0983357BCF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9E1FE95-98CE-B23A-DB0D-730AB3E278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9927A30-615C-1216-DA82-A7CF8DCA27B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70564-2C4B-B597-1A02-4F23C3D37E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4929" y="1075701"/>
            <a:ext cx="5309411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69964F-0B44-3051-C1F5-93C9EB0B98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03941" y="1039949"/>
            <a:ext cx="5055177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EFF066-29DE-0A6F-FD44-1113DCB878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33916"/>
            <a:ext cx="2191007" cy="16013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EC6625-11A9-4023-A515-8F3CCC5275E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13135" y="4968195"/>
            <a:ext cx="219444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ABE02F-2683-6426-FA4B-3BDB823BF543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31C33A-5648-1EC3-DE2F-23E48B96FCA8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6197103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19644-98EB-510E-1D08-29BD8B3BF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F3C7702-CD26-A8E7-60B6-CA6F5F85271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45CC1F1-5192-7D46-4092-6B9F81FBCA21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C04090C-9B97-3950-B3CB-F84DF953A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7104C76-399F-C40A-98FD-9C2C75D8A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F19BF3A-3838-6DD5-8512-C4501F241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A2B78A-5F99-14F8-C693-FE8796C8538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53CC9-D065-EB93-D706-3B2B71290E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2501" y="975988"/>
            <a:ext cx="5171851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176324-AE4C-4916-F9ED-C048A7CF13D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87034" y="974161"/>
            <a:ext cx="5026576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5213B22-91BE-7200-25CE-5FEAB67582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60035"/>
            <a:ext cx="2191007" cy="15490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1141F3-5F15-F28F-737A-1F0CC66E3BF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4648" y="4968195"/>
            <a:ext cx="2131414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9C2790-AB9A-2A85-D743-3046BA1AB9B9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9922CC-439E-B995-2D97-1B9DA50EE8E2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1841093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679A-FB71-1620-F9F7-375176438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FCE69BA-D0DC-17F4-31BB-6F4DEB7DDB00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A05D687-3954-A198-9638-E50A82FEC22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306A52C-D6C1-2531-83FB-BEC306E3A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E5F391-5FC4-76F5-1BC4-E4381D9729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AA088C13-D06C-8D40-888D-AEAB597CB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5385E2-719C-B891-A58B-AAF16DA180A0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1FEB23-F161-49EA-883A-67301764D40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2580" y="1100092"/>
            <a:ext cx="5106840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E22C73-DDDA-9002-1484-12C56933137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30293" y="5073066"/>
            <a:ext cx="2131414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4AFDDC-70E4-F067-65DE-4FF6FFBB243E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909375-8914-82CE-7139-8B3E32CEDF14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23127408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47E63-E148-1EAB-FA20-1955BB940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2721FE6-A5FE-954C-9794-42F5CAC9DA52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286C9-2670-77E9-0C00-4F11BDF581C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A994B80-BFE5-098C-7BBF-DBC2245A3D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95524B0-EE75-BF4A-7C0E-5AAA23CE22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408002E-33A3-B080-406D-950F0609CA4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B3E93D-884F-D2CB-75C6-1D7DB9F3E50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41C4B-834D-0872-3E98-A531BBF8225A}"/>
              </a:ext>
            </a:extLst>
          </p:cNvPr>
          <p:cNvSpPr txBox="1"/>
          <p:nvPr/>
        </p:nvSpPr>
        <p:spPr>
          <a:xfrm>
            <a:off x="50066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82E6D7-1E5D-1D3A-2480-48AB3A25BD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07144" y="955263"/>
            <a:ext cx="5375536" cy="58764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9E07184-8BC1-E2EF-2796-245EFB904CAE}"/>
              </a:ext>
            </a:extLst>
          </p:cNvPr>
          <p:cNvSpPr txBox="1"/>
          <p:nvPr/>
        </p:nvSpPr>
        <p:spPr>
          <a:xfrm>
            <a:off x="94495" y="1614238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17064053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558E9-4F0C-3A49-A8E0-00B732008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F5D7E52-388D-08C6-CFB6-56D949039EE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75271B9-AA1A-44F5-5048-C4200AEBC79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B695F24-3614-ABD0-1024-6F11F119E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9E7A3E0-F6D7-19CA-11E7-2050AB2A85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8160A29-E2CC-C28E-18F0-F46E7E197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618D099-C17A-2112-F398-584CA47D818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B71EE1-05E9-EB32-359B-52F990DFA9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3047" y="1070667"/>
            <a:ext cx="5014838" cy="3583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921767-38E3-205D-8FF1-07FAD6CDE0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6526" y="1047657"/>
            <a:ext cx="5251670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EE7FE11-0BCB-548C-7DBD-0CDCAEF1C47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02587" y="4972641"/>
            <a:ext cx="2051907" cy="154019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C4705E-3C5A-18A8-9545-88BB86F8D2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62164" y="5020630"/>
            <a:ext cx="1896382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95D95C-E924-5D84-1F05-BD0D0569BCC5}"/>
              </a:ext>
            </a:extLst>
          </p:cNvPr>
          <p:cNvSpPr txBox="1"/>
          <p:nvPr/>
        </p:nvSpPr>
        <p:spPr>
          <a:xfrm>
            <a:off x="520011" y="4787975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F53293-C4D0-DDF2-A53C-2CE561C45E88}"/>
              </a:ext>
            </a:extLst>
          </p:cNvPr>
          <p:cNvSpPr txBox="1"/>
          <p:nvPr/>
        </p:nvSpPr>
        <p:spPr>
          <a:xfrm>
            <a:off x="113839" y="5157307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5128308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7BAAC-5C33-B8D5-19D5-41E46933B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B203AED3-17DD-3471-B396-46AF519B93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185F23B8-8BC7-295D-8C22-389AA8A94FF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46C553C4-0076-2FE5-2798-902F0F38D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DE94EEA-1C34-36CF-11F4-E7BAE12D98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83C69708-F2DD-EF5B-4122-3D1D88997A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33B0F6-A329-BFB8-43BF-F28AF22A3AD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A25815-677C-F2B8-B10E-E64FB97438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9782" y="1108680"/>
            <a:ext cx="5092434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1425F8-6E21-5F51-1FD1-E573581962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47808" y="5011034"/>
            <a:ext cx="1896382" cy="147657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8E6EDEA-7F8B-E7D1-C428-30BC8FDA7E68}"/>
              </a:ext>
            </a:extLst>
          </p:cNvPr>
          <p:cNvSpPr txBox="1"/>
          <p:nvPr/>
        </p:nvSpPr>
        <p:spPr>
          <a:xfrm>
            <a:off x="501505" y="471732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97A81-C27D-D4F6-B941-9EE86B79964A}"/>
              </a:ext>
            </a:extLst>
          </p:cNvPr>
          <p:cNvSpPr txBox="1"/>
          <p:nvPr/>
        </p:nvSpPr>
        <p:spPr>
          <a:xfrm>
            <a:off x="95333" y="5086654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30237908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CE3A1-D02E-C2FC-43FB-992D4153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2AEA1E8-1727-0473-BC39-B7AEBEF32DC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45B5B-28AE-FE8D-DE40-4A359C083026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DC13809-9D1A-2CB3-3103-ED1788CCAF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93D92C4-7829-EC8E-A468-6264AB862E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A1E66CA-F674-C3E7-7A99-E96C343960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A88B00A-5B74-7A44-7020-5272C89B970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9042D2E-6DC8-F756-A01F-97693AA4E7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852BFC-0E5B-B571-DFE2-C65024FBABD8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E27867-AFE9-F5E4-121C-B1CCE441EC48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93E948-D10A-818D-D3BF-BCAC36243D81}"/>
              </a:ext>
            </a:extLst>
          </p:cNvPr>
          <p:cNvSpPr txBox="1"/>
          <p:nvPr/>
        </p:nvSpPr>
        <p:spPr>
          <a:xfrm>
            <a:off x="211164" y="5780429"/>
            <a:ext cx="11769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não periodicidade presente no modelo em 4500 rpm é devido à presença da região de caoticidade mais cedo do que em comparação com o artigo.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4098863-3405-15DC-2ECF-32BF615DEFDB}"/>
              </a:ext>
            </a:extLst>
          </p:cNvPr>
          <p:cNvGrpSpPr/>
          <p:nvPr/>
        </p:nvGrpSpPr>
        <p:grpSpPr>
          <a:xfrm>
            <a:off x="44068" y="1465402"/>
            <a:ext cx="6644725" cy="3927195"/>
            <a:chOff x="44068" y="1465402"/>
            <a:chExt cx="6644725" cy="3927195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8758E16-BF50-6798-F73B-8A08956F9C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4068" y="1465402"/>
              <a:ext cx="6644725" cy="392719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01D435C-D8CF-6BFB-7F44-F6359E12A8C6}"/>
                </a:ext>
              </a:extLst>
            </p:cNvPr>
            <p:cNvSpPr txBox="1"/>
            <p:nvPr/>
          </p:nvSpPr>
          <p:spPr>
            <a:xfrm>
              <a:off x="621350" y="2019087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51395CA-9271-BDEE-B735-5A49CD84E877}"/>
                </a:ext>
              </a:extLst>
            </p:cNvPr>
            <p:cNvSpPr txBox="1"/>
            <p:nvPr/>
          </p:nvSpPr>
          <p:spPr>
            <a:xfrm>
              <a:off x="1203408" y="2406919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1.8 Krpm</a:t>
              </a:r>
              <a:endParaRPr lang="pt-BR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5AAB963-97AE-3577-ACB9-C75DB4493BE0}"/>
                </a:ext>
              </a:extLst>
            </p:cNvPr>
            <p:cNvSpPr txBox="1"/>
            <p:nvPr/>
          </p:nvSpPr>
          <p:spPr>
            <a:xfrm>
              <a:off x="2587034" y="2413407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8996B26-6F7B-1BB9-B78C-9F3077EABFD4}"/>
                </a:ext>
              </a:extLst>
            </p:cNvPr>
            <p:cNvCxnSpPr>
              <a:cxnSpLocks/>
            </p:cNvCxnSpPr>
            <p:nvPr/>
          </p:nvCxnSpPr>
          <p:spPr>
            <a:xfrm>
              <a:off x="3106757" y="2683918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06865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7295C-45A8-BAA3-7841-106F308E1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6C2FF87-466F-2C5C-8F95-7F0FFEAD204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48D5E9F-F58B-630F-1498-488DADF4D44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A380157A-BC89-46C7-D7A7-6D6855999C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B87CC99-8256-868B-179A-BB87B1AF00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2DA037C-FDD4-866B-C8E3-45587CC070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845F64A-AC92-3320-14F2-9B0379BAD50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FECECD1-1018-01C5-C820-5613AACA84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E8F4C44-E820-D9CC-A4CF-327607AB42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3B343E-631E-6A8E-6554-2AD8800795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5E04DC-F330-CF5B-CD17-866E4D732E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478986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17E9C-07A6-ABA6-C64A-678B6D2EC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7185C8F-A035-47E1-F2F4-652313C26FAD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3D3BD-3DC0-D552-1833-BC969AFDF683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D946A93-12E2-C1EA-231C-7A2258EB1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54C2157-1EE7-4C07-E4EC-B2D87BBA5B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B771609-A320-8802-8C23-F13EDDF28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3FBD3D0-C8AC-E043-6806-F8B56629929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/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blipFill>
                <a:blip r:embed="rId24"/>
                <a:stretch>
                  <a:fillRect l="-1724" r="-690" b="-285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/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blipFill>
                <a:blip r:embed="rId25"/>
                <a:stretch>
                  <a:fillRect l="-2381" b="-171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/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⎼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blipFill>
                <a:blip r:embed="rId26"/>
                <a:stretch>
                  <a:fillRect l="-3261" r="-725" b="-3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68D6074-6C16-9CEA-BD44-D9D3D31DA0BF}"/>
              </a:ext>
            </a:extLst>
          </p:cNvPr>
          <p:cNvGrpSpPr/>
          <p:nvPr/>
        </p:nvGrpSpPr>
        <p:grpSpPr>
          <a:xfrm>
            <a:off x="155650" y="999713"/>
            <a:ext cx="5134956" cy="5602354"/>
            <a:chOff x="155650" y="999713"/>
            <a:chExt cx="5134956" cy="560235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3215420-6218-AAB3-271A-3645905D071D}"/>
                </a:ext>
              </a:extLst>
            </p:cNvPr>
            <p:cNvCxnSpPr>
              <a:cxnSpLocks/>
              <a:stCxn id="17" idx="2"/>
              <a:endCxn id="10" idx="6"/>
            </p:cNvCxnSpPr>
            <p:nvPr/>
          </p:nvCxnSpPr>
          <p:spPr>
            <a:xfrm flipH="1">
              <a:off x="2431758" y="2644902"/>
              <a:ext cx="587209" cy="2344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1E3F2C0C-15D1-16C4-5EFF-C5DE8A2ADE7A}"/>
                </a:ext>
              </a:extLst>
            </p:cNvPr>
            <p:cNvGrpSpPr/>
            <p:nvPr/>
          </p:nvGrpSpPr>
          <p:grpSpPr>
            <a:xfrm rot="17121185">
              <a:off x="2441813" y="3626718"/>
              <a:ext cx="566332" cy="407888"/>
              <a:chOff x="6417749" y="2353562"/>
              <a:chExt cx="713448" cy="55630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60C6CE21-D7A5-7069-A534-101ACA951885}"/>
                  </a:ext>
                </a:extLst>
              </p:cNvPr>
              <p:cNvSpPr/>
              <p:nvPr/>
            </p:nvSpPr>
            <p:spPr>
              <a:xfrm>
                <a:off x="6434493" y="2353562"/>
                <a:ext cx="682626" cy="55630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C6BD89E0-51AE-00A1-DDF4-A8AE237A71A5}"/>
                  </a:ext>
                </a:extLst>
              </p:cNvPr>
              <p:cNvGrpSpPr/>
              <p:nvPr/>
            </p:nvGrpSpPr>
            <p:grpSpPr>
              <a:xfrm>
                <a:off x="6417749" y="2385872"/>
                <a:ext cx="713448" cy="486942"/>
                <a:chOff x="5886500" y="4441099"/>
                <a:chExt cx="713448" cy="486942"/>
              </a:xfrm>
            </p:grpSpPr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7A55A149-9969-DDDA-E0E7-E32E804A79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74814" y="4441099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562442D4-8131-BDCA-5219-1CB78F17E0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38863" y="4448038"/>
                  <a:ext cx="187287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CF277F3-8F6D-8BB2-915F-D44F59E4C4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6411879" y="4737372"/>
                  <a:ext cx="253496" cy="12264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97FFE8E2-CDDD-DD3B-78B9-A07341DB60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5814673" y="4518719"/>
                  <a:ext cx="248659" cy="10500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4E55CDAC-F939-7AFE-DA9A-FC2880087A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26150" y="4448038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4E3D1AA4-A754-1DD4-C21A-DF4D48E5B78D}"/>
                </a:ext>
              </a:extLst>
            </p:cNvPr>
            <p:cNvCxnSpPr>
              <a:cxnSpLocks/>
            </p:cNvCxnSpPr>
            <p:nvPr/>
          </p:nvCxnSpPr>
          <p:spPr>
            <a:xfrm>
              <a:off x="2771477" y="2645040"/>
              <a:ext cx="6092" cy="903807"/>
            </a:xfrm>
            <a:prstGeom prst="line">
              <a:avLst/>
            </a:prstGeom>
            <a:ln w="9525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5E3E131F-90BF-6DE2-AC3D-633EE356824F}"/>
                </a:ext>
              </a:extLst>
            </p:cNvPr>
            <p:cNvGrpSpPr/>
            <p:nvPr/>
          </p:nvGrpSpPr>
          <p:grpSpPr>
            <a:xfrm>
              <a:off x="166675" y="5888872"/>
              <a:ext cx="587269" cy="704745"/>
              <a:chOff x="166675" y="5888872"/>
              <a:chExt cx="587269" cy="704745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234262B6-E193-6265-E0FC-D122EC62AC9A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5" cy="360000"/>
                <a:chOff x="6985000" y="3492499"/>
                <a:chExt cx="360795" cy="360000"/>
              </a:xfrm>
            </p:grpSpPr>
            <p:cxnSp>
              <p:nvCxnSpPr>
                <p:cNvPr id="185" name="Straight Arrow Connector 184">
                  <a:extLst>
                    <a:ext uri="{FF2B5EF4-FFF2-40B4-BE49-F238E27FC236}">
                      <a16:creationId xmlns:a16="http://schemas.microsoft.com/office/drawing/2014/main" id="{E70C7142-2DF8-4701-E16E-BC27F5332A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Arrow Connector 186">
                  <a:extLst>
                    <a:ext uri="{FF2B5EF4-FFF2-40B4-BE49-F238E27FC236}">
                      <a16:creationId xmlns:a16="http://schemas.microsoft.com/office/drawing/2014/main" id="{FF28B738-B457-FA8C-94C6-759229FEBE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5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/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1429" r="-17857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2222" r="-14815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C11DA27C-42BE-7D6E-DFD2-9DA344E65900}"/>
                </a:ext>
              </a:extLst>
            </p:cNvPr>
            <p:cNvSpPr txBox="1"/>
            <p:nvPr/>
          </p:nvSpPr>
          <p:spPr>
            <a:xfrm>
              <a:off x="1748214" y="2476236"/>
              <a:ext cx="6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endParaRPr lang="pt-BR" dirty="0"/>
            </a:p>
          </p:txBody>
        </p:sp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3DCE9870-252F-6F94-092E-4565894BA34D}"/>
                </a:ext>
              </a:extLst>
            </p:cNvPr>
            <p:cNvGrpSpPr/>
            <p:nvPr/>
          </p:nvGrpSpPr>
          <p:grpSpPr>
            <a:xfrm>
              <a:off x="2789794" y="2499198"/>
              <a:ext cx="180000" cy="421824"/>
              <a:chOff x="2098009" y="2702430"/>
              <a:chExt cx="180000" cy="421824"/>
            </a:xfrm>
          </p:grpSpPr>
          <p:sp>
            <p:nvSpPr>
              <p:cNvPr id="257" name="Arc 256">
                <a:extLst>
                  <a:ext uri="{FF2B5EF4-FFF2-40B4-BE49-F238E27FC236}">
                    <a16:creationId xmlns:a16="http://schemas.microsoft.com/office/drawing/2014/main" id="{5188651E-8D7D-B0A5-3722-61E3BCA4D2D4}"/>
                  </a:ext>
                </a:extLst>
              </p:cNvPr>
              <p:cNvSpPr/>
              <p:nvPr/>
            </p:nvSpPr>
            <p:spPr>
              <a:xfrm rot="18310592">
                <a:off x="2098009" y="2944254"/>
                <a:ext cx="180000" cy="180000"/>
              </a:xfrm>
              <a:prstGeom prst="arc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258" name="Straight Arrow Connector 257">
                <a:extLst>
                  <a:ext uri="{FF2B5EF4-FFF2-40B4-BE49-F238E27FC236}">
                    <a16:creationId xmlns:a16="http://schemas.microsoft.com/office/drawing/2014/main" id="{C717C500-B78B-FA69-6478-15952A87E0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1093" y="2956467"/>
                <a:ext cx="51909" cy="3044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/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6000" r="-1200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/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blipFill>
                  <a:blip r:embed="rId27"/>
                  <a:stretch>
                    <a:fillRect l="-12766" b="-1714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/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𝐿𝑂𝐴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blipFill>
                  <a:blip r:embed="rId28"/>
                  <a:stretch>
                    <a:fillRect t="-4918" r="-6977"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42CDB9CF-27E4-7307-0326-E8D3CA4745A8}"/>
                </a:ext>
              </a:extLst>
            </p:cNvPr>
            <p:cNvGrpSpPr/>
            <p:nvPr/>
          </p:nvGrpSpPr>
          <p:grpSpPr>
            <a:xfrm rot="222480">
              <a:off x="1968255" y="3191898"/>
              <a:ext cx="308144" cy="623787"/>
              <a:chOff x="2000564" y="3191869"/>
              <a:chExt cx="308144" cy="623787"/>
            </a:xfrm>
          </p:grpSpPr>
          <p:cxnSp>
            <p:nvCxnSpPr>
              <p:cNvPr id="272" name="Straight Arrow Connector 271">
                <a:extLst>
                  <a:ext uri="{FF2B5EF4-FFF2-40B4-BE49-F238E27FC236}">
                    <a16:creationId xmlns:a16="http://schemas.microsoft.com/office/drawing/2014/main" id="{3636B9E2-1D31-BFBA-7F8A-E387C82126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53184" y="3191869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/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2245" b="-1076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4" name="Group 293">
              <a:extLst>
                <a:ext uri="{FF2B5EF4-FFF2-40B4-BE49-F238E27FC236}">
                  <a16:creationId xmlns:a16="http://schemas.microsoft.com/office/drawing/2014/main" id="{DB3F075B-F395-2150-0350-C9B9EB2236D5}"/>
                </a:ext>
              </a:extLst>
            </p:cNvPr>
            <p:cNvGrpSpPr/>
            <p:nvPr/>
          </p:nvGrpSpPr>
          <p:grpSpPr>
            <a:xfrm rot="152301">
              <a:off x="2246312" y="3330304"/>
              <a:ext cx="294612" cy="623787"/>
              <a:chOff x="2290096" y="3330304"/>
              <a:chExt cx="294612" cy="623787"/>
            </a:xfrm>
          </p:grpSpPr>
          <p:cxnSp>
            <p:nvCxnSpPr>
              <p:cNvPr id="280" name="Straight Arrow Connector 279">
                <a:extLst>
                  <a:ext uri="{FF2B5EF4-FFF2-40B4-BE49-F238E27FC236}">
                    <a16:creationId xmlns:a16="http://schemas.microsoft.com/office/drawing/2014/main" id="{714ECB3B-7383-49CA-C5FF-DF7D69964EE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29184" y="3330304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/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10204" b="-46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5" name="Group 294">
              <a:extLst>
                <a:ext uri="{FF2B5EF4-FFF2-40B4-BE49-F238E27FC236}">
                  <a16:creationId xmlns:a16="http://schemas.microsoft.com/office/drawing/2014/main" id="{9505DB7E-41AA-DC75-D94D-A58FFC34C5BE}"/>
                </a:ext>
              </a:extLst>
            </p:cNvPr>
            <p:cNvGrpSpPr/>
            <p:nvPr/>
          </p:nvGrpSpPr>
          <p:grpSpPr>
            <a:xfrm rot="227353">
              <a:off x="1365550" y="3052138"/>
              <a:ext cx="571512" cy="352389"/>
              <a:chOff x="1388980" y="3059411"/>
              <a:chExt cx="571512" cy="352389"/>
            </a:xfrm>
          </p:grpSpPr>
          <p:cxnSp>
            <p:nvCxnSpPr>
              <p:cNvPr id="282" name="Straight Arrow Connector 281">
                <a:extLst>
                  <a:ext uri="{FF2B5EF4-FFF2-40B4-BE49-F238E27FC236}">
                    <a16:creationId xmlns:a16="http://schemas.microsoft.com/office/drawing/2014/main" id="{8D2C1798-E973-5879-3FDF-07954C151E5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388980" y="3226477"/>
                <a:ext cx="571512" cy="18532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/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5152" t="-1887" b="-754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6" name="Straight Arrow Connector 285">
              <a:extLst>
                <a:ext uri="{FF2B5EF4-FFF2-40B4-BE49-F238E27FC236}">
                  <a16:creationId xmlns:a16="http://schemas.microsoft.com/office/drawing/2014/main" id="{84E09E70-8F2F-F5A4-10F8-A84B6C6251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81149" y="3717484"/>
              <a:ext cx="86596" cy="37466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/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δ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blipFill>
                  <a:blip r:embed="rId29"/>
                  <a:stretch>
                    <a:fillRect l="-30435" r="-26087" b="-8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12" name="Group 311">
              <a:extLst>
                <a:ext uri="{FF2B5EF4-FFF2-40B4-BE49-F238E27FC236}">
                  <a16:creationId xmlns:a16="http://schemas.microsoft.com/office/drawing/2014/main" id="{4044BE47-C06D-D7A6-B9AC-F07F3145FE97}"/>
                </a:ext>
              </a:extLst>
            </p:cNvPr>
            <p:cNvGrpSpPr/>
            <p:nvPr/>
          </p:nvGrpSpPr>
          <p:grpSpPr>
            <a:xfrm>
              <a:off x="155650" y="4083675"/>
              <a:ext cx="2377056" cy="2518392"/>
              <a:chOff x="155650" y="4083675"/>
              <a:chExt cx="2377056" cy="2518392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27CFEED-A137-506B-B084-227736BFE881}"/>
                  </a:ext>
                </a:extLst>
              </p:cNvPr>
              <p:cNvSpPr/>
              <p:nvPr/>
            </p:nvSpPr>
            <p:spPr>
              <a:xfrm>
                <a:off x="991758" y="4269486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3D4075CE-EB36-FAF5-30B5-31584B8911DB}"/>
                  </a:ext>
                </a:extLst>
              </p:cNvPr>
              <p:cNvGrpSpPr/>
              <p:nvPr/>
            </p:nvGrpSpPr>
            <p:grpSpPr>
              <a:xfrm rot="10800000">
                <a:off x="155650" y="4712835"/>
                <a:ext cx="1564242" cy="507677"/>
                <a:chOff x="3393009" y="2411648"/>
                <a:chExt cx="1795377" cy="577342"/>
              </a:xfrm>
            </p:grpSpPr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73CBB944-5C61-7B4A-1FAF-772D2354B98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DB87E23C-9088-0D51-2B31-6CD60FE38BFC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47" name="Group 146">
                    <a:extLst>
                      <a:ext uri="{FF2B5EF4-FFF2-40B4-BE49-F238E27FC236}">
                        <a16:creationId xmlns:a16="http://schemas.microsoft.com/office/drawing/2014/main" id="{AADDB5C9-ADCB-B5A5-7B07-2C17429A0A54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48" name="Straight Connector 147">
                      <a:extLst>
                        <a:ext uri="{FF2B5EF4-FFF2-40B4-BE49-F238E27FC236}">
                          <a16:creationId xmlns:a16="http://schemas.microsoft.com/office/drawing/2014/main" id="{19F650C8-908C-203C-CE42-533F6C7E341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9" name="Straight Connector 148">
                      <a:extLst>
                        <a:ext uri="{FF2B5EF4-FFF2-40B4-BE49-F238E27FC236}">
                          <a16:creationId xmlns:a16="http://schemas.microsoft.com/office/drawing/2014/main" id="{84BD6CC8-B829-0AF0-42FD-A9E93C87227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0" name="Straight Connector 149">
                      <a:extLst>
                        <a:ext uri="{FF2B5EF4-FFF2-40B4-BE49-F238E27FC236}">
                          <a16:creationId xmlns:a16="http://schemas.microsoft.com/office/drawing/2014/main" id="{5021D1E8-FC47-FAD8-0816-C75E49F38C2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1" name="Straight Connector 150">
                      <a:extLst>
                        <a:ext uri="{FF2B5EF4-FFF2-40B4-BE49-F238E27FC236}">
                          <a16:creationId xmlns:a16="http://schemas.microsoft.com/office/drawing/2014/main" id="{D9C43C41-BA7B-0349-6720-EB990C7DA1F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2" name="Straight Connector 151">
                      <a:extLst>
                        <a:ext uri="{FF2B5EF4-FFF2-40B4-BE49-F238E27FC236}">
                          <a16:creationId xmlns:a16="http://schemas.microsoft.com/office/drawing/2014/main" id="{E39E956A-CEB4-E850-4970-5CB84AF7DCC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96EF6949-BA93-1C1C-E772-DA33901389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B589C1B4-B365-5D15-0CD8-E125925F7F21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39" name="Straight Connector 138">
                    <a:extLst>
                      <a:ext uri="{FF2B5EF4-FFF2-40B4-BE49-F238E27FC236}">
                        <a16:creationId xmlns:a16="http://schemas.microsoft.com/office/drawing/2014/main" id="{03287549-D0C0-E3F6-985A-2E09FEDFFC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0" name="Straight Connector 139">
                    <a:extLst>
                      <a:ext uri="{FF2B5EF4-FFF2-40B4-BE49-F238E27FC236}">
                        <a16:creationId xmlns:a16="http://schemas.microsoft.com/office/drawing/2014/main" id="{69678464-E2DE-18C9-6F43-A1AEAEF6F1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" name="Straight Connector 140">
                    <a:extLst>
                      <a:ext uri="{FF2B5EF4-FFF2-40B4-BE49-F238E27FC236}">
                        <a16:creationId xmlns:a16="http://schemas.microsoft.com/office/drawing/2014/main" id="{519E5A95-047B-AC3C-7BD2-8031D0F6EB5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Straight Connector 141">
                    <a:extLst>
                      <a:ext uri="{FF2B5EF4-FFF2-40B4-BE49-F238E27FC236}">
                        <a16:creationId xmlns:a16="http://schemas.microsoft.com/office/drawing/2014/main" id="{0C6713EF-CF00-9A99-BA3F-9F4F120CB8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Straight Connector 142">
                    <a:extLst>
                      <a:ext uri="{FF2B5EF4-FFF2-40B4-BE49-F238E27FC236}">
                        <a16:creationId xmlns:a16="http://schemas.microsoft.com/office/drawing/2014/main" id="{9C3F1606-C890-248C-1974-78ACEF9ADA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Straight Connector 143">
                    <a:extLst>
                      <a:ext uri="{FF2B5EF4-FFF2-40B4-BE49-F238E27FC236}">
                        <a16:creationId xmlns:a16="http://schemas.microsoft.com/office/drawing/2014/main" id="{368C6B9C-B663-0947-0903-455C55536C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Straight Connector 144">
                    <a:extLst>
                      <a:ext uri="{FF2B5EF4-FFF2-40B4-BE49-F238E27FC236}">
                        <a16:creationId xmlns:a16="http://schemas.microsoft.com/office/drawing/2014/main" id="{215CF621-1AC4-A066-D7CE-F8A18DCE8A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AE911675-5394-DDF9-013C-3BD7F644796C}"/>
                  </a:ext>
                </a:extLst>
              </p:cNvPr>
              <p:cNvGrpSpPr/>
              <p:nvPr/>
            </p:nvGrpSpPr>
            <p:grpSpPr>
              <a:xfrm rot="5400000">
                <a:off x="890812" y="5539507"/>
                <a:ext cx="1622104" cy="503016"/>
                <a:chOff x="3343691" y="2411648"/>
                <a:chExt cx="1844695" cy="577342"/>
              </a:xfrm>
            </p:grpSpPr>
            <p:grpSp>
              <p:nvGrpSpPr>
                <p:cNvPr id="154" name="Group 153">
                  <a:extLst>
                    <a:ext uri="{FF2B5EF4-FFF2-40B4-BE49-F238E27FC236}">
                      <a16:creationId xmlns:a16="http://schemas.microsoft.com/office/drawing/2014/main" id="{9A664C73-E4C0-B11B-DE1E-FE1C88FA6EAC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64" name="Rectangle 163">
                    <a:extLst>
                      <a:ext uri="{FF2B5EF4-FFF2-40B4-BE49-F238E27FC236}">
                        <a16:creationId xmlns:a16="http://schemas.microsoft.com/office/drawing/2014/main" id="{BACB03AA-9BDC-98F0-C2FD-543BB806480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65" name="Group 164">
                    <a:extLst>
                      <a:ext uri="{FF2B5EF4-FFF2-40B4-BE49-F238E27FC236}">
                        <a16:creationId xmlns:a16="http://schemas.microsoft.com/office/drawing/2014/main" id="{182F44C4-CE61-06DE-F3DD-9C9492D6AB2B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66" name="Straight Connector 165">
                      <a:extLst>
                        <a:ext uri="{FF2B5EF4-FFF2-40B4-BE49-F238E27FC236}">
                          <a16:creationId xmlns:a16="http://schemas.microsoft.com/office/drawing/2014/main" id="{C6F866AB-9B24-ACCA-03E4-CD970606972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7" name="Straight Connector 166">
                      <a:extLst>
                        <a:ext uri="{FF2B5EF4-FFF2-40B4-BE49-F238E27FC236}">
                          <a16:creationId xmlns:a16="http://schemas.microsoft.com/office/drawing/2014/main" id="{C9AEC7A0-5D59-C8DE-B953-23B054C3E29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8" name="Straight Connector 167">
                      <a:extLst>
                        <a:ext uri="{FF2B5EF4-FFF2-40B4-BE49-F238E27FC236}">
                          <a16:creationId xmlns:a16="http://schemas.microsoft.com/office/drawing/2014/main" id="{1FC54524-6619-B44A-1793-533E48CB96C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" name="Straight Connector 168">
                      <a:extLst>
                        <a:ext uri="{FF2B5EF4-FFF2-40B4-BE49-F238E27FC236}">
                          <a16:creationId xmlns:a16="http://schemas.microsoft.com/office/drawing/2014/main" id="{4639079B-119D-833B-7D30-7ED55DF78E1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0" name="Straight Connector 169">
                      <a:extLst>
                        <a:ext uri="{FF2B5EF4-FFF2-40B4-BE49-F238E27FC236}">
                          <a16:creationId xmlns:a16="http://schemas.microsoft.com/office/drawing/2014/main" id="{481E3FFE-944A-01C9-B788-2A50E1F436F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BA497A4D-3A67-D0C3-0ED5-50D5C4822F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3826631" y="2188520"/>
                  <a:ext cx="11621" cy="977501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56" name="Group 155">
                  <a:extLst>
                    <a:ext uri="{FF2B5EF4-FFF2-40B4-BE49-F238E27FC236}">
                      <a16:creationId xmlns:a16="http://schemas.microsoft.com/office/drawing/2014/main" id="{C0C307F8-AD57-42EB-6B3E-71F92CC6FE18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57" name="Straight Connector 156">
                    <a:extLst>
                      <a:ext uri="{FF2B5EF4-FFF2-40B4-BE49-F238E27FC236}">
                        <a16:creationId xmlns:a16="http://schemas.microsoft.com/office/drawing/2014/main" id="{EC73E035-4A92-F8B9-16F7-79A2BFD5C7C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" name="Straight Connector 157">
                    <a:extLst>
                      <a:ext uri="{FF2B5EF4-FFF2-40B4-BE49-F238E27FC236}">
                        <a16:creationId xmlns:a16="http://schemas.microsoft.com/office/drawing/2014/main" id="{927C266B-4E02-7886-D69B-F4BA66BA46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" name="Straight Connector 158">
                    <a:extLst>
                      <a:ext uri="{FF2B5EF4-FFF2-40B4-BE49-F238E27FC236}">
                        <a16:creationId xmlns:a16="http://schemas.microsoft.com/office/drawing/2014/main" id="{0EA0C199-254D-FC80-4CFF-0A487248CE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" name="Straight Connector 159">
                    <a:extLst>
                      <a:ext uri="{FF2B5EF4-FFF2-40B4-BE49-F238E27FC236}">
                        <a16:creationId xmlns:a16="http://schemas.microsoft.com/office/drawing/2014/main" id="{68DDB1A9-8DCA-F2C4-4ADB-D643EE88338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" name="Straight Connector 160">
                    <a:extLst>
                      <a:ext uri="{FF2B5EF4-FFF2-40B4-BE49-F238E27FC236}">
                        <a16:creationId xmlns:a16="http://schemas.microsoft.com/office/drawing/2014/main" id="{165A0E5E-7772-2AEC-0A4B-D79D72CF4E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" name="Straight Connector 161">
                    <a:extLst>
                      <a:ext uri="{FF2B5EF4-FFF2-40B4-BE49-F238E27FC236}">
                        <a16:creationId xmlns:a16="http://schemas.microsoft.com/office/drawing/2014/main" id="{47D3C5EE-CA01-ED8B-DD25-A97D2134D6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Straight Connector 162">
                    <a:extLst>
                      <a:ext uri="{FF2B5EF4-FFF2-40B4-BE49-F238E27FC236}">
                        <a16:creationId xmlns:a16="http://schemas.microsoft.com/office/drawing/2014/main" id="{7A3B1D86-CB5F-6030-601D-CBF99B2D48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68D8F69E-0676-CB8E-0E2F-ECFBB21BBEF1}"/>
                  </a:ext>
                </a:extLst>
              </p:cNvPr>
              <p:cNvGrpSpPr/>
              <p:nvPr/>
            </p:nvGrpSpPr>
            <p:grpSpPr>
              <a:xfrm>
                <a:off x="532559" y="5300847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11111" r="-2778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4" name="Straight Arrow Connector 203">
                  <a:extLst>
                    <a:ext uri="{FF2B5EF4-FFF2-40B4-BE49-F238E27FC236}">
                      <a16:creationId xmlns:a16="http://schemas.microsoft.com/office/drawing/2014/main" id="{8ED54B0B-8D7C-32AE-000D-ACA81464E6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Straight Connector 206">
                  <a:extLst>
                    <a:ext uri="{FF2B5EF4-FFF2-40B4-BE49-F238E27FC236}">
                      <a16:creationId xmlns:a16="http://schemas.microsoft.com/office/drawing/2014/main" id="{F96D3336-E42D-CB4D-5E50-7E4F81AB1AC9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3011F55A-CC3A-F0FC-37B2-05D3B13469D8}"/>
                  </a:ext>
                </a:extLst>
              </p:cNvPr>
              <p:cNvGrpSpPr/>
              <p:nvPr/>
            </p:nvGrpSpPr>
            <p:grpSpPr>
              <a:xfrm rot="16200000">
                <a:off x="1087495" y="5859336"/>
                <a:ext cx="362684" cy="338757"/>
                <a:chOff x="532559" y="5319897"/>
                <a:chExt cx="362684" cy="33875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16216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5" name="Straight Arrow Connector 214">
                  <a:extLst>
                    <a:ext uri="{FF2B5EF4-FFF2-40B4-BE49-F238E27FC236}">
                      <a16:creationId xmlns:a16="http://schemas.microsoft.com/office/drawing/2014/main" id="{9FFE1FA9-1DAA-33A1-DBBF-EE976A76F4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Straight Connector 215">
                  <a:extLst>
                    <a:ext uri="{FF2B5EF4-FFF2-40B4-BE49-F238E27FC236}">
                      <a16:creationId xmlns:a16="http://schemas.microsoft.com/office/drawing/2014/main" id="{A90730AC-5991-A8D4-EB60-07E382E2C8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/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/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4" name="Group 243">
                <a:extLst>
                  <a:ext uri="{FF2B5EF4-FFF2-40B4-BE49-F238E27FC236}">
                    <a16:creationId xmlns:a16="http://schemas.microsoft.com/office/drawing/2014/main" id="{191E39FF-BE2C-7844-4B78-5847E83972CA}"/>
                  </a:ext>
                </a:extLst>
              </p:cNvPr>
              <p:cNvGrpSpPr/>
              <p:nvPr/>
            </p:nvGrpSpPr>
            <p:grpSpPr>
              <a:xfrm>
                <a:off x="839214" y="4083675"/>
                <a:ext cx="1693492" cy="1623789"/>
                <a:chOff x="818866" y="4100806"/>
                <a:chExt cx="1693492" cy="1623789"/>
              </a:xfrm>
            </p:grpSpPr>
            <p:grpSp>
              <p:nvGrpSpPr>
                <p:cNvPr id="245" name="Group 244">
                  <a:extLst>
                    <a:ext uri="{FF2B5EF4-FFF2-40B4-BE49-F238E27FC236}">
                      <a16:creationId xmlns:a16="http://schemas.microsoft.com/office/drawing/2014/main" id="{E476C297-8900-CF45-C8EF-B710FA7330BA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47" name="Arc 246">
                    <a:extLst>
                      <a:ext uri="{FF2B5EF4-FFF2-40B4-BE49-F238E27FC236}">
                        <a16:creationId xmlns:a16="http://schemas.microsoft.com/office/drawing/2014/main" id="{CA1FB6EC-EC43-FD39-2EF2-FA9FF5B159AE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48" name="Straight Arrow Connector 247">
                    <a:extLst>
                      <a:ext uri="{FF2B5EF4-FFF2-40B4-BE49-F238E27FC236}">
                        <a16:creationId xmlns:a16="http://schemas.microsoft.com/office/drawing/2014/main" id="{C7A629E5-5119-C82E-9F03-3C642696AE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18919" r="-2703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97" name="Straight Connector 296">
                <a:extLst>
                  <a:ext uri="{FF2B5EF4-FFF2-40B4-BE49-F238E27FC236}">
                    <a16:creationId xmlns:a16="http://schemas.microsoft.com/office/drawing/2014/main" id="{3E690D52-F132-6A33-0161-444CBE61EC70}"/>
                  </a:ext>
                </a:extLst>
              </p:cNvPr>
              <p:cNvCxnSpPr>
                <a:cxnSpLocks/>
                <a:endCxn id="10" idx="6"/>
              </p:cNvCxnSpPr>
              <p:nvPr/>
            </p:nvCxnSpPr>
            <p:spPr>
              <a:xfrm flipV="1">
                <a:off x="1707357" y="4989486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/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15385" r="-2564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1" name="Group 310">
              <a:extLst>
                <a:ext uri="{FF2B5EF4-FFF2-40B4-BE49-F238E27FC236}">
                  <a16:creationId xmlns:a16="http://schemas.microsoft.com/office/drawing/2014/main" id="{92158173-77E2-BC92-8D03-F4BD3B1443DB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grpSp>
            <p:nvGrpSpPr>
              <p:cNvPr id="309" name="Group 308">
                <a:extLst>
                  <a:ext uri="{FF2B5EF4-FFF2-40B4-BE49-F238E27FC236}">
                    <a16:creationId xmlns:a16="http://schemas.microsoft.com/office/drawing/2014/main" id="{8676F96B-A3BD-5FCD-0690-1E89485526FC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CD7704D6-1C0A-96AA-7C92-66260357F0DB}"/>
                    </a:ext>
                  </a:extLst>
                </p:cNvPr>
                <p:cNvSpPr/>
                <p:nvPr/>
              </p:nvSpPr>
              <p:spPr>
                <a:xfrm>
                  <a:off x="3018967" y="1924902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2C111ADE-D922-019F-2BBF-82C3B2666246}"/>
                    </a:ext>
                  </a:extLst>
                </p:cNvPr>
                <p:cNvGrpSpPr/>
                <p:nvPr/>
              </p:nvGrpSpPr>
              <p:grpSpPr>
                <a:xfrm>
                  <a:off x="3726364" y="2402654"/>
                  <a:ext cx="1564242" cy="531814"/>
                  <a:chOff x="3393009" y="2411648"/>
                  <a:chExt cx="1795377" cy="577342"/>
                </a:xfrm>
              </p:grpSpPr>
              <p:grpSp>
                <p:nvGrpSpPr>
                  <p:cNvPr id="70" name="Group 69">
                    <a:extLst>
                      <a:ext uri="{FF2B5EF4-FFF2-40B4-BE49-F238E27FC236}">
                        <a16:creationId xmlns:a16="http://schemas.microsoft.com/office/drawing/2014/main" id="{0260C0DB-546A-4590-50B6-6BA61AB8CB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71" name="Rectangle 70">
                      <a:extLst>
                        <a:ext uri="{FF2B5EF4-FFF2-40B4-BE49-F238E27FC236}">
                          <a16:creationId xmlns:a16="http://schemas.microsoft.com/office/drawing/2014/main" id="{B69F5DC6-C5BB-C5D5-8F95-8E70E17EA2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72" name="Group 71">
                      <a:extLst>
                        <a:ext uri="{FF2B5EF4-FFF2-40B4-BE49-F238E27FC236}">
                          <a16:creationId xmlns:a16="http://schemas.microsoft.com/office/drawing/2014/main" id="{4A30D3FB-80B1-B7AF-8C9A-C85D369F76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32C68BA9-B6AE-3CD2-529F-AD1C4CDBC78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4" name="Straight Connector 73">
                        <a:extLst>
                          <a:ext uri="{FF2B5EF4-FFF2-40B4-BE49-F238E27FC236}">
                            <a16:creationId xmlns:a16="http://schemas.microsoft.com/office/drawing/2014/main" id="{8AEEE543-6DA7-5C9C-1811-A228AD6982B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5" name="Straight Connector 74">
                        <a:extLst>
                          <a:ext uri="{FF2B5EF4-FFF2-40B4-BE49-F238E27FC236}">
                            <a16:creationId xmlns:a16="http://schemas.microsoft.com/office/drawing/2014/main" id="{5CBD8A0D-9F68-D9F8-043C-848453302FD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6" name="Straight Connector 75">
                        <a:extLst>
                          <a:ext uri="{FF2B5EF4-FFF2-40B4-BE49-F238E27FC236}">
                            <a16:creationId xmlns:a16="http://schemas.microsoft.com/office/drawing/2014/main" id="{9D0C137D-BB11-E6E0-7E68-39DBA76F43E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7" name="Straight Connector 76">
                        <a:extLst>
                          <a:ext uri="{FF2B5EF4-FFF2-40B4-BE49-F238E27FC236}">
                            <a16:creationId xmlns:a16="http://schemas.microsoft.com/office/drawing/2014/main" id="{2B8FBD66-2B4A-A8C3-112D-461BAED1579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80" name="Straight Connector 79">
                    <a:extLst>
                      <a:ext uri="{FF2B5EF4-FFF2-40B4-BE49-F238E27FC236}">
                        <a16:creationId xmlns:a16="http://schemas.microsoft.com/office/drawing/2014/main" id="{BF987B83-3730-A149-EAFD-DC6C73781C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6" name="Group 105">
                    <a:extLst>
                      <a:ext uri="{FF2B5EF4-FFF2-40B4-BE49-F238E27FC236}">
                        <a16:creationId xmlns:a16="http://schemas.microsoft.com/office/drawing/2014/main" id="{8A667790-903B-3298-93F6-07303432ACC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88" name="Straight Connector 87">
                      <a:extLst>
                        <a:ext uri="{FF2B5EF4-FFF2-40B4-BE49-F238E27FC236}">
                          <a16:creationId xmlns:a16="http://schemas.microsoft.com/office/drawing/2014/main" id="{3DA4F8E5-CFFD-EA98-2F3C-A4703631554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1" name="Straight Connector 90">
                      <a:extLst>
                        <a:ext uri="{FF2B5EF4-FFF2-40B4-BE49-F238E27FC236}">
                          <a16:creationId xmlns:a16="http://schemas.microsoft.com/office/drawing/2014/main" id="{D7F2DE7E-E0CC-A255-8516-7C30A277333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4" name="Straight Connector 93">
                      <a:extLst>
                        <a:ext uri="{FF2B5EF4-FFF2-40B4-BE49-F238E27FC236}">
                          <a16:creationId xmlns:a16="http://schemas.microsoft.com/office/drawing/2014/main" id="{609C2193-51F6-1128-F60C-C578F45C874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" name="Straight Connector 101">
                      <a:extLst>
                        <a:ext uri="{FF2B5EF4-FFF2-40B4-BE49-F238E27FC236}">
                          <a16:creationId xmlns:a16="http://schemas.microsoft.com/office/drawing/2014/main" id="{E977CA91-CFEB-4680-F885-9E7035137DA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3" name="Straight Connector 102">
                      <a:extLst>
                        <a:ext uri="{FF2B5EF4-FFF2-40B4-BE49-F238E27FC236}">
                          <a16:creationId xmlns:a16="http://schemas.microsoft.com/office/drawing/2014/main" id="{778D7406-B2D9-1C14-548E-16354F3D855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916DC105-DE6C-E9BA-E96B-D1CA8B60535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3DAD83C8-97A3-1714-B4F4-ED5E6BC139E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D23721ED-C5B9-9224-B9F7-BCCEC877523C}"/>
                    </a:ext>
                  </a:extLst>
                </p:cNvPr>
                <p:cNvGrpSpPr/>
                <p:nvPr/>
              </p:nvGrpSpPr>
              <p:grpSpPr>
                <a:xfrm rot="16200000">
                  <a:off x="2921667" y="1575104"/>
                  <a:ext cx="1653798" cy="503016"/>
                  <a:chOff x="3393009" y="2411648"/>
                  <a:chExt cx="1795377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BD9837AA-341F-C0BF-CE8B-DEB6453AA310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CC7FDA2E-1EFD-7B92-A756-57869F988F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69A7DBF3-E2D4-43F3-A105-487B33E923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526AC025-D987-643E-3ED6-E7FA89C8137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C74669AE-203A-F968-7FB9-9204EE26D6B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E1748740-C6FD-41CE-614F-E3A52327607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85F0A789-89CF-94FC-5C94-3864BF18F9B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D31BD85A-7E00-0F98-C31C-B2E8A04B799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E7BCBA5C-4744-7E71-0454-A492CDE475C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B82E42A5-E911-A3D0-FFBB-269428CC7C3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2222B833-7954-DB00-8CC9-1E4EA4C44FD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824FA933-8F0A-84E5-0D5F-FE2B1C9D3CB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C9E82708-C73A-B855-A7BB-74C24740145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34481E52-47F5-D243-392B-E6A49D7C183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FCE1C64-ABFB-FF0F-8BB1-276E9C1FA40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C1A36BA5-5A09-35F5-2BBC-1040C1B1978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679A4503-05A0-89AF-286D-C3D2927D637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09" name="Group 208">
                  <a:extLst>
                    <a:ext uri="{FF2B5EF4-FFF2-40B4-BE49-F238E27FC236}">
                      <a16:creationId xmlns:a16="http://schemas.microsoft.com/office/drawing/2014/main" id="{44E3C5A7-CCCE-F677-7BA4-86046ADD935F}"/>
                    </a:ext>
                  </a:extLst>
                </p:cNvPr>
                <p:cNvGrpSpPr/>
                <p:nvPr/>
              </p:nvGrpSpPr>
              <p:grpSpPr>
                <a:xfrm>
                  <a:off x="4664605" y="2063729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sz="1400" dirty="0"/>
                      </a:p>
                    </p:txBody>
                  </p:sp>
                </mc:Choice>
                <mc:Fallback xmlns="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7895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11" name="Straight Arrow Connector 210">
                    <a:extLst>
                      <a:ext uri="{FF2B5EF4-FFF2-40B4-BE49-F238E27FC236}">
                        <a16:creationId xmlns:a16="http://schemas.microsoft.com/office/drawing/2014/main" id="{8B1EF9F4-1DEA-7D3C-CB5D-A52404EC7D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2" name="Straight Connector 211">
                    <a:extLst>
                      <a:ext uri="{FF2B5EF4-FFF2-40B4-BE49-F238E27FC236}">
                        <a16:creationId xmlns:a16="http://schemas.microsoft.com/office/drawing/2014/main" id="{2C8A30E8-C978-9E15-BB71-2587C85A076D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000" r="-13333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20" name="Group 219">
                  <a:extLst>
                    <a:ext uri="{FF2B5EF4-FFF2-40B4-BE49-F238E27FC236}">
                      <a16:creationId xmlns:a16="http://schemas.microsoft.com/office/drawing/2014/main" id="{1D941918-D14A-1BE8-C8C7-F7FDE55047F9}"/>
                    </a:ext>
                  </a:extLst>
                </p:cNvPr>
                <p:cNvGrpSpPr/>
                <p:nvPr/>
              </p:nvGrpSpPr>
              <p:grpSpPr>
                <a:xfrm rot="16200000">
                  <a:off x="3957114" y="1394901"/>
                  <a:ext cx="362684" cy="342926"/>
                  <a:chOff x="532559" y="5319897"/>
                  <a:chExt cx="362684" cy="342926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l="-18919" r="-2703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22" name="Straight Arrow Connector 221">
                    <a:extLst>
                      <a:ext uri="{FF2B5EF4-FFF2-40B4-BE49-F238E27FC236}">
                        <a16:creationId xmlns:a16="http://schemas.microsoft.com/office/drawing/2014/main" id="{561302DB-6F72-680E-B26D-15E3C6153F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3" name="Straight Connector 222">
                    <a:extLst>
                      <a:ext uri="{FF2B5EF4-FFF2-40B4-BE49-F238E27FC236}">
                        <a16:creationId xmlns:a16="http://schemas.microsoft.com/office/drawing/2014/main" id="{26E7EA96-AC86-23E9-AD4B-F146214193A4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3" name="Group 242">
                  <a:extLst>
                    <a:ext uri="{FF2B5EF4-FFF2-40B4-BE49-F238E27FC236}">
                      <a16:creationId xmlns:a16="http://schemas.microsoft.com/office/drawing/2014/main" id="{6EC69803-28D6-EB5C-53AD-69A64EA02C16}"/>
                    </a:ext>
                  </a:extLst>
                </p:cNvPr>
                <p:cNvGrpSpPr/>
                <p:nvPr/>
              </p:nvGrpSpPr>
              <p:grpSpPr>
                <a:xfrm rot="10800000">
                  <a:off x="2923647" y="1950405"/>
                  <a:ext cx="1620000" cy="1620000"/>
                  <a:chOff x="892358" y="4104595"/>
                  <a:chExt cx="1620000" cy="1620000"/>
                </a:xfrm>
              </p:grpSpPr>
              <p:grpSp>
                <p:nvGrpSpPr>
                  <p:cNvPr id="237" name="Group 236">
                    <a:extLst>
                      <a:ext uri="{FF2B5EF4-FFF2-40B4-BE49-F238E27FC236}">
                        <a16:creationId xmlns:a16="http://schemas.microsoft.com/office/drawing/2014/main" id="{93493FC2-78BF-038C-DD5E-EA5FA5A37BE9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230" name="Arc 229">
                      <a:extLst>
                        <a:ext uri="{FF2B5EF4-FFF2-40B4-BE49-F238E27FC236}">
                          <a16:creationId xmlns:a16="http://schemas.microsoft.com/office/drawing/2014/main" id="{7F181D6E-2FD0-4503-C34C-47D73625C2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234" name="Straight Arrow Connector 233">
                      <a:extLst>
                        <a:ext uri="{FF2B5EF4-FFF2-40B4-BE49-F238E27FC236}">
                          <a16:creationId xmlns:a16="http://schemas.microsoft.com/office/drawing/2014/main" id="{D144684B-A4DD-9255-55F7-3396739F850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l="-15789" r="-2632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304" name="Straight Connector 303">
                <a:extLst>
                  <a:ext uri="{FF2B5EF4-FFF2-40B4-BE49-F238E27FC236}">
                    <a16:creationId xmlns:a16="http://schemas.microsoft.com/office/drawing/2014/main" id="{FB3DE724-6286-C6A3-54BA-544749181BF3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H="1" flipV="1">
                <a:off x="3018966" y="2644902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/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15385" r="-5128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2C9DCA4-1D38-9940-7F03-C1AD918C5261}"/>
                </a:ext>
              </a:extLst>
            </p:cNvPr>
            <p:cNvGrpSpPr/>
            <p:nvPr/>
          </p:nvGrpSpPr>
          <p:grpSpPr>
            <a:xfrm rot="17130630">
              <a:off x="2716837" y="3904805"/>
              <a:ext cx="820346" cy="771605"/>
              <a:chOff x="35360" y="5987441"/>
              <a:chExt cx="820346" cy="771605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26A2CAFD-9BCD-211B-41CC-5BC579F7D906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4" cy="360000"/>
                <a:chOff x="6985000" y="3492499"/>
                <a:chExt cx="360794" cy="360000"/>
              </a:xfrm>
            </p:grpSpPr>
            <p:cxnSp>
              <p:nvCxnSpPr>
                <p:cNvPr id="323" name="Straight Arrow Connector 322">
                  <a:extLst>
                    <a:ext uri="{FF2B5EF4-FFF2-40B4-BE49-F238E27FC236}">
                      <a16:creationId xmlns:a16="http://schemas.microsoft.com/office/drawing/2014/main" id="{66307B89-8D78-430E-2FC6-885BD43913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Straight Arrow Connector 323">
                  <a:extLst>
                    <a:ext uri="{FF2B5EF4-FFF2-40B4-BE49-F238E27FC236}">
                      <a16:creationId xmlns:a16="http://schemas.microsoft.com/office/drawing/2014/main" id="{5B06F993-7248-0450-DB0F-FD0246DB43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4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8696" r="-1449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7813" r="-1563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326" name="TextBox 325">
            <a:extLst>
              <a:ext uri="{FF2B5EF4-FFF2-40B4-BE49-F238E27FC236}">
                <a16:creationId xmlns:a16="http://schemas.microsoft.com/office/drawing/2014/main" id="{40E51505-BDB2-ACB3-C0D1-CEFE529CFA15}"/>
              </a:ext>
            </a:extLst>
          </p:cNvPr>
          <p:cNvSpPr txBox="1"/>
          <p:nvPr/>
        </p:nvSpPr>
        <p:spPr>
          <a:xfrm>
            <a:off x="7953411" y="1018494"/>
            <a:ext cx="37300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perpendicular à Linha de Ação (LOA)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3FF63830-72A5-CA33-79B6-80E4CC1F4F1B}"/>
              </a:ext>
            </a:extLst>
          </p:cNvPr>
          <p:cNvSpPr txBox="1"/>
          <p:nvPr/>
        </p:nvSpPr>
        <p:spPr>
          <a:xfrm>
            <a:off x="7953411" y="1339737"/>
            <a:ext cx="33469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paralelo à Linha de Ação (LOA)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AA54CC02-5829-84C7-DC15-1F67A59B3B49}"/>
              </a:ext>
            </a:extLst>
          </p:cNvPr>
          <p:cNvSpPr txBox="1"/>
          <p:nvPr/>
        </p:nvSpPr>
        <p:spPr>
          <a:xfrm>
            <a:off x="7953411" y="1652363"/>
            <a:ext cx="42927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Rotação das engrenagens ao longo da Linha de Ação (LOA)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/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blipFill>
                <a:blip r:embed="rId32"/>
                <a:stretch>
                  <a:fillRect l="-5114" r="-568" b="-342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/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blipFill>
                <a:blip r:embed="rId33"/>
                <a:stretch>
                  <a:fillRect l="-3175" r="-529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/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blipFill>
                <a:blip r:embed="rId34"/>
                <a:stretch>
                  <a:fillRect l="-1571" r="-524" b="-1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TextBox 333">
            <a:extLst>
              <a:ext uri="{FF2B5EF4-FFF2-40B4-BE49-F238E27FC236}">
                <a16:creationId xmlns:a16="http://schemas.microsoft.com/office/drawing/2014/main" id="{899E94A7-8621-1F48-1981-CC1C9DC780F3}"/>
              </a:ext>
            </a:extLst>
          </p:cNvPr>
          <p:cNvSpPr txBox="1"/>
          <p:nvPr/>
        </p:nvSpPr>
        <p:spPr>
          <a:xfrm>
            <a:off x="5868321" y="2215461"/>
            <a:ext cx="39501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Deslocamentos relativos (Coordenadas Generalizadas)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/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 sz="1400" i="1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blipFill>
                <a:blip r:embed="rId35"/>
                <a:stretch>
                  <a:fillRect l="-3676" r="-3676" b="-13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6" name="TextBox 335">
            <a:extLst>
              <a:ext uri="{FF2B5EF4-FFF2-40B4-BE49-F238E27FC236}">
                <a16:creationId xmlns:a16="http://schemas.microsoft.com/office/drawing/2014/main" id="{9AD367C8-3408-9625-33C2-4008FBB65410}"/>
              </a:ext>
            </a:extLst>
          </p:cNvPr>
          <p:cNvSpPr txBox="1"/>
          <p:nvPr/>
        </p:nvSpPr>
        <p:spPr>
          <a:xfrm>
            <a:off x="5868321" y="2919561"/>
            <a:ext cx="18389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Força de Engrenamento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/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blipFill>
                <a:blip r:embed="rId36"/>
                <a:stretch>
                  <a:fillRect l="-3077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/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blipFill>
                <a:blip r:embed="rId37"/>
                <a:stretch>
                  <a:fillRect b="-216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/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blipFill>
                <a:blip r:embed="rId38"/>
                <a:stretch>
                  <a:fillRect b="-2105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/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blipFill>
                <a:blip r:embed="rId39"/>
                <a:stretch>
                  <a:fillRect l="-1961" r="-2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/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blipFill>
                <a:blip r:embed="rId40"/>
                <a:stretch>
                  <a:fillRect l="-2463" r="-3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/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blipFill>
                <a:blip r:embed="rId41"/>
                <a:stretch>
                  <a:fillRect t="-5405" b="-297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/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blipFill>
                <a:blip r:embed="rId42"/>
                <a:stretch>
                  <a:fillRect t="-8108" b="-270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/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̈"/>
                                  <m:ctrl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/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blipFill>
                <a:blip r:embed="rId44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/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blipFill>
                <a:blip r:embed="rId45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/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3" name="TextBox 352">
            <a:extLst>
              <a:ext uri="{FF2B5EF4-FFF2-40B4-BE49-F238E27FC236}">
                <a16:creationId xmlns:a16="http://schemas.microsoft.com/office/drawing/2014/main" id="{4D0BA3AE-0CCC-C0B5-FE07-24C1F4512AF2}"/>
              </a:ext>
            </a:extLst>
          </p:cNvPr>
          <p:cNvSpPr txBox="1"/>
          <p:nvPr/>
        </p:nvSpPr>
        <p:spPr>
          <a:xfrm>
            <a:off x="4820144" y="3547153"/>
            <a:ext cx="18726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Equações do Movimento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1EBCF-E340-6D24-B8B1-ECDF9FEBB1CB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3587367" y="5496081"/>
            <a:ext cx="7119425" cy="105243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1131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57EC6-56FB-49DB-B1CF-50287E2AC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96B351F-6C0E-AAE2-DF95-502401A05AD3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B9B9927-61B7-9387-6AE4-665B7489B85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CE00A53-2D99-7A62-4813-A079B5882B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5BE42B3-0E6F-CC40-52AA-561C46A2610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A1DE3EA-F1DA-AEFA-9229-ACD8A412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1C0412B-298A-085C-1772-12D3692294CD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ED6FE8-FA9C-4FEA-E21A-5E3117E9C0CF}"/>
              </a:ext>
            </a:extLst>
          </p:cNvPr>
          <p:cNvCxnSpPr>
            <a:cxnSpLocks/>
            <a:stCxn id="17" idx="2"/>
            <a:endCxn id="10" idx="6"/>
          </p:cNvCxnSpPr>
          <p:nvPr/>
        </p:nvCxnSpPr>
        <p:spPr>
          <a:xfrm flipH="1">
            <a:off x="2431758" y="2644902"/>
            <a:ext cx="587209" cy="23445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E525995-FC6E-7624-B2F9-8104AF5F9C46}"/>
              </a:ext>
            </a:extLst>
          </p:cNvPr>
          <p:cNvGrpSpPr/>
          <p:nvPr/>
        </p:nvGrpSpPr>
        <p:grpSpPr>
          <a:xfrm rot="17121185">
            <a:off x="2441813" y="3626718"/>
            <a:ext cx="566332" cy="407888"/>
            <a:chOff x="6417749" y="2353562"/>
            <a:chExt cx="713448" cy="556303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6A0D9F4-2BA0-44D5-A19E-2CE987CDD74E}"/>
                </a:ext>
              </a:extLst>
            </p:cNvPr>
            <p:cNvSpPr/>
            <p:nvPr/>
          </p:nvSpPr>
          <p:spPr>
            <a:xfrm>
              <a:off x="6434493" y="2353562"/>
              <a:ext cx="682626" cy="55630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E70056C5-1963-6AF2-1B6C-9C136E51311D}"/>
                </a:ext>
              </a:extLst>
            </p:cNvPr>
            <p:cNvGrpSpPr/>
            <p:nvPr/>
          </p:nvGrpSpPr>
          <p:grpSpPr>
            <a:xfrm>
              <a:off x="6417749" y="2385872"/>
              <a:ext cx="713448" cy="486942"/>
              <a:chOff x="5886500" y="4441099"/>
              <a:chExt cx="713448" cy="486942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589384BE-5E59-31E9-0EE9-3F6BF778C7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74814" y="4441099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DE363D1C-4B8E-08F8-15A2-7186332169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38863" y="4448038"/>
                <a:ext cx="187287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0D3EE8F0-A23E-5E31-1BB8-E42C4AF63AF5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6411879" y="4737372"/>
                <a:ext cx="253496" cy="12264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3539510C-287B-3B6D-D179-4EF1B20AA6F8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5814673" y="4518719"/>
                <a:ext cx="248659" cy="10500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6F36FB74-D945-DBC5-2C74-D525EA6B58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6150" y="4448038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4839B2F-A78C-3E8E-6348-B1A11700382F}"/>
              </a:ext>
            </a:extLst>
          </p:cNvPr>
          <p:cNvCxnSpPr>
            <a:cxnSpLocks/>
          </p:cNvCxnSpPr>
          <p:nvPr/>
        </p:nvCxnSpPr>
        <p:spPr>
          <a:xfrm>
            <a:off x="2771477" y="2645040"/>
            <a:ext cx="6092" cy="903807"/>
          </a:xfrm>
          <a:prstGeom prst="line">
            <a:avLst/>
          </a:prstGeom>
          <a:ln w="9525">
            <a:solidFill>
              <a:schemeClr val="tx1"/>
            </a:solidFill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E9A1117-4EAF-8FBE-FB08-B2CC3742366E}"/>
              </a:ext>
            </a:extLst>
          </p:cNvPr>
          <p:cNvGrpSpPr/>
          <p:nvPr/>
        </p:nvGrpSpPr>
        <p:grpSpPr>
          <a:xfrm>
            <a:off x="166675" y="5888872"/>
            <a:ext cx="587269" cy="704745"/>
            <a:chOff x="166675" y="5888872"/>
            <a:chExt cx="587269" cy="704745"/>
          </a:xfrm>
        </p:grpSpPr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058F29C1-5387-480E-65A7-B98BBC865E48}"/>
                </a:ext>
              </a:extLst>
            </p:cNvPr>
            <p:cNvGrpSpPr/>
            <p:nvPr/>
          </p:nvGrpSpPr>
          <p:grpSpPr>
            <a:xfrm>
              <a:off x="247402" y="6136225"/>
              <a:ext cx="360795" cy="360000"/>
              <a:chOff x="6985000" y="3492499"/>
              <a:chExt cx="360795" cy="360000"/>
            </a:xfrm>
          </p:grpSpPr>
          <p:cxnSp>
            <p:nvCxnSpPr>
              <p:cNvPr id="185" name="Straight Arrow Connector 184">
                <a:extLst>
                  <a:ext uri="{FF2B5EF4-FFF2-40B4-BE49-F238E27FC236}">
                    <a16:creationId xmlns:a16="http://schemas.microsoft.com/office/drawing/2014/main" id="{12642F95-7FB0-63BE-FCC4-EB60C544F9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Arrow Connector 186">
                <a:extLst>
                  <a:ext uri="{FF2B5EF4-FFF2-40B4-BE49-F238E27FC236}">
                    <a16:creationId xmlns:a16="http://schemas.microsoft.com/office/drawing/2014/main" id="{648B3D12-F338-4A90-46B6-31836852DB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5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/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blipFill>
                  <a:blip r:embed="rId6"/>
                  <a:stretch>
                    <a:fillRect l="-21429" r="-17857" b="-555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/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blipFill>
                  <a:blip r:embed="rId7"/>
                  <a:stretch>
                    <a:fillRect l="-22222" r="-14815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6" name="TextBox 255">
            <a:extLst>
              <a:ext uri="{FF2B5EF4-FFF2-40B4-BE49-F238E27FC236}">
                <a16:creationId xmlns:a16="http://schemas.microsoft.com/office/drawing/2014/main" id="{5857766C-4D9B-F56D-17C9-39C6F9C4B1E7}"/>
              </a:ext>
            </a:extLst>
          </p:cNvPr>
          <p:cNvSpPr txBox="1"/>
          <p:nvPr/>
        </p:nvSpPr>
        <p:spPr>
          <a:xfrm>
            <a:off x="1748214" y="2476236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pt-BR" dirty="0"/>
          </a:p>
        </p:txBody>
      </p: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93E83666-26D7-2FBA-4DBB-A0F153105FE6}"/>
              </a:ext>
            </a:extLst>
          </p:cNvPr>
          <p:cNvGrpSpPr/>
          <p:nvPr/>
        </p:nvGrpSpPr>
        <p:grpSpPr>
          <a:xfrm>
            <a:off x="2789794" y="2499198"/>
            <a:ext cx="180000" cy="421824"/>
            <a:chOff x="2098009" y="2702430"/>
            <a:chExt cx="180000" cy="421824"/>
          </a:xfrm>
        </p:grpSpPr>
        <p:sp>
          <p:nvSpPr>
            <p:cNvPr id="257" name="Arc 256">
              <a:extLst>
                <a:ext uri="{FF2B5EF4-FFF2-40B4-BE49-F238E27FC236}">
                  <a16:creationId xmlns:a16="http://schemas.microsoft.com/office/drawing/2014/main" id="{01773A89-C303-4DEF-6FAA-4F4BA57D6F1D}"/>
                </a:ext>
              </a:extLst>
            </p:cNvPr>
            <p:cNvSpPr/>
            <p:nvPr/>
          </p:nvSpPr>
          <p:spPr>
            <a:xfrm rot="18310592">
              <a:off x="2098009" y="2944254"/>
              <a:ext cx="180000" cy="180000"/>
            </a:xfrm>
            <a:prstGeom prst="arc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58" name="Straight Arrow Connector 257">
              <a:extLst>
                <a:ext uri="{FF2B5EF4-FFF2-40B4-BE49-F238E27FC236}">
                  <a16:creationId xmlns:a16="http://schemas.microsoft.com/office/drawing/2014/main" id="{34025ACE-537D-5B5F-8F40-72132C6B6D00}"/>
                </a:ext>
              </a:extLst>
            </p:cNvPr>
            <p:cNvCxnSpPr>
              <a:cxnSpLocks/>
            </p:cNvCxnSpPr>
            <p:nvPr/>
          </p:nvCxnSpPr>
          <p:spPr>
            <a:xfrm>
              <a:off x="2221093" y="2956467"/>
              <a:ext cx="51909" cy="304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/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blipFill>
                  <a:blip r:embed="rId8"/>
                  <a:stretch>
                    <a:fillRect l="-16000" r="-120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/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blipFill>
                <a:blip r:embed="rId9"/>
                <a:stretch>
                  <a:fillRect l="-12766" b="-171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/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𝐿𝑂𝐴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blipFill>
                <a:blip r:embed="rId10"/>
                <a:stretch>
                  <a:fillRect t="-4918" r="-6977" b="-81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3" name="Group 292">
            <a:extLst>
              <a:ext uri="{FF2B5EF4-FFF2-40B4-BE49-F238E27FC236}">
                <a16:creationId xmlns:a16="http://schemas.microsoft.com/office/drawing/2014/main" id="{CF2658B4-EA4B-5A4E-1759-07BB0CBE9D46}"/>
              </a:ext>
            </a:extLst>
          </p:cNvPr>
          <p:cNvGrpSpPr/>
          <p:nvPr/>
        </p:nvGrpSpPr>
        <p:grpSpPr>
          <a:xfrm rot="222480">
            <a:off x="1968255" y="3191898"/>
            <a:ext cx="308144" cy="623787"/>
            <a:chOff x="2000564" y="3191869"/>
            <a:chExt cx="308144" cy="623787"/>
          </a:xfrm>
        </p:grpSpPr>
        <p:cxnSp>
          <p:nvCxnSpPr>
            <p:cNvPr id="272" name="Straight Arrow Connector 271">
              <a:extLst>
                <a:ext uri="{FF2B5EF4-FFF2-40B4-BE49-F238E27FC236}">
                  <a16:creationId xmlns:a16="http://schemas.microsoft.com/office/drawing/2014/main" id="{431A1541-C6D2-A2B3-70CE-6BA92A6AA8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3184" y="3191869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/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η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blipFill>
                  <a:blip r:embed="rId11"/>
                  <a:stretch>
                    <a:fillRect r="-11538" b="-1212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4" name="Group 293">
            <a:extLst>
              <a:ext uri="{FF2B5EF4-FFF2-40B4-BE49-F238E27FC236}">
                <a16:creationId xmlns:a16="http://schemas.microsoft.com/office/drawing/2014/main" id="{2E8A996A-4158-F439-00F8-56FF226F79E7}"/>
              </a:ext>
            </a:extLst>
          </p:cNvPr>
          <p:cNvGrpSpPr/>
          <p:nvPr/>
        </p:nvGrpSpPr>
        <p:grpSpPr>
          <a:xfrm rot="152301">
            <a:off x="2246312" y="3330304"/>
            <a:ext cx="294612" cy="623787"/>
            <a:chOff x="2290096" y="3330304"/>
            <a:chExt cx="294612" cy="623787"/>
          </a:xfrm>
        </p:grpSpPr>
        <p:cxnSp>
          <p:nvCxnSpPr>
            <p:cNvPr id="280" name="Straight Arrow Connector 279">
              <a:extLst>
                <a:ext uri="{FF2B5EF4-FFF2-40B4-BE49-F238E27FC236}">
                  <a16:creationId xmlns:a16="http://schemas.microsoft.com/office/drawing/2014/main" id="{9D3D10E4-816C-7FE5-81C7-A88584CA58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29184" y="3330304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/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blipFill>
                  <a:blip r:embed="rId12"/>
                  <a:stretch>
                    <a:fillRect r="-9804" b="-454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EFF2EF5E-750C-97B8-9B47-415E8D1251E7}"/>
              </a:ext>
            </a:extLst>
          </p:cNvPr>
          <p:cNvGrpSpPr/>
          <p:nvPr/>
        </p:nvGrpSpPr>
        <p:grpSpPr>
          <a:xfrm rot="227353">
            <a:off x="1365550" y="3052138"/>
            <a:ext cx="571512" cy="352389"/>
            <a:chOff x="1388980" y="3059411"/>
            <a:chExt cx="571512" cy="352389"/>
          </a:xfrm>
        </p:grpSpPr>
        <p:cxnSp>
          <p:nvCxnSpPr>
            <p:cNvPr id="282" name="Straight Arrow Connector 281">
              <a:extLst>
                <a:ext uri="{FF2B5EF4-FFF2-40B4-BE49-F238E27FC236}">
                  <a16:creationId xmlns:a16="http://schemas.microsoft.com/office/drawing/2014/main" id="{1EADEBE2-718E-FA77-F27B-68AAE512AC4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88980" y="3226477"/>
              <a:ext cx="571512" cy="18532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/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>
                                <a:latin typeface="Cambria Math" panose="02040503050406030204" pitchFamily="18" charset="0"/>
                              </a:rPr>
                              <m:t>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blipFill>
                  <a:blip r:embed="rId13"/>
                  <a:stretch>
                    <a:fillRect l="-16418" t="-1818" b="-909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36BC0603-0CB4-DC25-D0DF-0D82EDD75C2F}"/>
              </a:ext>
            </a:extLst>
          </p:cNvPr>
          <p:cNvCxnSpPr>
            <a:cxnSpLocks/>
          </p:cNvCxnSpPr>
          <p:nvPr/>
        </p:nvCxnSpPr>
        <p:spPr>
          <a:xfrm flipH="1">
            <a:off x="2981149" y="3717484"/>
            <a:ext cx="86596" cy="37466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/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blipFill>
                <a:blip r:embed="rId14"/>
                <a:stretch>
                  <a:fillRect l="-30435" r="-26087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2" name="Group 311">
            <a:extLst>
              <a:ext uri="{FF2B5EF4-FFF2-40B4-BE49-F238E27FC236}">
                <a16:creationId xmlns:a16="http://schemas.microsoft.com/office/drawing/2014/main" id="{5E0F66A6-DDEC-027D-801E-8B056DF73E6B}"/>
              </a:ext>
            </a:extLst>
          </p:cNvPr>
          <p:cNvGrpSpPr/>
          <p:nvPr/>
        </p:nvGrpSpPr>
        <p:grpSpPr>
          <a:xfrm>
            <a:off x="155650" y="4083675"/>
            <a:ext cx="2377056" cy="2518392"/>
            <a:chOff x="155650" y="4083675"/>
            <a:chExt cx="2377056" cy="2518392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E4810B9-13D2-F13B-06E3-892F59E9D0CA}"/>
                </a:ext>
              </a:extLst>
            </p:cNvPr>
            <p:cNvSpPr/>
            <p:nvPr/>
          </p:nvSpPr>
          <p:spPr>
            <a:xfrm>
              <a:off x="991758" y="4269486"/>
              <a:ext cx="1440000" cy="1440000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9660168D-0A9B-E291-45C6-EEFBAA3A7239}"/>
                </a:ext>
              </a:extLst>
            </p:cNvPr>
            <p:cNvGrpSpPr/>
            <p:nvPr/>
          </p:nvGrpSpPr>
          <p:grpSpPr>
            <a:xfrm rot="10800000">
              <a:off x="155650" y="4712835"/>
              <a:ext cx="1564242" cy="507677"/>
              <a:chOff x="3393009" y="2411648"/>
              <a:chExt cx="1795377" cy="577342"/>
            </a:xfrm>
          </p:grpSpPr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5D2A6579-F915-07E1-4958-FEB936C41EE3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5473684C-3739-E7BB-B6A0-681009863D66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47" name="Group 146">
                  <a:extLst>
                    <a:ext uri="{FF2B5EF4-FFF2-40B4-BE49-F238E27FC236}">
                      <a16:creationId xmlns:a16="http://schemas.microsoft.com/office/drawing/2014/main" id="{F22DD48C-FAB1-D49D-0E34-3347C55FF68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A0EA67C5-B163-96C7-2D52-F2EDDE8010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" name="Straight Connector 148">
                    <a:extLst>
                      <a:ext uri="{FF2B5EF4-FFF2-40B4-BE49-F238E27FC236}">
                        <a16:creationId xmlns:a16="http://schemas.microsoft.com/office/drawing/2014/main" id="{CFC88140-242D-9C62-6ED1-5A5FA64C1E0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" name="Straight Connector 149">
                    <a:extLst>
                      <a:ext uri="{FF2B5EF4-FFF2-40B4-BE49-F238E27FC236}">
                        <a16:creationId xmlns:a16="http://schemas.microsoft.com/office/drawing/2014/main" id="{4B9CE5DF-8FC3-A684-A544-9D77D128CC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B8E13994-94D3-133C-66CF-5E7E95B9AE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C4296520-2E2F-3929-0CB9-861661105D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F5DB1B69-2565-7BDB-947E-53E007ABD7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93009" y="2671460"/>
                <a:ext cx="928184" cy="479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8" name="Group 137">
                <a:extLst>
                  <a:ext uri="{FF2B5EF4-FFF2-40B4-BE49-F238E27FC236}">
                    <a16:creationId xmlns:a16="http://schemas.microsoft.com/office/drawing/2014/main" id="{EC6907EC-BEB1-6565-6A6B-CA81DFCAB7F3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8F7799AB-E23D-39A4-6DE6-74DA248ACB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D8D9AB52-5B10-33EB-A0CC-967134188F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965D8E4C-D12F-DC4C-DFD7-DF4346C85C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24B8EEAC-CC50-D8C8-FB6D-EF6EDD1F0E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847A330A-4A8D-EC96-178E-29219D17BB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6AB213A0-5C50-4A3B-56FB-714F7CEAB6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BA13035B-FAD3-C060-96ED-9DD110ED14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C17A8AD3-9D41-4449-15AE-D3CB9F054E0F}"/>
                </a:ext>
              </a:extLst>
            </p:cNvPr>
            <p:cNvGrpSpPr/>
            <p:nvPr/>
          </p:nvGrpSpPr>
          <p:grpSpPr>
            <a:xfrm rot="5400000">
              <a:off x="890812" y="5539507"/>
              <a:ext cx="1622104" cy="503016"/>
              <a:chOff x="3343691" y="2411648"/>
              <a:chExt cx="1844695" cy="577342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E4F2E193-2AB9-7477-C998-E954AE18D566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F3C02A69-7C39-8AD8-E474-7C24E7F54AC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C65836D1-6CA3-2DDB-276C-DBBA970BD51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66" name="Straight Connector 165">
                    <a:extLst>
                      <a:ext uri="{FF2B5EF4-FFF2-40B4-BE49-F238E27FC236}">
                        <a16:creationId xmlns:a16="http://schemas.microsoft.com/office/drawing/2014/main" id="{2DE72289-B390-3DE5-3CDE-D7416E8D1E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7" name="Straight Connector 166">
                    <a:extLst>
                      <a:ext uri="{FF2B5EF4-FFF2-40B4-BE49-F238E27FC236}">
                        <a16:creationId xmlns:a16="http://schemas.microsoft.com/office/drawing/2014/main" id="{FBEA6346-DAAC-DD1E-6087-50BD2E2420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8" name="Straight Connector 167">
                    <a:extLst>
                      <a:ext uri="{FF2B5EF4-FFF2-40B4-BE49-F238E27FC236}">
                        <a16:creationId xmlns:a16="http://schemas.microsoft.com/office/drawing/2014/main" id="{03FFE1F8-0AA0-711B-0624-70F290843A5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9" name="Straight Connector 168">
                    <a:extLst>
                      <a:ext uri="{FF2B5EF4-FFF2-40B4-BE49-F238E27FC236}">
                        <a16:creationId xmlns:a16="http://schemas.microsoft.com/office/drawing/2014/main" id="{AF688865-A10F-21F7-F00D-DE01B1E2F4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0" name="Straight Connector 169">
                    <a:extLst>
                      <a:ext uri="{FF2B5EF4-FFF2-40B4-BE49-F238E27FC236}">
                        <a16:creationId xmlns:a16="http://schemas.microsoft.com/office/drawing/2014/main" id="{FC8BEC84-2468-7EC9-123A-3D3EC1094F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11C7516F-FA83-FFEF-143C-EFEDAE47132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3826631" y="2188520"/>
                <a:ext cx="11621" cy="977501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5557A575-C592-4EBF-D5AD-E0A72563DA02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B3273F4C-4A01-61FB-E0D3-217F935039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3AA8F76A-132A-EFA8-78C0-3ED72318C7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49D91605-EC9B-7C52-1D97-C150F7445C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E7FEDBEB-0CBD-7945-BA9D-B64277B8CC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E05BD0EC-6820-4B4F-9D18-41AF1C823A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BFA1A1F8-EB68-8963-136F-FB333D3A7F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718083DD-4DF2-63E6-D425-55D5E5ED7E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546BB880-5F39-D59B-27B4-684C4817D6E3}"/>
                </a:ext>
              </a:extLst>
            </p:cNvPr>
            <p:cNvGrpSpPr/>
            <p:nvPr/>
          </p:nvGrpSpPr>
          <p:grpSpPr>
            <a:xfrm>
              <a:off x="532559" y="5300847"/>
              <a:ext cx="362684" cy="277461"/>
              <a:chOff x="532559" y="5319897"/>
              <a:chExt cx="362684" cy="2774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/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1111" r="-2778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4" name="Straight Arrow Connector 203">
                <a:extLst>
                  <a:ext uri="{FF2B5EF4-FFF2-40B4-BE49-F238E27FC236}">
                    <a16:creationId xmlns:a16="http://schemas.microsoft.com/office/drawing/2014/main" id="{0E0002FC-AB72-56A2-D1C2-270544FDD1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Straight Connector 206">
                <a:extLst>
                  <a:ext uri="{FF2B5EF4-FFF2-40B4-BE49-F238E27FC236}">
                    <a16:creationId xmlns:a16="http://schemas.microsoft.com/office/drawing/2014/main" id="{C52550D9-79A7-69F2-6041-33B14D66E090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73677BF8-AB4E-0FFF-EDA4-F8799CE7697F}"/>
                </a:ext>
              </a:extLst>
            </p:cNvPr>
            <p:cNvGrpSpPr/>
            <p:nvPr/>
          </p:nvGrpSpPr>
          <p:grpSpPr>
            <a:xfrm rot="16200000">
              <a:off x="1087495" y="5859336"/>
              <a:ext cx="362684" cy="338757"/>
              <a:chOff x="532559" y="5319897"/>
              <a:chExt cx="362684" cy="33875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6216" b="-28571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5" name="Straight Arrow Connector 214">
                <a:extLst>
                  <a:ext uri="{FF2B5EF4-FFF2-40B4-BE49-F238E27FC236}">
                    <a16:creationId xmlns:a16="http://schemas.microsoft.com/office/drawing/2014/main" id="{CF943224-C1D4-B937-93E2-22C377122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5B1F7B29-51B6-03DC-7DFD-5F600062DA99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/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000" r="-13333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/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690" r="-17241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44" name="Group 243">
              <a:extLst>
                <a:ext uri="{FF2B5EF4-FFF2-40B4-BE49-F238E27FC236}">
                  <a16:creationId xmlns:a16="http://schemas.microsoft.com/office/drawing/2014/main" id="{6F90CA11-B4FE-BDB7-2380-D28F545952DD}"/>
                </a:ext>
              </a:extLst>
            </p:cNvPr>
            <p:cNvGrpSpPr/>
            <p:nvPr/>
          </p:nvGrpSpPr>
          <p:grpSpPr>
            <a:xfrm>
              <a:off x="839214" y="4083675"/>
              <a:ext cx="1693492" cy="1623789"/>
              <a:chOff x="818866" y="4100806"/>
              <a:chExt cx="1693492" cy="1623789"/>
            </a:xfrm>
          </p:grpSpPr>
          <p:grpSp>
            <p:nvGrpSpPr>
              <p:cNvPr id="245" name="Group 244">
                <a:extLst>
                  <a:ext uri="{FF2B5EF4-FFF2-40B4-BE49-F238E27FC236}">
                    <a16:creationId xmlns:a16="http://schemas.microsoft.com/office/drawing/2014/main" id="{C9D90CEF-9D85-6C53-16DE-CE911945A1ED}"/>
                  </a:ext>
                </a:extLst>
              </p:cNvPr>
              <p:cNvGrpSpPr/>
              <p:nvPr/>
            </p:nvGrpSpPr>
            <p:grpSpPr>
              <a:xfrm rot="18288061">
                <a:off x="892358" y="4104595"/>
                <a:ext cx="1620000" cy="1620000"/>
                <a:chOff x="7534275" y="3213300"/>
                <a:chExt cx="1440000" cy="1440000"/>
              </a:xfrm>
            </p:grpSpPr>
            <p:sp>
              <p:nvSpPr>
                <p:cNvPr id="247" name="Arc 246">
                  <a:extLst>
                    <a:ext uri="{FF2B5EF4-FFF2-40B4-BE49-F238E27FC236}">
                      <a16:creationId xmlns:a16="http://schemas.microsoft.com/office/drawing/2014/main" id="{5AA93995-3668-9C43-A22F-CC56E7DE6F0F}"/>
                    </a:ext>
                  </a:extLst>
                </p:cNvPr>
                <p:cNvSpPr/>
                <p:nvPr/>
              </p:nvSpPr>
              <p:spPr>
                <a:xfrm>
                  <a:off x="7534275" y="3213300"/>
                  <a:ext cx="1440000" cy="144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248" name="Straight Arrow Connector 247">
                  <a:extLst>
                    <a:ext uri="{FF2B5EF4-FFF2-40B4-BE49-F238E27FC236}">
                      <a16:creationId xmlns:a16="http://schemas.microsoft.com/office/drawing/2014/main" id="{7FB82277-34C6-128B-818A-CF8CEE1584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187600" y="3213300"/>
                  <a:ext cx="66675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/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8919" r="-2703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9E51E954-E867-FED3-2029-86C047A4B1ED}"/>
                </a:ext>
              </a:extLst>
            </p:cNvPr>
            <p:cNvCxnSpPr>
              <a:cxnSpLocks/>
              <a:endCxn id="10" idx="6"/>
            </p:cNvCxnSpPr>
            <p:nvPr/>
          </p:nvCxnSpPr>
          <p:spPr>
            <a:xfrm flipV="1">
              <a:off x="1707357" y="4989486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/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blipFill>
                  <a:blip r:embed="rId19"/>
                  <a:stretch>
                    <a:fillRect l="-15385" r="-2564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340D2E9E-2A4A-4AE5-8720-C1B5390781DD}"/>
              </a:ext>
            </a:extLst>
          </p:cNvPr>
          <p:cNvGrpSpPr/>
          <p:nvPr/>
        </p:nvGrpSpPr>
        <p:grpSpPr>
          <a:xfrm>
            <a:off x="2923647" y="999713"/>
            <a:ext cx="2366959" cy="2570692"/>
            <a:chOff x="2923647" y="999713"/>
            <a:chExt cx="2366959" cy="2570692"/>
          </a:xfrm>
        </p:grpSpPr>
        <p:grpSp>
          <p:nvGrpSpPr>
            <p:cNvPr id="309" name="Group 308">
              <a:extLst>
                <a:ext uri="{FF2B5EF4-FFF2-40B4-BE49-F238E27FC236}">
                  <a16:creationId xmlns:a16="http://schemas.microsoft.com/office/drawing/2014/main" id="{5F5D9963-D3F6-43DE-C495-72709DED0A16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28FDA969-92FD-D821-1B57-665C050E30AF}"/>
                  </a:ext>
                </a:extLst>
              </p:cNvPr>
              <p:cNvSpPr/>
              <p:nvPr/>
            </p:nvSpPr>
            <p:spPr>
              <a:xfrm>
                <a:off x="3018967" y="1924902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130D6664-6C55-7AB2-6F48-94C50FD2A5D8}"/>
                  </a:ext>
                </a:extLst>
              </p:cNvPr>
              <p:cNvGrpSpPr/>
              <p:nvPr/>
            </p:nvGrpSpPr>
            <p:grpSpPr>
              <a:xfrm>
                <a:off x="3726364" y="2402654"/>
                <a:ext cx="1564242" cy="531814"/>
                <a:chOff x="3393009" y="2411648"/>
                <a:chExt cx="1795377" cy="577342"/>
              </a:xfrm>
            </p:grpSpPr>
            <p:grpSp>
              <p:nvGrpSpPr>
                <p:cNvPr id="70" name="Group 69">
                  <a:extLst>
                    <a:ext uri="{FF2B5EF4-FFF2-40B4-BE49-F238E27FC236}">
                      <a16:creationId xmlns:a16="http://schemas.microsoft.com/office/drawing/2014/main" id="{B7E82ACC-A629-FB52-20FA-47717535D304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71" name="Rectangle 70">
                    <a:extLst>
                      <a:ext uri="{FF2B5EF4-FFF2-40B4-BE49-F238E27FC236}">
                        <a16:creationId xmlns:a16="http://schemas.microsoft.com/office/drawing/2014/main" id="{2F9681C7-F7D1-E87B-C2B8-63BCEF01D8F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72" name="Group 71">
                    <a:extLst>
                      <a:ext uri="{FF2B5EF4-FFF2-40B4-BE49-F238E27FC236}">
                        <a16:creationId xmlns:a16="http://schemas.microsoft.com/office/drawing/2014/main" id="{5EA4722E-D18F-30FB-0974-B2088E5C96CD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73" name="Straight Connector 72">
                      <a:extLst>
                        <a:ext uri="{FF2B5EF4-FFF2-40B4-BE49-F238E27FC236}">
                          <a16:creationId xmlns:a16="http://schemas.microsoft.com/office/drawing/2014/main" id="{7B4E1F19-6467-2EE9-FA11-0C2730A6569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4" name="Straight Connector 73">
                      <a:extLst>
                        <a:ext uri="{FF2B5EF4-FFF2-40B4-BE49-F238E27FC236}">
                          <a16:creationId xmlns:a16="http://schemas.microsoft.com/office/drawing/2014/main" id="{EE641691-1C1E-2DC6-B968-7AC36E3B506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5" name="Straight Connector 74">
                      <a:extLst>
                        <a:ext uri="{FF2B5EF4-FFF2-40B4-BE49-F238E27FC236}">
                          <a16:creationId xmlns:a16="http://schemas.microsoft.com/office/drawing/2014/main" id="{0141F7E6-C81C-30D1-DAAF-3DC725A821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6" name="Straight Connector 75">
                      <a:extLst>
                        <a:ext uri="{FF2B5EF4-FFF2-40B4-BE49-F238E27FC236}">
                          <a16:creationId xmlns:a16="http://schemas.microsoft.com/office/drawing/2014/main" id="{EEBAC545-BC2C-DD4D-E4DA-D32FC41F97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" name="Straight Connector 76">
                      <a:extLst>
                        <a:ext uri="{FF2B5EF4-FFF2-40B4-BE49-F238E27FC236}">
                          <a16:creationId xmlns:a16="http://schemas.microsoft.com/office/drawing/2014/main" id="{2D429FED-EE47-5C39-28BA-B7CB97AF04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31E76A23-C602-CED7-63D1-6D680B8152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55135DAC-3AA2-9DE1-B215-FCE02B5C7D4A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88" name="Straight Connector 87">
                    <a:extLst>
                      <a:ext uri="{FF2B5EF4-FFF2-40B4-BE49-F238E27FC236}">
                        <a16:creationId xmlns:a16="http://schemas.microsoft.com/office/drawing/2014/main" id="{EEEBC75A-A622-1417-6E81-E633556137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F59E54AD-A843-B2CB-0F0C-15EE3065BD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Straight Connector 93">
                    <a:extLst>
                      <a:ext uri="{FF2B5EF4-FFF2-40B4-BE49-F238E27FC236}">
                        <a16:creationId xmlns:a16="http://schemas.microsoft.com/office/drawing/2014/main" id="{3139C3F9-F636-0A65-BC18-B42221448A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AE50BD56-68B1-C64A-1240-D0B547EFF9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3" name="Straight Connector 102">
                    <a:extLst>
                      <a:ext uri="{FF2B5EF4-FFF2-40B4-BE49-F238E27FC236}">
                        <a16:creationId xmlns:a16="http://schemas.microsoft.com/office/drawing/2014/main" id="{E28D2717-0284-0097-BD23-F46EAFB8D5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84AA2B1C-7F23-1DD3-1031-F0A6367AF7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" name="Straight Connector 104">
                    <a:extLst>
                      <a:ext uri="{FF2B5EF4-FFF2-40B4-BE49-F238E27FC236}">
                        <a16:creationId xmlns:a16="http://schemas.microsoft.com/office/drawing/2014/main" id="{E9984F91-BAEB-CC49-2F0E-95C3557BCF8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DDB05513-21C5-F968-FFBD-3240F3D7164D}"/>
                  </a:ext>
                </a:extLst>
              </p:cNvPr>
              <p:cNvGrpSpPr/>
              <p:nvPr/>
            </p:nvGrpSpPr>
            <p:grpSpPr>
              <a:xfrm rot="16200000">
                <a:off x="2921667" y="1575104"/>
                <a:ext cx="1653798" cy="503016"/>
                <a:chOff x="3393009" y="2411648"/>
                <a:chExt cx="1795377" cy="577342"/>
              </a:xfrm>
            </p:grpSpPr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989D35E1-B523-C2CF-2D98-A718682B9E6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28" name="Rectangle 127">
                    <a:extLst>
                      <a:ext uri="{FF2B5EF4-FFF2-40B4-BE49-F238E27FC236}">
                        <a16:creationId xmlns:a16="http://schemas.microsoft.com/office/drawing/2014/main" id="{CB09F5B5-1491-433F-856E-F49B67F60268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29" name="Group 128">
                    <a:extLst>
                      <a:ext uri="{FF2B5EF4-FFF2-40B4-BE49-F238E27FC236}">
                        <a16:creationId xmlns:a16="http://schemas.microsoft.com/office/drawing/2014/main" id="{3C9235C5-279C-6007-3798-AA54F84A3889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30" name="Straight Connector 129">
                      <a:extLst>
                        <a:ext uri="{FF2B5EF4-FFF2-40B4-BE49-F238E27FC236}">
                          <a16:creationId xmlns:a16="http://schemas.microsoft.com/office/drawing/2014/main" id="{5EC22DC5-A00A-58C7-14B9-8EB06D964A9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1" name="Straight Connector 130">
                      <a:extLst>
                        <a:ext uri="{FF2B5EF4-FFF2-40B4-BE49-F238E27FC236}">
                          <a16:creationId xmlns:a16="http://schemas.microsoft.com/office/drawing/2014/main" id="{24E5E423-15AD-FE4F-629A-7731E959CD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2" name="Straight Connector 131">
                      <a:extLst>
                        <a:ext uri="{FF2B5EF4-FFF2-40B4-BE49-F238E27FC236}">
                          <a16:creationId xmlns:a16="http://schemas.microsoft.com/office/drawing/2014/main" id="{74CB6200-6E0E-5A38-72C8-11A2BAFE0C8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3" name="Straight Connector 132">
                      <a:extLst>
                        <a:ext uri="{FF2B5EF4-FFF2-40B4-BE49-F238E27FC236}">
                          <a16:creationId xmlns:a16="http://schemas.microsoft.com/office/drawing/2014/main" id="{7C816B9F-8BD4-B214-7D4A-BEEB63817D1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4" name="Straight Connector 133">
                      <a:extLst>
                        <a:ext uri="{FF2B5EF4-FFF2-40B4-BE49-F238E27FC236}">
                          <a16:creationId xmlns:a16="http://schemas.microsoft.com/office/drawing/2014/main" id="{DC65E500-F49B-51C0-1E8C-56FAA667561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4CF00526-07CB-A5B4-C5E4-CC4501847F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32AEB4D-4DE7-45B2-7E3D-976E3CAF83C2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21" name="Straight Connector 120">
                    <a:extLst>
                      <a:ext uri="{FF2B5EF4-FFF2-40B4-BE49-F238E27FC236}">
                        <a16:creationId xmlns:a16="http://schemas.microsoft.com/office/drawing/2014/main" id="{C283C192-BC25-EFBE-7DB0-2A512587C8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337AD5A8-AF48-A809-19C9-8B0A76EA839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3" name="Straight Connector 122">
                    <a:extLst>
                      <a:ext uri="{FF2B5EF4-FFF2-40B4-BE49-F238E27FC236}">
                        <a16:creationId xmlns:a16="http://schemas.microsoft.com/office/drawing/2014/main" id="{6A4B29D0-2F15-52A2-129E-A3895BAEECF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1C52BE82-7D46-CB81-4FC4-6B8619CB31D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5" name="Straight Connector 124">
                    <a:extLst>
                      <a:ext uri="{FF2B5EF4-FFF2-40B4-BE49-F238E27FC236}">
                        <a16:creationId xmlns:a16="http://schemas.microsoft.com/office/drawing/2014/main" id="{EE205B52-E325-322E-06FD-21983E17704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6489E7A3-48D3-AE38-DD1C-9800563E0C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7" name="Straight Connector 126">
                    <a:extLst>
                      <a:ext uri="{FF2B5EF4-FFF2-40B4-BE49-F238E27FC236}">
                        <a16:creationId xmlns:a16="http://schemas.microsoft.com/office/drawing/2014/main" id="{C86C3A87-2CF9-6B12-CE7F-94450912B7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/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369AB61C-73C1-5C18-257F-706CDA012CC4}"/>
                  </a:ext>
                </a:extLst>
              </p:cNvPr>
              <p:cNvGrpSpPr/>
              <p:nvPr/>
            </p:nvGrpSpPr>
            <p:grpSpPr>
              <a:xfrm>
                <a:off x="4664605" y="2063729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7895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1" name="Straight Arrow Connector 210">
                  <a:extLst>
                    <a:ext uri="{FF2B5EF4-FFF2-40B4-BE49-F238E27FC236}">
                      <a16:creationId xmlns:a16="http://schemas.microsoft.com/office/drawing/2014/main" id="{36292BEF-99A1-0D17-2287-55DAE8A5B6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Straight Connector 211">
                  <a:extLst>
                    <a:ext uri="{FF2B5EF4-FFF2-40B4-BE49-F238E27FC236}">
                      <a16:creationId xmlns:a16="http://schemas.microsoft.com/office/drawing/2014/main" id="{9CA7F4CC-B00B-1062-999F-7131A2B1C267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/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745043F1-9DEB-DC98-E7AD-299633AB62E8}"/>
                  </a:ext>
                </a:extLst>
              </p:cNvPr>
              <p:cNvGrpSpPr/>
              <p:nvPr/>
            </p:nvGrpSpPr>
            <p:grpSpPr>
              <a:xfrm rot="16200000">
                <a:off x="3957114" y="1394901"/>
                <a:ext cx="362684" cy="342926"/>
                <a:chOff x="532559" y="5319897"/>
                <a:chExt cx="362684" cy="34292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l="-18919" r="-2703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22" name="Straight Arrow Connector 221">
                  <a:extLst>
                    <a:ext uri="{FF2B5EF4-FFF2-40B4-BE49-F238E27FC236}">
                      <a16:creationId xmlns:a16="http://schemas.microsoft.com/office/drawing/2014/main" id="{767E5CC0-FA09-8F80-8730-D7BADA8D2D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" name="Straight Connector 222">
                  <a:extLst>
                    <a:ext uri="{FF2B5EF4-FFF2-40B4-BE49-F238E27FC236}">
                      <a16:creationId xmlns:a16="http://schemas.microsoft.com/office/drawing/2014/main" id="{4A014515-E17E-1273-E6F5-BF057A6B2C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3" name="Group 242">
                <a:extLst>
                  <a:ext uri="{FF2B5EF4-FFF2-40B4-BE49-F238E27FC236}">
                    <a16:creationId xmlns:a16="http://schemas.microsoft.com/office/drawing/2014/main" id="{15BFE070-8B3D-ABE7-91CB-C4E5F39A935A}"/>
                  </a:ext>
                </a:extLst>
              </p:cNvPr>
              <p:cNvGrpSpPr/>
              <p:nvPr/>
            </p:nvGrpSpPr>
            <p:grpSpPr>
              <a:xfrm rot="10800000">
                <a:off x="2923647" y="1950405"/>
                <a:ext cx="1620000" cy="1620000"/>
                <a:chOff x="892358" y="4104595"/>
                <a:chExt cx="1620000" cy="1620000"/>
              </a:xfrm>
            </p:grpSpPr>
            <p:grpSp>
              <p:nvGrpSpPr>
                <p:cNvPr id="237" name="Group 236">
                  <a:extLst>
                    <a:ext uri="{FF2B5EF4-FFF2-40B4-BE49-F238E27FC236}">
                      <a16:creationId xmlns:a16="http://schemas.microsoft.com/office/drawing/2014/main" id="{BA9A7079-DF9A-F12C-658A-CB5B7FE6B4C8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30" name="Arc 229">
                    <a:extLst>
                      <a:ext uri="{FF2B5EF4-FFF2-40B4-BE49-F238E27FC236}">
                        <a16:creationId xmlns:a16="http://schemas.microsoft.com/office/drawing/2014/main" id="{E1679693-050F-854C-B8A2-B56E27DE2640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34" name="Straight Arrow Connector 233">
                    <a:extLst>
                      <a:ext uri="{FF2B5EF4-FFF2-40B4-BE49-F238E27FC236}">
                        <a16:creationId xmlns:a16="http://schemas.microsoft.com/office/drawing/2014/main" id="{2F3E577E-B917-2599-78F3-3C7DF2FA8F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/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15789" r="-2632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1A3229BB-0489-B7D4-AA1F-5E774F3E3B2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H="1" flipV="1">
              <a:off x="3018966" y="2644902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/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blipFill>
                  <a:blip r:embed="rId23"/>
                  <a:stretch>
                    <a:fillRect l="-15385" r="-5128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95DA4E28-84CF-7C25-7C18-A0235F5F68F9}"/>
              </a:ext>
            </a:extLst>
          </p:cNvPr>
          <p:cNvGrpSpPr/>
          <p:nvPr/>
        </p:nvGrpSpPr>
        <p:grpSpPr>
          <a:xfrm rot="17130630">
            <a:off x="2716837" y="3904805"/>
            <a:ext cx="820346" cy="771605"/>
            <a:chOff x="35360" y="5987441"/>
            <a:chExt cx="820346" cy="771605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58EC334C-CCE3-F6CE-9DB4-7755CCE0717C}"/>
                </a:ext>
              </a:extLst>
            </p:cNvPr>
            <p:cNvGrpSpPr/>
            <p:nvPr/>
          </p:nvGrpSpPr>
          <p:grpSpPr>
            <a:xfrm>
              <a:off x="247402" y="6136225"/>
              <a:ext cx="360794" cy="360000"/>
              <a:chOff x="6985000" y="3492499"/>
              <a:chExt cx="360794" cy="360000"/>
            </a:xfrm>
          </p:grpSpPr>
          <p:cxnSp>
            <p:nvCxnSpPr>
              <p:cNvPr id="323" name="Straight Arrow Connector 322">
                <a:extLst>
                  <a:ext uri="{FF2B5EF4-FFF2-40B4-BE49-F238E27FC236}">
                    <a16:creationId xmlns:a16="http://schemas.microsoft.com/office/drawing/2014/main" id="{41F33D76-E4A0-536C-FC6D-C6D5F84E13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Arrow Connector 323">
                <a:extLst>
                  <a:ext uri="{FF2B5EF4-FFF2-40B4-BE49-F238E27FC236}">
                    <a16:creationId xmlns:a16="http://schemas.microsoft.com/office/drawing/2014/main" id="{D0C3B2CE-DF43-674A-871F-293C3ACFE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4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/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blipFill>
                  <a:blip r:embed="rId24"/>
                  <a:stretch>
                    <a:fillRect l="-8696" r="-1449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/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blipFill>
                  <a:blip r:embed="rId25"/>
                  <a:stretch>
                    <a:fillRect l="-7813" r="-1563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35B0066-40E2-4DEB-E9FF-330F9E36869E}"/>
              </a:ext>
            </a:extLst>
          </p:cNvPr>
          <p:cNvSpPr txBox="1"/>
          <p:nvPr/>
        </p:nvSpPr>
        <p:spPr>
          <a:xfrm>
            <a:off x="5821680" y="2564764"/>
            <a:ext cx="5885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dirty="0"/>
              <a:t>Resolução do probela de autovalores e autovetores e aplicando os valores do artigo para se obter as requências naturais</a:t>
            </a:r>
            <a:endParaRPr lang="en-GB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/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blipFill>
                <a:blip r:embed="rId27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/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blipFill>
                <a:blip r:embed="rId28"/>
                <a:stretch>
                  <a:fillRect b="-209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/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blipFill>
                <a:blip r:embed="rId29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/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 smtClean="0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blipFill>
                <a:blip r:embed="rId30"/>
                <a:stretch>
                  <a:fillRect l="-503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/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perpendicular à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blipFill>
                <a:blip r:embed="rId31"/>
                <a:stretch>
                  <a:fillRect l="-497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/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rotação das engrenagens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blipFill>
                <a:blip r:embed="rId32"/>
                <a:stretch>
                  <a:fillRect l="-465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7584D36B-0E8D-6F37-E490-5424109502E3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601354" y="1229132"/>
            <a:ext cx="6325869" cy="9351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43316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4CEE5-E865-5833-E36E-08CAB066B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1484BE-0673-E454-9FDB-C1E196EFCD53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CD0807-C16A-1958-DC12-1268A6029D6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D8A3E27-BC68-6B69-3958-DFAB3CB92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C56000-97BB-DDDB-AB76-BE441499C2A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78D08F7D-EE69-6D90-DEC9-1A51ABBF26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CD16AF7-FAB8-7BB1-641A-75FEE0BA30FE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262041-762A-5F64-F145-2FF80FCF6B64}"/>
              </a:ext>
            </a:extLst>
          </p:cNvPr>
          <p:cNvGrpSpPr/>
          <p:nvPr/>
        </p:nvGrpSpPr>
        <p:grpSpPr>
          <a:xfrm>
            <a:off x="2342877" y="955263"/>
            <a:ext cx="9527066" cy="5635502"/>
            <a:chOff x="2342877" y="955263"/>
            <a:chExt cx="9527066" cy="563550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D98577-756C-2027-CD86-8FC981F3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42877" y="955263"/>
              <a:ext cx="9527066" cy="5635502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8B856F6-7A08-89B4-4228-CD362DA3DEF4}"/>
                </a:ext>
              </a:extLst>
            </p:cNvPr>
            <p:cNvSpPr txBox="1"/>
            <p:nvPr/>
          </p:nvSpPr>
          <p:spPr>
            <a:xfrm>
              <a:off x="3512329" y="1845725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FA792C-D1E1-04B6-AF4A-5BED1722024D}"/>
                </a:ext>
              </a:extLst>
            </p:cNvPr>
            <p:cNvSpPr txBox="1"/>
            <p:nvPr/>
          </p:nvSpPr>
          <p:spPr>
            <a:xfrm>
              <a:off x="4270657" y="2289791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1.8 Krpm</a:t>
              </a:r>
              <a:endParaRPr lang="pt-BR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F60F2AB-DDD7-10B9-6244-B2C7557A1E0E}"/>
                </a:ext>
              </a:extLst>
            </p:cNvPr>
            <p:cNvSpPr txBox="1"/>
            <p:nvPr/>
          </p:nvSpPr>
          <p:spPr>
            <a:xfrm>
              <a:off x="10813252" y="2428290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9.3 Krpm</a:t>
              </a:r>
              <a:endParaRPr lang="pt-BR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2C313806-DC36-2FF6-ACA8-2F498728AF71}"/>
                </a:ext>
              </a:extLst>
            </p:cNvPr>
            <p:cNvCxnSpPr>
              <a:cxnSpLocks/>
            </p:cNvCxnSpPr>
            <p:nvPr/>
          </p:nvCxnSpPr>
          <p:spPr>
            <a:xfrm>
              <a:off x="11176507" y="2705289"/>
              <a:ext cx="0" cy="4675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DB9E9D7-D329-7D40-8772-E842E3855EC6}"/>
                </a:ext>
              </a:extLst>
            </p:cNvPr>
            <p:cNvSpPr txBox="1"/>
            <p:nvPr/>
          </p:nvSpPr>
          <p:spPr>
            <a:xfrm>
              <a:off x="5944638" y="2588824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D55AB2C-4EDC-D067-FF8A-0D49693BE7C2}"/>
                </a:ext>
              </a:extLst>
            </p:cNvPr>
            <p:cNvCxnSpPr>
              <a:cxnSpLocks/>
            </p:cNvCxnSpPr>
            <p:nvPr/>
          </p:nvCxnSpPr>
          <p:spPr>
            <a:xfrm>
              <a:off x="6464361" y="2859335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/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blipFill>
                <a:blip r:embed="rId7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/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blipFill>
                <a:blip r:embed="rId8"/>
                <a:stretch>
                  <a:fillRect b="-243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/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blipFill>
                <a:blip r:embed="rId9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19769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9DFDC-CD4F-A2CB-9163-BC72DF307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619F343-F4F6-6A7D-DC4A-5E8853BA9EA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9FEFF29-6E33-19FC-FA18-1A5C29456E1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EFF68F1-694F-9951-57A1-19C0705939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878BA346-CDC4-2162-8688-9DA06D5DDD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2DC798C-79D0-0E6A-AEDF-BD74798ED1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23363E1-D6DC-A39C-541F-297A162A55D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A7659F-4266-5F6E-7272-0AF4E44A0908}"/>
              </a:ext>
            </a:extLst>
          </p:cNvPr>
          <p:cNvSpPr txBox="1"/>
          <p:nvPr/>
        </p:nvSpPr>
        <p:spPr>
          <a:xfrm>
            <a:off x="0" y="1233889"/>
            <a:ext cx="212625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Evidencia que a frequencia de 1.8 krpm é devido à translação perpendicular à LOA. E, além disso a frequência de 1.2 krpm é devida a translação na LOA (menor </a:t>
            </a:r>
            <a:r>
              <a:rPr lang="pt-BR"/>
              <a:t>amplidute).</a:t>
            </a:r>
            <a:endParaRPr lang="pt-BR" dirty="0"/>
          </a:p>
          <a:p>
            <a:endParaRPr lang="pt-B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5B6BC1-D233-D9C3-A368-A8B91E6242B6}"/>
              </a:ext>
            </a:extLst>
          </p:cNvPr>
          <p:cNvGrpSpPr/>
          <p:nvPr/>
        </p:nvGrpSpPr>
        <p:grpSpPr>
          <a:xfrm>
            <a:off x="2127515" y="984206"/>
            <a:ext cx="9668517" cy="5714331"/>
            <a:chOff x="2127515" y="984206"/>
            <a:chExt cx="9668517" cy="571433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D5E421-FB6D-34E1-540D-09E9C9421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27515" y="984206"/>
              <a:ext cx="9668517" cy="571433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D9D79A-C9E4-6497-106D-554823F8AE13}"/>
                </a:ext>
              </a:extLst>
            </p:cNvPr>
            <p:cNvSpPr txBox="1"/>
            <p:nvPr/>
          </p:nvSpPr>
          <p:spPr>
            <a:xfrm>
              <a:off x="3441169" y="5637524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1E6741-AB36-9FA4-5E29-9743C16FBC30}"/>
                </a:ext>
              </a:extLst>
            </p:cNvPr>
            <p:cNvSpPr txBox="1"/>
            <p:nvPr/>
          </p:nvSpPr>
          <p:spPr>
            <a:xfrm>
              <a:off x="10813252" y="2064536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9.3 Krpm</a:t>
              </a:r>
              <a:endParaRPr lang="pt-BR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810015-8CBC-BEA5-BF83-0D846277624B}"/>
                </a:ext>
              </a:extLst>
            </p:cNvPr>
            <p:cNvCxnSpPr>
              <a:cxnSpLocks/>
            </p:cNvCxnSpPr>
            <p:nvPr/>
          </p:nvCxnSpPr>
          <p:spPr>
            <a:xfrm>
              <a:off x="11106648" y="2341535"/>
              <a:ext cx="0" cy="7895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A94692-3374-90CE-32F3-7305A0FC1746}"/>
                </a:ext>
              </a:extLst>
            </p:cNvPr>
            <p:cNvSpPr txBox="1"/>
            <p:nvPr/>
          </p:nvSpPr>
          <p:spPr>
            <a:xfrm>
              <a:off x="5833798" y="2630389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4DBAA-9455-2A94-9DEB-0E57276A675F}"/>
                </a:ext>
              </a:extLst>
            </p:cNvPr>
            <p:cNvCxnSpPr>
              <a:cxnSpLocks/>
            </p:cNvCxnSpPr>
            <p:nvPr/>
          </p:nvCxnSpPr>
          <p:spPr>
            <a:xfrm>
              <a:off x="6353521" y="2900900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621663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2AC0F-2D81-DEF9-52DA-59B657DCC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1F8EFB83-2D73-6159-4B15-905494E8883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65770-AF8F-66A4-5327-940400A09BA5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307839A0-7292-47AB-22FF-9D352CE31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C1DECFF-6BF7-2720-3F71-223CF78B8D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F471C31-38C6-2769-DFF9-DC0EB45F0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99E400F1-AD62-2ECE-22E2-439EB6C9734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14EB5AA-3A65-40E6-2278-BE2F82717C92}"/>
              </a:ext>
            </a:extLst>
          </p:cNvPr>
          <p:cNvGrpSpPr/>
          <p:nvPr/>
        </p:nvGrpSpPr>
        <p:grpSpPr>
          <a:xfrm>
            <a:off x="2342877" y="878485"/>
            <a:ext cx="9527066" cy="5630729"/>
            <a:chOff x="2342877" y="878485"/>
            <a:chExt cx="9527066" cy="563072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6A0BE2B-DB5C-22C7-B244-39FB2FC2A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42877" y="878485"/>
              <a:ext cx="9527066" cy="5630729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F49C89-E5AC-F5BC-19C4-62AB96CB8905}"/>
                </a:ext>
              </a:extLst>
            </p:cNvPr>
            <p:cNvSpPr txBox="1"/>
            <p:nvPr/>
          </p:nvSpPr>
          <p:spPr>
            <a:xfrm>
              <a:off x="6809169" y="1074545"/>
              <a:ext cx="8931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24.3 Krpm</a:t>
              </a:r>
            </a:p>
            <a:p>
              <a:r>
                <a:rPr lang="pt-BR" sz="1200" dirty="0"/>
                <a:t>(~20*1.2)</a:t>
              </a:r>
              <a:endParaRPr lang="pt-BR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26BBDF2-82BE-7ADE-CABA-DF8EA498C888}"/>
                </a:ext>
              </a:extLst>
            </p:cNvPr>
            <p:cNvSpPr txBox="1"/>
            <p:nvPr/>
          </p:nvSpPr>
          <p:spPr>
            <a:xfrm>
              <a:off x="8891579" y="2207446"/>
              <a:ext cx="8931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36.6 Krpm</a:t>
              </a:r>
            </a:p>
            <a:p>
              <a:r>
                <a:rPr lang="pt-BR" sz="1200" dirty="0"/>
                <a:t>(~20*1.8)</a:t>
              </a:r>
              <a:endParaRPr lang="pt-BR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CC4829F-ACB2-1C82-ED8A-27BA228EE6B5}"/>
              </a:ext>
            </a:extLst>
          </p:cNvPr>
          <p:cNvSpPr txBox="1"/>
          <p:nvPr/>
        </p:nvSpPr>
        <p:spPr>
          <a:xfrm>
            <a:off x="94140" y="2428290"/>
            <a:ext cx="22487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/>
              <a:t>Expandindo para mais velocidades observa-se harmônicos dessas frequências com o multiplicador do número de dentes.</a:t>
            </a:r>
          </a:p>
          <a:p>
            <a:pPr algn="just"/>
            <a:r>
              <a:rPr lang="pt-BR" dirty="0"/>
              <a:t>Z = 20</a:t>
            </a:r>
          </a:p>
        </p:txBody>
      </p:sp>
    </p:spTree>
    <p:extLst>
      <p:ext uri="{BB962C8B-B14F-4D97-AF65-F5344CB8AC3E}">
        <p14:creationId xmlns:p14="http://schemas.microsoft.com/office/powerpoint/2010/main" val="39674830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D329B-FAE3-10B6-B654-5966AB284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5648CAE1-BD2E-EB1E-2726-44DF500D2000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B8CEF750-C5B6-81B0-1AB9-A357CF88655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4D45965-34D9-C4C3-9198-8CDE1EB4F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7C87D340-BB79-DEB2-CD7B-0805AC3A701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1BD0D9E0-1BB0-F485-E71A-17B12AEBC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9566C29B-0706-72B8-F6BA-C441BB90315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Utilização da Implementação no modelo Replan</a:t>
            </a:r>
            <a:endParaRPr lang="pt-BR" sz="2400" b="1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E50E07-EF0C-D171-37C8-DAD7BBD44A8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691" y="955263"/>
            <a:ext cx="6627885" cy="25450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80ECDE-64D8-FE8C-0D90-969093233BE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7576" y="2851685"/>
            <a:ext cx="4726131" cy="384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0560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347F0-D0C0-D45C-53DA-2E55D1F85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613DACE9-1F91-0E20-4733-5C03A561C2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5C93835-9ADD-39C0-BD80-3440EE89A43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3D50FBE-0B29-D9A0-1C0B-3570522CB4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A4B25A0B-8789-7925-FB2B-57FEA84987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3CAB540-8732-748F-1EAF-12044A35EE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B85E731A-FDB3-D63D-F5C5-BF7861E3AFFD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Utilização da Implementação no modelo Replan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545B7C-A963-0059-1E21-D9E60515F8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74484" y="878485"/>
            <a:ext cx="5375536" cy="579789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52A09EC-F179-2DA6-1449-2EAE8BEE03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883" y="964899"/>
            <a:ext cx="5208820" cy="573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2213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B9173-FA4B-C8B1-1FF3-CB7F8857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7159CDF-34DA-5307-799A-32D5838BB98C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CD6800DB-1CA6-A085-8D53-15D1D5CD50F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755EFF2-9EB3-A9D2-855C-A81875E380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E91DA30-E111-B517-99E3-AA5FEE3BD3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6498FE14-43B7-721A-5648-E65933DC094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1FA4C89-15C4-5E61-D080-2A51E2B7EB47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Utilização da Implementação no modelo Replan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DDBC53-538B-595E-C107-E6F78181B1E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93" y="872295"/>
            <a:ext cx="4101435" cy="24726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4BBDE4-1CA6-A736-1680-DF5398EEA8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011" y="3429000"/>
            <a:ext cx="3352800" cy="33373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F4BF9-66CB-6B42-6502-CF34BFE6744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5670" y="829488"/>
            <a:ext cx="5378037" cy="6028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504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1DB6-54CF-E8D8-1398-E582F8D4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AECD40AF-C554-565B-DA1B-67346D59997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85745C9E-E517-DB52-5577-219F2E2DFAB2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ED9D0A4A-D862-1BF5-C9DA-150AC7D154FA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56BEF11C-4905-8F53-1334-5D0611C9144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D4D1DBCD-2232-0504-C255-EED22B0DFE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06682BB-72AE-AA86-C7EA-9379CC3095AF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9AD1D33-F11D-1DD4-6521-065D80786A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29640A65-F4D6-D026-06E4-DF1CA10DCB19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2E2634DD-098C-8699-73CA-A6785BAA0291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EF650914-C994-AB06-6E9A-23DFA127E347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51337406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écnica">
      <a:majorFont>
        <a:latin typeface="Franklin Gothic Book"/>
        <a:ea typeface=""/>
        <a:cs typeface=""/>
        <a:font script="Jpan" typeface="ＭＳ Ｐゴシック"/>
        <a:font script="Hang" typeface="HY견고딕"/>
        <a:font script="Hans" typeface="宋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A9CD9F9ADE934B906A079AAE96E685" ma:contentTypeVersion="15" ma:contentTypeDescription="Crie um novo documento." ma:contentTypeScope="" ma:versionID="ea4848d648de9f22005987d26178aa72">
  <xsd:schema xmlns:xsd="http://www.w3.org/2001/XMLSchema" xmlns:xs="http://www.w3.org/2001/XMLSchema" xmlns:p="http://schemas.microsoft.com/office/2006/metadata/properties" xmlns:ns2="dae661f9-a2ae-4650-b836-a0eee9a7f58a" xmlns:ns3="477edc4c-7793-4b94-9ad6-89a71cb9e90b" targetNamespace="http://schemas.microsoft.com/office/2006/metadata/properties" ma:root="true" ma:fieldsID="3cddaa71295982a9c085584b889e4811" ns2:_="" ns3:_="">
    <xsd:import namespace="dae661f9-a2ae-4650-b836-a0eee9a7f58a"/>
    <xsd:import namespace="477edc4c-7793-4b94-9ad6-89a71cb9e90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e661f9-a2ae-4650-b836-a0eee9a7f58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e597c33c-ecc2-476f-a0fa-1296a3cd85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7edc4c-7793-4b94-9ad6-89a71cb9e90b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94953f5-a6f2-4e0b-a720-43467f320019}" ma:internalName="TaxCatchAll" ma:showField="CatchAllData" ma:web="477edc4c-7793-4b94-9ad6-89a71cb9e90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ae661f9-a2ae-4650-b836-a0eee9a7f58a">
      <Terms xmlns="http://schemas.microsoft.com/office/infopath/2007/PartnerControls"/>
    </lcf76f155ced4ddcb4097134ff3c332f>
    <TaxCatchAll xmlns="477edc4c-7793-4b94-9ad6-89a71cb9e90b" xsi:nil="true"/>
  </documentManagement>
</p:properties>
</file>

<file path=customXml/itemProps1.xml><?xml version="1.0" encoding="utf-8"?>
<ds:datastoreItem xmlns:ds="http://schemas.openxmlformats.org/officeDocument/2006/customXml" ds:itemID="{BEA15AEB-14F4-4845-A6D8-894FDC6F369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ae661f9-a2ae-4650-b836-a0eee9a7f58a"/>
    <ds:schemaRef ds:uri="477edc4c-7793-4b94-9ad6-89a71cb9e90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F1E4FA5-FED8-4D96-808E-683ECDD52FB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A457B65-DF4C-498D-82C4-52CF22BACA0E}">
  <ds:schemaRefs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477edc4c-7793-4b94-9ad6-89a71cb9e90b"/>
    <ds:schemaRef ds:uri="http://schemas.microsoft.com/office/infopath/2007/PartnerControls"/>
    <ds:schemaRef ds:uri="dae661f9-a2ae-4650-b836-a0eee9a7f58a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67238</TotalTime>
  <Words>1295</Words>
  <Application>Microsoft Office PowerPoint</Application>
  <PresentationFormat>Widescreen</PresentationFormat>
  <Paragraphs>230</Paragraphs>
  <Slides>35</Slides>
  <Notes>33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Cambria Math</vt:lpstr>
      <vt:lpstr>Franklin Gothic Book</vt:lpstr>
      <vt:lpstr>Verdana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murilloabs@ufu.br</dc:creator>
  <cp:lastModifiedBy>Murillo Álvaro Borges de Sousa</cp:lastModifiedBy>
  <cp:revision>884</cp:revision>
  <dcterms:created xsi:type="dcterms:W3CDTF">2014-11-12T16:15:13Z</dcterms:created>
  <dcterms:modified xsi:type="dcterms:W3CDTF">2026-06-17T12:08:57Z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0x01010041A9CD9F9ADE934B906A079AAE96E685</vt:lpwstr>
  </property>
</Properties>
</file>