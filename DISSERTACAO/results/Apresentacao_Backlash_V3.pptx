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6"/>
  </p:notesMasterIdLst>
  <p:sldIdLst>
    <p:sldId id="292" r:id="rId5"/>
    <p:sldId id="1242" r:id="rId6"/>
    <p:sldId id="1247" r:id="rId7"/>
    <p:sldId id="1220" r:id="rId8"/>
    <p:sldId id="1248" r:id="rId9"/>
    <p:sldId id="1274" r:id="rId10"/>
    <p:sldId id="1262" r:id="rId11"/>
    <p:sldId id="1249" r:id="rId12"/>
    <p:sldId id="1250" r:id="rId13"/>
    <p:sldId id="1251" r:id="rId14"/>
    <p:sldId id="1253" r:id="rId15"/>
    <p:sldId id="1252" r:id="rId16"/>
    <p:sldId id="1263" r:id="rId17"/>
    <p:sldId id="1254" r:id="rId18"/>
    <p:sldId id="1255" r:id="rId19"/>
    <p:sldId id="1256" r:id="rId20"/>
    <p:sldId id="1264" r:id="rId21"/>
    <p:sldId id="1257" r:id="rId22"/>
    <p:sldId id="1258" r:id="rId23"/>
    <p:sldId id="1259" r:id="rId24"/>
    <p:sldId id="1265" r:id="rId25"/>
    <p:sldId id="1260" r:id="rId26"/>
    <p:sldId id="1261" r:id="rId27"/>
    <p:sldId id="1266" r:id="rId28"/>
    <p:sldId id="1276" r:id="rId29"/>
    <p:sldId id="1275" r:id="rId30"/>
    <p:sldId id="1278" r:id="rId31"/>
    <p:sldId id="1272" r:id="rId32"/>
    <p:sldId id="1271" r:id="rId33"/>
    <p:sldId id="1273" r:id="rId34"/>
    <p:sldId id="1245" r:id="rId3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5B67FA"/>
    <a:srgbClr val="008C4F"/>
    <a:srgbClr val="EE492E"/>
    <a:srgbClr val="C20808"/>
    <a:srgbClr val="77933C"/>
    <a:srgbClr val="E77C24"/>
    <a:srgbClr val="305B8F"/>
    <a:srgbClr val="008B4E"/>
    <a:srgbClr val="FFCC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B344D84-9AFB-497E-A393-DC336BA19D2E}" styleName="Estilo Médio 3 - Ênfase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Ênfas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03447BB-5D67-496B-8E87-E561075AD55C}" styleName="Estilo Escuro 1 - Ênfase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348" autoAdjust="0"/>
    <p:restoredTop sz="93969" autoAdjust="0"/>
  </p:normalViewPr>
  <p:slideViewPr>
    <p:cSldViewPr snapToGrid="0">
      <p:cViewPr varScale="1">
        <p:scale>
          <a:sx n="69" d="100"/>
          <a:sy n="69" d="100"/>
        </p:scale>
        <p:origin x="1008" y="4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illo Álvaro Borges de Sousa" userId="02386067-c46f-46e6-bf61-8f6a774af0e5" providerId="ADAL" clId="{73C3FE35-BF7E-418C-A7F8-FA0AB4F63A6B}"/>
    <pc:docChg chg="undo custSel modSld">
      <pc:chgData name="Murillo Álvaro Borges de Sousa" userId="02386067-c46f-46e6-bf61-8f6a774af0e5" providerId="ADAL" clId="{73C3FE35-BF7E-418C-A7F8-FA0AB4F63A6B}" dt="2026-06-03T14:00:36.670" v="25" actId="729"/>
      <pc:docMkLst>
        <pc:docMk/>
      </pc:docMkLst>
      <pc:sldChg chg="mod modShow">
        <pc:chgData name="Murillo Álvaro Borges de Sousa" userId="02386067-c46f-46e6-bf61-8f6a774af0e5" providerId="ADAL" clId="{73C3FE35-BF7E-418C-A7F8-FA0AB4F63A6B}" dt="2026-06-03T14:00:33.651" v="24" actId="729"/>
        <pc:sldMkLst>
          <pc:docMk/>
          <pc:sldMk cId="2596089725" sldId="1242"/>
        </pc:sldMkLst>
      </pc:sldChg>
      <pc:sldChg chg="mod modShow">
        <pc:chgData name="Murillo Álvaro Borges de Sousa" userId="02386067-c46f-46e6-bf61-8f6a774af0e5" providerId="ADAL" clId="{73C3FE35-BF7E-418C-A7F8-FA0AB4F63A6B}" dt="2026-06-03T14:00:36.670" v="25" actId="729"/>
        <pc:sldMkLst>
          <pc:docMk/>
          <pc:sldMk cId="890838759" sldId="1247"/>
        </pc:sldMkLst>
      </pc:sldChg>
      <pc:sldChg chg="addSp delSp modSp mod">
        <pc:chgData name="Murillo Álvaro Borges de Sousa" userId="02386067-c46f-46e6-bf61-8f6a774af0e5" providerId="ADAL" clId="{73C3FE35-BF7E-418C-A7F8-FA0AB4F63A6B}" dt="2026-06-03T11:34:36.041" v="11" actId="1076"/>
        <pc:sldMkLst>
          <pc:docMk/>
          <pc:sldMk cId="1974611836" sldId="1252"/>
        </pc:sldMkLst>
        <pc:picChg chg="add del">
          <ac:chgData name="Murillo Álvaro Borges de Sousa" userId="02386067-c46f-46e6-bf61-8f6a774af0e5" providerId="ADAL" clId="{73C3FE35-BF7E-418C-A7F8-FA0AB4F63A6B}" dt="2026-06-03T11:34:31.986" v="9" actId="478"/>
          <ac:picMkLst>
            <pc:docMk/>
            <pc:sldMk cId="1974611836" sldId="1252"/>
            <ac:picMk id="4" creationId="{90D3C612-0DA9-5CAC-8DE1-ACEB5527B6B6}"/>
          </ac:picMkLst>
        </pc:picChg>
        <pc:picChg chg="add del">
          <ac:chgData name="Murillo Álvaro Borges de Sousa" userId="02386067-c46f-46e6-bf61-8f6a774af0e5" providerId="ADAL" clId="{73C3FE35-BF7E-418C-A7F8-FA0AB4F63A6B}" dt="2026-06-03T11:34:31.498" v="8" actId="478"/>
          <ac:picMkLst>
            <pc:docMk/>
            <pc:sldMk cId="1974611836" sldId="1252"/>
            <ac:picMk id="5" creationId="{2D3ADD59-35FD-5CAD-5CB4-5AE6E9D17C30}"/>
          </ac:picMkLst>
        </pc:picChg>
        <pc:picChg chg="mod">
          <ac:chgData name="Murillo Álvaro Borges de Sousa" userId="02386067-c46f-46e6-bf61-8f6a774af0e5" providerId="ADAL" clId="{73C3FE35-BF7E-418C-A7F8-FA0AB4F63A6B}" dt="2026-06-03T11:34:36.041" v="11" actId="1076"/>
          <ac:picMkLst>
            <pc:docMk/>
            <pc:sldMk cId="1974611836" sldId="1252"/>
            <ac:picMk id="6" creationId="{1BFB9A3E-DBCC-C53C-A9B3-978627D11EBF}"/>
          </ac:picMkLst>
        </pc:picChg>
        <pc:picChg chg="mod">
          <ac:chgData name="Murillo Álvaro Borges de Sousa" userId="02386067-c46f-46e6-bf61-8f6a774af0e5" providerId="ADAL" clId="{73C3FE35-BF7E-418C-A7F8-FA0AB4F63A6B}" dt="2026-06-03T11:34:33.815" v="10" actId="1076"/>
          <ac:picMkLst>
            <pc:docMk/>
            <pc:sldMk cId="1974611836" sldId="1252"/>
            <ac:picMk id="7" creationId="{1E26CC6B-EF60-8EFC-6185-9F2859B48781}"/>
          </ac:picMkLst>
        </pc:picChg>
      </pc:sldChg>
      <pc:sldChg chg="delSp modSp mod">
        <pc:chgData name="Murillo Álvaro Borges de Sousa" userId="02386067-c46f-46e6-bf61-8f6a774af0e5" providerId="ADAL" clId="{73C3FE35-BF7E-418C-A7F8-FA0AB4F63A6B}" dt="2026-06-03T11:34:48.961" v="15" actId="1076"/>
        <pc:sldMkLst>
          <pc:docMk/>
          <pc:sldMk cId="3673486214" sldId="1256"/>
        </pc:sldMkLst>
        <pc:picChg chg="del">
          <ac:chgData name="Murillo Álvaro Borges de Sousa" userId="02386067-c46f-46e6-bf61-8f6a774af0e5" providerId="ADAL" clId="{73C3FE35-BF7E-418C-A7F8-FA0AB4F63A6B}" dt="2026-06-03T11:34:42.082" v="12" actId="478"/>
          <ac:picMkLst>
            <pc:docMk/>
            <pc:sldMk cId="3673486214" sldId="1256"/>
            <ac:picMk id="4" creationId="{DE6AF787-B9D9-7B70-025F-36379BB5DAB7}"/>
          </ac:picMkLst>
        </pc:picChg>
        <pc:picChg chg="del">
          <ac:chgData name="Murillo Álvaro Borges de Sousa" userId="02386067-c46f-46e6-bf61-8f6a774af0e5" providerId="ADAL" clId="{73C3FE35-BF7E-418C-A7F8-FA0AB4F63A6B}" dt="2026-06-03T11:34:42.482" v="13" actId="478"/>
          <ac:picMkLst>
            <pc:docMk/>
            <pc:sldMk cId="3673486214" sldId="1256"/>
            <ac:picMk id="5" creationId="{55B17DB9-98C3-1394-17C7-2E791E883F69}"/>
          </ac:picMkLst>
        </pc:picChg>
        <pc:picChg chg="mod">
          <ac:chgData name="Murillo Álvaro Borges de Sousa" userId="02386067-c46f-46e6-bf61-8f6a774af0e5" providerId="ADAL" clId="{73C3FE35-BF7E-418C-A7F8-FA0AB4F63A6B}" dt="2026-06-03T11:34:48.961" v="15" actId="1076"/>
          <ac:picMkLst>
            <pc:docMk/>
            <pc:sldMk cId="3673486214" sldId="1256"/>
            <ac:picMk id="6" creationId="{A45A8501-6BD8-43C9-D5D2-658DF6AB85FB}"/>
          </ac:picMkLst>
        </pc:picChg>
        <pc:picChg chg="mod">
          <ac:chgData name="Murillo Álvaro Borges de Sousa" userId="02386067-c46f-46e6-bf61-8f6a774af0e5" providerId="ADAL" clId="{73C3FE35-BF7E-418C-A7F8-FA0AB4F63A6B}" dt="2026-06-03T11:34:44.383" v="14" actId="1076"/>
          <ac:picMkLst>
            <pc:docMk/>
            <pc:sldMk cId="3673486214" sldId="1256"/>
            <ac:picMk id="7" creationId="{D1A5FBF4-B19F-2281-5AA0-252779A05D9D}"/>
          </ac:picMkLst>
        </pc:picChg>
      </pc:sldChg>
      <pc:sldChg chg="delSp modSp mod">
        <pc:chgData name="Murillo Álvaro Borges de Sousa" userId="02386067-c46f-46e6-bf61-8f6a774af0e5" providerId="ADAL" clId="{73C3FE35-BF7E-418C-A7F8-FA0AB4F63A6B}" dt="2026-06-03T11:35:02.596" v="19" actId="1076"/>
        <pc:sldMkLst>
          <pc:docMk/>
          <pc:sldMk cId="2312740836" sldId="1259"/>
        </pc:sldMkLst>
        <pc:picChg chg="del">
          <ac:chgData name="Murillo Álvaro Borges de Sousa" userId="02386067-c46f-46e6-bf61-8f6a774af0e5" providerId="ADAL" clId="{73C3FE35-BF7E-418C-A7F8-FA0AB4F63A6B}" dt="2026-06-03T11:34:56.698" v="17" actId="478"/>
          <ac:picMkLst>
            <pc:docMk/>
            <pc:sldMk cId="2312740836" sldId="1259"/>
            <ac:picMk id="4" creationId="{AECD5599-77AF-19C1-9090-8878CE770185}"/>
          </ac:picMkLst>
        </pc:picChg>
        <pc:picChg chg="del">
          <ac:chgData name="Murillo Álvaro Borges de Sousa" userId="02386067-c46f-46e6-bf61-8f6a774af0e5" providerId="ADAL" clId="{73C3FE35-BF7E-418C-A7F8-FA0AB4F63A6B}" dt="2026-06-03T11:34:56.186" v="16" actId="478"/>
          <ac:picMkLst>
            <pc:docMk/>
            <pc:sldMk cId="2312740836" sldId="1259"/>
            <ac:picMk id="5" creationId="{0E329D7B-2633-E0EB-B7B0-C92033972B0A}"/>
          </ac:picMkLst>
        </pc:picChg>
        <pc:picChg chg="mod">
          <ac:chgData name="Murillo Álvaro Borges de Sousa" userId="02386067-c46f-46e6-bf61-8f6a774af0e5" providerId="ADAL" clId="{73C3FE35-BF7E-418C-A7F8-FA0AB4F63A6B}" dt="2026-06-03T11:35:02.596" v="19" actId="1076"/>
          <ac:picMkLst>
            <pc:docMk/>
            <pc:sldMk cId="2312740836" sldId="1259"/>
            <ac:picMk id="6" creationId="{FDE22C73-DDDA-9002-1484-12C569331372}"/>
          </ac:picMkLst>
        </pc:picChg>
        <pc:picChg chg="mod">
          <ac:chgData name="Murillo Álvaro Borges de Sousa" userId="02386067-c46f-46e6-bf61-8f6a774af0e5" providerId="ADAL" clId="{73C3FE35-BF7E-418C-A7F8-FA0AB4F63A6B}" dt="2026-06-03T11:35:00.322" v="18" actId="1076"/>
          <ac:picMkLst>
            <pc:docMk/>
            <pc:sldMk cId="2312740836" sldId="1259"/>
            <ac:picMk id="7" creationId="{B41FEB23-F161-49EA-883A-67301764D407}"/>
          </ac:picMkLst>
        </pc:picChg>
      </pc:sldChg>
      <pc:sldChg chg="delSp modSp mod">
        <pc:chgData name="Murillo Álvaro Borges de Sousa" userId="02386067-c46f-46e6-bf61-8f6a774af0e5" providerId="ADAL" clId="{73C3FE35-BF7E-418C-A7F8-FA0AB4F63A6B}" dt="2026-06-03T11:35:14.650" v="23" actId="1076"/>
        <pc:sldMkLst>
          <pc:docMk/>
          <pc:sldMk cId="3023790842" sldId="1261"/>
        </pc:sldMkLst>
        <pc:picChg chg="del">
          <ac:chgData name="Murillo Álvaro Borges de Sousa" userId="02386067-c46f-46e6-bf61-8f6a774af0e5" providerId="ADAL" clId="{73C3FE35-BF7E-418C-A7F8-FA0AB4F63A6B}" dt="2026-06-03T11:35:09.786" v="20" actId="478"/>
          <ac:picMkLst>
            <pc:docMk/>
            <pc:sldMk cId="3023790842" sldId="1261"/>
            <ac:picMk id="5" creationId="{EA416BC1-67F6-67DA-C223-E6855B0743E3}"/>
          </ac:picMkLst>
        </pc:picChg>
        <pc:picChg chg="del">
          <ac:chgData name="Murillo Álvaro Borges de Sousa" userId="02386067-c46f-46e6-bf61-8f6a774af0e5" providerId="ADAL" clId="{73C3FE35-BF7E-418C-A7F8-FA0AB4F63A6B}" dt="2026-06-03T11:35:10.442" v="21" actId="478"/>
          <ac:picMkLst>
            <pc:docMk/>
            <pc:sldMk cId="3023790842" sldId="1261"/>
            <ac:picMk id="6" creationId="{82B63044-EA51-98B0-527F-D69EAF629456}"/>
          </ac:picMkLst>
        </pc:picChg>
        <pc:picChg chg="mod">
          <ac:chgData name="Murillo Álvaro Borges de Sousa" userId="02386067-c46f-46e6-bf61-8f6a774af0e5" providerId="ADAL" clId="{73C3FE35-BF7E-418C-A7F8-FA0AB4F63A6B}" dt="2026-06-03T11:35:12.648" v="22" actId="1076"/>
          <ac:picMkLst>
            <pc:docMk/>
            <pc:sldMk cId="3023790842" sldId="1261"/>
            <ac:picMk id="7" creationId="{5FA25815-677C-F2B8-B10E-E64FB9743825}"/>
          </ac:picMkLst>
        </pc:picChg>
        <pc:picChg chg="mod">
          <ac:chgData name="Murillo Álvaro Borges de Sousa" userId="02386067-c46f-46e6-bf61-8f6a774af0e5" providerId="ADAL" clId="{73C3FE35-BF7E-418C-A7F8-FA0AB4F63A6B}" dt="2026-06-03T11:35:14.650" v="23" actId="1076"/>
          <ac:picMkLst>
            <pc:docMk/>
            <pc:sldMk cId="3023790842" sldId="1261"/>
            <ac:picMk id="8" creationId="{701425F8-6E21-5F51-1FD1-E5735819626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4BCD84-4B6A-474A-A3BE-E22A7B42195E}" type="datetimeFigureOut">
              <a:rPr lang="pt-BR" smtClean="0"/>
              <a:pPr/>
              <a:t>11/06/2026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6AC67D-E3C1-4ABA-852A-DC63DF8E6427}" type="slidenum">
              <a:rPr lang="pt-BR" smtClean="0"/>
              <a:pPr/>
              <a:t>‹#›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48CAA-F091-3F1F-F9A7-5B14AF9C3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CE1CC28-5A3E-D121-5B7D-168DF49E8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F67843A-9E91-B472-AB92-7A3D7CC42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75F8C63-9067-033B-8FC1-2F6D61EFDC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1378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91C10-3C49-BD82-64D8-861A5A16E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AABF0F5-37B3-EF5E-66FC-E9B91A1DE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5E57552-D5B2-468D-0597-C1C11AECF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0799AE2-1601-F45A-9741-7856510259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6551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9FFB9-F16B-82CD-0833-FC57B837A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8072F64-8E48-CD16-766F-C62E4DC196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9491179-FCEA-198D-8F3B-5A376E8482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8CE399A-B1AB-793E-08CB-842F1FF5E9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27505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88CEC-400C-9112-72F0-A73FCE2C5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9331FE4-D315-7F7F-D06F-33C7B117E3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52611AA-4098-35BB-3CCE-375698DC09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33F04C4-53EF-ADCC-A5B1-2708BED84A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2839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BFCAA-8854-B00A-6A24-B55607D80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8AFD94D-CB0D-732B-0FC3-1B705BE18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B335FCD-EA45-184F-3738-E42F499F6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9BED1A6-CF0D-ECAE-348A-666560B1D0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51819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C90C2-9665-BBD0-EC74-0DB13BD11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0E1F583-A9E8-3D51-2CA4-401EAA9BE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64A413D-9120-0714-C6A7-E2F5872CF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C5BFD8-0E22-199D-DF27-65F08870D0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35289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B294B-673E-881E-E7A0-54425CCED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AE4B309-03FE-6D30-A496-B1CFADF21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642BC8E-6D69-7E54-61CC-330B6C7A08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D3D32D5-FB57-B173-2A83-69BF657A02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50028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D4F02-B01F-9C73-2DD2-BA7E69222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31ECE7C-D819-ACA5-1B5B-0A0E33DB4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C8D6760-ADF5-37FE-E48D-2EA4A7F6F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663D932-8D80-8BBE-67DE-7AB6A148E6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88171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7E494-1349-8E61-995E-AB3CD1FBF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2CC6701-542C-9A91-C0FA-03EFE0C7EA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CA1E05D-23CD-67A7-C256-F5E2F7929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F07388F-6E59-E54A-52E3-90BA1EADCE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94229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81C29-33EA-DAA2-8236-C4B77CEE6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E9C3332-FA91-FC9C-21CB-C0AFBEF5C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AAE656A-DE22-3EDD-D045-9A35121B6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2861A4B-657D-CDB1-FDA8-581423B378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239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B56B1-C302-52EB-2C9E-71BEF5793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31F97F5-786F-87BD-9AC7-6E2AB85CC8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919B6A4-D837-E68F-F32C-ED21DD602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2048DD0-DF9B-BABA-7D36-F8B1AD6C50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44890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B5D72-C394-D4B8-32E2-8EC0AB538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CC0B703-D34E-E0D2-2C49-61505D904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E4A2566-6106-99D3-64CA-22F6C865E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B5BE3D2-2D54-59E9-7BCC-74373E6357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31910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C1F2C-49A0-C650-88B3-066BFECB5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47A63A7-C9C5-D9E5-B227-FC26D68634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73DC18F-63C3-C641-C614-A20B166FC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4094C95-B200-F434-6FF8-856753F14A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73511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F19FC-7A24-C5D2-3706-660D4D358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F93BA7E-BECA-A8F5-4907-D970AEEF4D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8510AF1-9769-4676-ABE2-C23B353D5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6E4BB07-A159-D44A-F798-255BD4A211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28637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740AE-48B3-776F-09D4-587F68056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89F1691-5397-D107-515C-3D714BD57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2F390B8-C83B-4791-5A4F-93D2E27BF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63B30D2-0D59-4C5B-1CDF-CDF5FBD5B6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75794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7CD61-6597-02BD-0BCF-7384FFF44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0EB2F36-4B05-35B6-0328-E7F3EDF6B7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1F4E75B-16CD-CCEC-09D8-A992B0D719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1833211-16EF-4894-3F2F-EDBA1A9069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87718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EE01C-A302-B24A-67B0-90D67616E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DB587D8-DBA5-F4D2-A437-581A56D480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33D392A-6D00-76DB-4D0E-424A4CF140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407D246-AEB5-4E24-86F1-2E20948BB9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15970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A7077-192F-A4F3-0E07-CDBEF2600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066268F-20C9-8741-031E-B7E8445BF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F5A6FB0-1888-FBF0-CC29-659BBCA68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D36AC3F-DCED-453A-35A4-C0C753336F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78702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6CB34-FFF3-1F9B-ECC6-529D06B7F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EFF15BA-D4A4-B4EE-004A-888232B3DE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EB06AA9-9F00-3FCD-5839-253EF10CD7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8DE8BC4-698F-D4A0-C9C2-076A392EEE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05190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F870A-06A0-C09B-290B-5EAD0D3CD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DEA88BF-EBDB-F8C2-4CC4-E77CC73CE3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C7A520B-6EE0-D87E-7AA7-B03B24899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CA14099-D9E8-9DAF-3C06-B024F048AE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44467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4AF94-5599-DABF-29B5-9EB3046C6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3BEB34F-BEE4-D1ED-18FA-F3D00DA6BE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1C82B6D-15A8-A3E7-A56A-E022C8F8BA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204799C-7277-B89D-92F0-3FCDF5546B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0131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74B82-8891-DEFA-09CC-32A11BA9C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F6DB7BC-5417-5664-9022-37B8529F3E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98AD498-E12B-18AF-20F9-333E146DCC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CC85132-7050-AA06-7EDD-D1D3EBADC8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76466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D9AF7-B6D2-D8FB-9B5B-8DB0FE0B9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5F43B11-9A75-25CB-A46B-9F39CFCB54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7A33C09-C36A-6FE8-9F53-D647F1264E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D3AF50-9E40-DFE5-2CD9-8A0A324DFD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06821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388AE-8A04-7742-EA73-063C9CAAC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9A76C30-3082-9DB4-6D40-067E9E88A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AE7BD48-6091-D1F8-5532-B48C4ED3F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FEB4110-D84D-056B-CDC7-4044E5C678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63569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58C5D-10B6-5A82-FE59-586387083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B294AD1-A97A-91CA-D1A9-25C94998D6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D812017-7F6B-F9A1-59A1-9D0B18B60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DB6186C-00B1-97E8-2B1C-2EDBCE8F77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95288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F8015-9C8E-1CB0-1832-C2ACA6AD6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2CEEF2B-ED73-83D5-97DE-B3DDD4AB0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B011A70-CD2D-CBF0-9403-2B7E519C37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5EF5511-76CB-F507-BB18-698C07A4A7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37233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C3013-9E19-905E-F3D7-577DB8C57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DB65C61-2E37-AF67-A3C4-9B9C5212B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FC5BFCF-3921-4DA7-E048-464DF00B05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3B5BF1-8288-FDB0-C87A-D100FCBFB8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14967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DC181-FCE9-8987-204F-211977B38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2B99BF8-FCAB-14BA-9B33-A1FD7754C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89C320D-960A-FB9F-E959-B466E1F35D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4091F46-3688-36AE-93CA-6CE524DE4F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48323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2528A-A6AF-944C-B70D-AFA4ECC28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5F891B3-FCFD-581E-E6AB-E50616F1F8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BF3016E-6DBB-2343-8EF7-6EEE51CF86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F3BB2A4-F15D-D49E-3303-335B9DEEEB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2025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934D-57BB-4874-9FDA-0ED007DD2E83}" type="datetime1">
              <a:rPr lang="pt-BR" smtClean="0"/>
              <a:t>11/06/2026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9657-DABD-445F-901E-8D67820E71A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0A7AB-4C59-4BF4-BE99-87353A32FF2D}" type="datetime1">
              <a:rPr lang="pt-BR" smtClean="0"/>
              <a:t>11/06/2026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9657-DABD-445F-901E-8D67820E71A8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1A3045E5-B8E9-4F1C-A676-E4FBDC0F9D15}"/>
              </a:ext>
            </a:extLst>
          </p:cNvPr>
          <p:cNvSpPr txBox="1">
            <a:spLocks/>
          </p:cNvSpPr>
          <p:nvPr userDrawn="1"/>
        </p:nvSpPr>
        <p:spPr>
          <a:xfrm>
            <a:off x="11305310" y="6492876"/>
            <a:ext cx="8307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CB9657-DABD-445F-901E-8D67820E71A8}" type="slidenum">
              <a:rPr lang="pt-BR" sz="1200" i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pPr/>
              <a:t>‹#›</a:t>
            </a:fld>
            <a:endParaRPr lang="pt-BR" sz="1200" i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40398-3574-47EA-90F0-47BC693D0E82}" type="datetime1">
              <a:rPr lang="pt-BR" smtClean="0"/>
              <a:t>11/06/2026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9657-DABD-445F-901E-8D67820E71A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59089-A6EF-4F4C-BBEC-6CE1C1931D8F}" type="datetime1">
              <a:rPr lang="pt-BR" smtClean="0"/>
              <a:t>11/06/2026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9657-DABD-445F-901E-8D67820E71A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3413-08A6-47DB-84DF-140C91BAD7B3}" type="datetime1">
              <a:rPr lang="pt-BR" smtClean="0"/>
              <a:t>11/06/2026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9657-DABD-445F-901E-8D67820E71A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02A26-C9F7-4B29-9A10-E92018C7EF40}" type="datetime1">
              <a:rPr lang="pt-BR" smtClean="0"/>
              <a:t>11/06/2026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9657-DABD-445F-901E-8D67820E71A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C65C3-59BA-48F3-A4C3-58A9D038367C}" type="datetime1">
              <a:rPr lang="pt-BR" smtClean="0"/>
              <a:t>11/06/2026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9657-DABD-445F-901E-8D67820E71A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98F8C-311B-42F1-9BCC-6EF647F844E1}" type="datetime1">
              <a:rPr lang="pt-BR" smtClean="0"/>
              <a:t>11/06/2026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9657-DABD-445F-901E-8D67820E71A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96BF3-A096-4EFE-8FEB-CE7B1CC60EB2}" type="datetime1">
              <a:rPr lang="pt-BR" smtClean="0"/>
              <a:t>11/06/2026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9657-DABD-445F-901E-8D67820E71A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F65CF-28EA-42CC-9915-5B01AC7EDC4B}" type="datetime1">
              <a:rPr lang="pt-BR" smtClean="0"/>
              <a:t>11/06/2026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9657-DABD-445F-901E-8D67820E71A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C29D9-3138-4376-962F-FA40320E8C82}" type="datetime1">
              <a:rPr lang="pt-BR" smtClean="0"/>
              <a:t>11/06/2026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9657-DABD-445F-901E-8D67820E71A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7CE005-8DFC-498E-99C9-CE9A76EF50E1}" type="datetime1">
              <a:rPr lang="pt-BR" smtClean="0"/>
              <a:t>11/06/2026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B9657-DABD-445F-901E-8D67820E71A8}" type="slidenum">
              <a:rPr lang="pt-BR" smtClean="0"/>
              <a:pPr/>
              <a:t>‹#›</a:t>
            </a:fld>
            <a:endParaRPr 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jpe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5" Type="http://schemas.openxmlformats.org/officeDocument/2006/relationships/image" Target="../media/image18.png"/><Relationship Id="rId10" Type="http://schemas.openxmlformats.org/officeDocument/2006/relationships/image" Target="../media/image4.jpeg"/><Relationship Id="rId4" Type="http://schemas.openxmlformats.org/officeDocument/2006/relationships/image" Target="../media/image8.png"/><Relationship Id="rId9" Type="http://schemas.openxmlformats.org/officeDocument/2006/relationships/image" Target="../media/image6.png"/><Relationship Id="rId1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5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4.jpeg"/><Relationship Id="rId4" Type="http://schemas.openxmlformats.org/officeDocument/2006/relationships/image" Target="../media/image6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5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4.jpeg"/><Relationship Id="rId4" Type="http://schemas.openxmlformats.org/officeDocument/2006/relationships/image" Target="../media/image6.png"/><Relationship Id="rId9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5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4.jpeg"/><Relationship Id="rId4" Type="http://schemas.openxmlformats.org/officeDocument/2006/relationships/image" Target="../media/image6.png"/><Relationship Id="rId9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5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4.jpeg"/><Relationship Id="rId4" Type="http://schemas.openxmlformats.org/officeDocument/2006/relationships/image" Target="../media/image6.png"/><Relationship Id="rId9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5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.jpeg"/><Relationship Id="rId4" Type="http://schemas.openxmlformats.org/officeDocument/2006/relationships/image" Target="../media/image6.png"/><Relationship Id="rId9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.jpeg"/><Relationship Id="rId4" Type="http://schemas.openxmlformats.org/officeDocument/2006/relationships/image" Target="../media/image6.png"/><Relationship Id="rId9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4.jpeg"/><Relationship Id="rId4" Type="http://schemas.openxmlformats.org/officeDocument/2006/relationships/image" Target="../media/image6.png"/><Relationship Id="rId9" Type="http://schemas.openxmlformats.org/officeDocument/2006/relationships/image" Target="../media/image5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4.jpeg"/><Relationship Id="rId4" Type="http://schemas.openxmlformats.org/officeDocument/2006/relationships/image" Target="../media/image6.png"/><Relationship Id="rId9" Type="http://schemas.openxmlformats.org/officeDocument/2006/relationships/image" Target="../media/image6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5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4.jpeg"/><Relationship Id="rId4" Type="http://schemas.openxmlformats.org/officeDocument/2006/relationships/image" Target="../media/image6.png"/><Relationship Id="rId9" Type="http://schemas.openxmlformats.org/officeDocument/2006/relationships/image" Target="../media/image6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5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4.jpeg"/><Relationship Id="rId4" Type="http://schemas.openxmlformats.org/officeDocument/2006/relationships/image" Target="../media/image6.png"/><Relationship Id="rId9" Type="http://schemas.openxmlformats.org/officeDocument/2006/relationships/image" Target="../media/image7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5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4.jpeg"/><Relationship Id="rId4" Type="http://schemas.openxmlformats.org/officeDocument/2006/relationships/image" Target="../media/image6.png"/><Relationship Id="rId9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5.png"/><Relationship Id="rId13" Type="http://schemas.openxmlformats.org/officeDocument/2006/relationships/image" Target="../media/image94.png"/><Relationship Id="rId18" Type="http://schemas.openxmlformats.org/officeDocument/2006/relationships/image" Target="../media/image99.png"/><Relationship Id="rId39" Type="http://schemas.openxmlformats.org/officeDocument/2006/relationships/image" Target="../media/image117.png"/><Relationship Id="rId21" Type="http://schemas.openxmlformats.org/officeDocument/2006/relationships/image" Target="../media/image102.png"/><Relationship Id="rId34" Type="http://schemas.openxmlformats.org/officeDocument/2006/relationships/image" Target="../media/image112.png"/><Relationship Id="rId42" Type="http://schemas.openxmlformats.org/officeDocument/2006/relationships/image" Target="../media/image120.png"/><Relationship Id="rId47" Type="http://schemas.openxmlformats.org/officeDocument/2006/relationships/image" Target="../media/image76.pn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25.xml"/><Relationship Id="rId29" Type="http://schemas.openxmlformats.org/officeDocument/2006/relationships/image" Target="../media/image91.png"/><Relationship Id="rId16" Type="http://schemas.openxmlformats.org/officeDocument/2006/relationships/image" Target="../media/image97.png"/><Relationship Id="rId20" Type="http://schemas.openxmlformats.org/officeDocument/2006/relationships/image" Target="../media/image101.png"/><Relationship Id="rId41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84.png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32" Type="http://schemas.openxmlformats.org/officeDocument/2006/relationships/image" Target="../media/image110.png"/><Relationship Id="rId37" Type="http://schemas.openxmlformats.org/officeDocument/2006/relationships/image" Target="../media/image115.png"/><Relationship Id="rId40" Type="http://schemas.openxmlformats.org/officeDocument/2006/relationships/image" Target="../media/image118.png"/><Relationship Id="rId45" Type="http://schemas.openxmlformats.org/officeDocument/2006/relationships/image" Target="../media/image123.png"/><Relationship Id="rId5" Type="http://schemas.openxmlformats.org/officeDocument/2006/relationships/image" Target="../media/image4.jpeg"/><Relationship Id="rId28" Type="http://schemas.openxmlformats.org/officeDocument/2006/relationships/image" Target="../media/image90.png"/><Relationship Id="rId15" Type="http://schemas.openxmlformats.org/officeDocument/2006/relationships/image" Target="../media/image96.png"/><Relationship Id="rId23" Type="http://schemas.openxmlformats.org/officeDocument/2006/relationships/image" Target="../media/image104.png"/><Relationship Id="rId36" Type="http://schemas.openxmlformats.org/officeDocument/2006/relationships/image" Target="../media/image114.png"/><Relationship Id="rId19" Type="http://schemas.openxmlformats.org/officeDocument/2006/relationships/image" Target="../media/image100.png"/><Relationship Id="rId31" Type="http://schemas.openxmlformats.org/officeDocument/2006/relationships/image" Target="../media/image109.png"/><Relationship Id="rId44" Type="http://schemas.openxmlformats.org/officeDocument/2006/relationships/image" Target="../media/image122.png"/><Relationship Id="rId4" Type="http://schemas.openxmlformats.org/officeDocument/2006/relationships/image" Target="../media/image6.png"/><Relationship Id="rId27" Type="http://schemas.openxmlformats.org/officeDocument/2006/relationships/image" Target="../media/image86.png"/><Relationship Id="rId22" Type="http://schemas.openxmlformats.org/officeDocument/2006/relationships/image" Target="../media/image103.png"/><Relationship Id="rId30" Type="http://schemas.openxmlformats.org/officeDocument/2006/relationships/image" Target="../media/image108.png"/><Relationship Id="rId35" Type="http://schemas.openxmlformats.org/officeDocument/2006/relationships/image" Target="../media/image113.png"/><Relationship Id="rId43" Type="http://schemas.openxmlformats.org/officeDocument/2006/relationships/image" Target="../media/image121.png"/><Relationship Id="rId8" Type="http://schemas.openxmlformats.org/officeDocument/2006/relationships/image" Target="../media/image89.png"/><Relationship Id="rId3" Type="http://schemas.openxmlformats.org/officeDocument/2006/relationships/image" Target="../media/image5.png"/><Relationship Id="rId25" Type="http://schemas.openxmlformats.org/officeDocument/2006/relationships/image" Target="../media/image106.png"/><Relationship Id="rId12" Type="http://schemas.openxmlformats.org/officeDocument/2006/relationships/image" Target="../media/image93.png"/><Relationship Id="rId17" Type="http://schemas.openxmlformats.org/officeDocument/2006/relationships/image" Target="../media/image98.png"/><Relationship Id="rId33" Type="http://schemas.openxmlformats.org/officeDocument/2006/relationships/image" Target="../media/image111.png"/><Relationship Id="rId38" Type="http://schemas.openxmlformats.org/officeDocument/2006/relationships/image" Target="../media/image116.png"/><Relationship Id="rId46" Type="http://schemas.openxmlformats.org/officeDocument/2006/relationships/image" Target="../media/image12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13" Type="http://schemas.openxmlformats.org/officeDocument/2006/relationships/image" Target="../media/image130.png"/><Relationship Id="rId18" Type="http://schemas.openxmlformats.org/officeDocument/2006/relationships/image" Target="../media/image135.png"/><Relationship Id="rId3" Type="http://schemas.openxmlformats.org/officeDocument/2006/relationships/image" Target="../media/image5.png"/><Relationship Id="rId21" Type="http://schemas.openxmlformats.org/officeDocument/2006/relationships/image" Target="../media/image138.png"/><Relationship Id="rId7" Type="http://schemas.openxmlformats.org/officeDocument/2006/relationships/image" Target="../media/image107.png"/><Relationship Id="rId12" Type="http://schemas.openxmlformats.org/officeDocument/2006/relationships/image" Target="../media/image129.png"/><Relationship Id="rId17" Type="http://schemas.openxmlformats.org/officeDocument/2006/relationships/image" Target="../media/image134.png"/><Relationship Id="rId25" Type="http://schemas.openxmlformats.org/officeDocument/2006/relationships/image" Target="../media/image142.png"/><Relationship Id="rId33" Type="http://schemas.openxmlformats.org/officeDocument/2006/relationships/image" Target="../media/image76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133.png"/><Relationship Id="rId20" Type="http://schemas.openxmlformats.org/officeDocument/2006/relationships/image" Target="../media/image137.png"/><Relationship Id="rId29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0.png"/><Relationship Id="rId11" Type="http://schemas.openxmlformats.org/officeDocument/2006/relationships/image" Target="../media/image128.png"/><Relationship Id="rId24" Type="http://schemas.openxmlformats.org/officeDocument/2006/relationships/image" Target="../media/image141.png"/><Relationship Id="rId32" Type="http://schemas.openxmlformats.org/officeDocument/2006/relationships/image" Target="../media/image148.png"/><Relationship Id="rId5" Type="http://schemas.openxmlformats.org/officeDocument/2006/relationships/image" Target="../media/image4.jpeg"/><Relationship Id="rId15" Type="http://schemas.openxmlformats.org/officeDocument/2006/relationships/image" Target="../media/image132.png"/><Relationship Id="rId23" Type="http://schemas.openxmlformats.org/officeDocument/2006/relationships/image" Target="../media/image140.png"/><Relationship Id="rId28" Type="http://schemas.openxmlformats.org/officeDocument/2006/relationships/image" Target="../media/image144.png"/><Relationship Id="rId10" Type="http://schemas.openxmlformats.org/officeDocument/2006/relationships/image" Target="../media/image127.png"/><Relationship Id="rId19" Type="http://schemas.openxmlformats.org/officeDocument/2006/relationships/image" Target="../media/image136.png"/><Relationship Id="rId31" Type="http://schemas.openxmlformats.org/officeDocument/2006/relationships/image" Target="../media/image147.png"/><Relationship Id="rId4" Type="http://schemas.openxmlformats.org/officeDocument/2006/relationships/image" Target="../media/image6.png"/><Relationship Id="rId9" Type="http://schemas.openxmlformats.org/officeDocument/2006/relationships/image" Target="../media/image126.png"/><Relationship Id="rId14" Type="http://schemas.openxmlformats.org/officeDocument/2006/relationships/image" Target="../media/image131.png"/><Relationship Id="rId22" Type="http://schemas.openxmlformats.org/officeDocument/2006/relationships/image" Target="../media/image139.png"/><Relationship Id="rId27" Type="http://schemas.openxmlformats.org/officeDocument/2006/relationships/image" Target="../media/image143.png"/><Relationship Id="rId30" Type="http://schemas.openxmlformats.org/officeDocument/2006/relationships/image" Target="../media/image14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3" Type="http://schemas.openxmlformats.org/officeDocument/2006/relationships/image" Target="../media/image5.png"/><Relationship Id="rId7" Type="http://schemas.openxmlformats.org/officeDocument/2006/relationships/image" Target="../media/image15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4.jpeg"/><Relationship Id="rId4" Type="http://schemas.openxmlformats.org/officeDocument/2006/relationships/image" Target="../media/image6.png"/><Relationship Id="rId9" Type="http://schemas.openxmlformats.org/officeDocument/2006/relationships/image" Target="../media/image15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jpeg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0" descr="A close up of a sink&#10;&#10;Description automatically generated">
            <a:extLst>
              <a:ext uri="{FF2B5EF4-FFF2-40B4-BE49-F238E27FC236}">
                <a16:creationId xmlns:a16="http://schemas.microsoft.com/office/drawing/2014/main" id="{EC0549E9-FAF1-747C-0054-33692ECC53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19" b="5740"/>
          <a:stretch/>
        </p:blipFill>
        <p:spPr>
          <a:xfrm>
            <a:off x="7037140" y="0"/>
            <a:ext cx="5154860" cy="6867204"/>
          </a:xfrm>
          <a:prstGeom prst="rect">
            <a:avLst/>
          </a:prstGeom>
        </p:spPr>
      </p:pic>
      <p:sp>
        <p:nvSpPr>
          <p:cNvPr id="10" name="Rectangle 17">
            <a:extLst>
              <a:ext uri="{FF2B5EF4-FFF2-40B4-BE49-F238E27FC236}">
                <a16:creationId xmlns:a16="http://schemas.microsoft.com/office/drawing/2014/main" id="{EA856CCD-FD3A-0AF0-4051-7755131FB433}"/>
              </a:ext>
            </a:extLst>
          </p:cNvPr>
          <p:cNvSpPr/>
          <p:nvPr/>
        </p:nvSpPr>
        <p:spPr>
          <a:xfrm>
            <a:off x="7037140" y="0"/>
            <a:ext cx="5154860" cy="6867204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" name="TextBox 18">
            <a:extLst>
              <a:ext uri="{FF2B5EF4-FFF2-40B4-BE49-F238E27FC236}">
                <a16:creationId xmlns:a16="http://schemas.microsoft.com/office/drawing/2014/main" id="{A9746F1F-1AA2-1EB3-D895-8AA6286187A4}"/>
              </a:ext>
            </a:extLst>
          </p:cNvPr>
          <p:cNvSpPr txBox="1"/>
          <p:nvPr/>
        </p:nvSpPr>
        <p:spPr>
          <a:xfrm>
            <a:off x="245609" y="1452144"/>
            <a:ext cx="11946391" cy="2816156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  <a:lumMod val="0"/>
                  <a:lumOff val="100000"/>
                </a:schemeClr>
              </a:gs>
              <a:gs pos="100000">
                <a:schemeClr val="bg1">
                  <a:lumMod val="0"/>
                  <a:lumOff val="100000"/>
                  <a:alpha val="62000"/>
                </a:scheme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pt-BR" sz="3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Backlash Dinâmico com</a:t>
            </a:r>
          </a:p>
          <a:p>
            <a:r>
              <a:rPr lang="pt-BR" sz="3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Vibração do Eixo</a:t>
            </a:r>
            <a:endParaRPr lang="pt-BR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pt-BR" sz="150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pt-BR" sz="150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</a:rPr>
              <a:t>Eng. Murillo Álvaro Borges de Sousa</a:t>
            </a:r>
          </a:p>
          <a:p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</a:rPr>
              <a:t>Prof. Dr. Aldemir Aparecido Cavallini Jr.</a:t>
            </a:r>
          </a:p>
          <a:p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</a:rPr>
              <a:t>Prof. Dr. Valder Steffen Jr.</a:t>
            </a:r>
          </a:p>
          <a:p>
            <a:endParaRPr lang="pt-BR" sz="15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pt-BR" sz="150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FF93EBAE-E73E-9351-6E02-402C9791B0D2}"/>
              </a:ext>
            </a:extLst>
          </p:cNvPr>
          <p:cNvSpPr txBox="1"/>
          <p:nvPr/>
        </p:nvSpPr>
        <p:spPr>
          <a:xfrm>
            <a:off x="245609" y="4828570"/>
            <a:ext cx="117916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LMEst-UFU –</a:t>
            </a:r>
            <a:r>
              <a:rPr lang="pt-BR" sz="1600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t-BR" sz="1400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Universidade Federal de Uberlândia, Faculdade de Engenharia Mecânica, </a:t>
            </a:r>
          </a:p>
          <a:p>
            <a:r>
              <a:rPr lang="pt-BR" sz="1400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          Laboratório de Mecânica de Estruturas “José Eduardo Tannús Reis”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1A68A56-2E5A-4449-AAE0-BA9C664071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4379" y="5617435"/>
            <a:ext cx="1422043" cy="1218894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1E0D238F-D6A1-261B-E83F-54555E83F5BA}"/>
              </a:ext>
            </a:extLst>
          </p:cNvPr>
          <p:cNvGrpSpPr/>
          <p:nvPr/>
        </p:nvGrpSpPr>
        <p:grpSpPr>
          <a:xfrm>
            <a:off x="366438" y="5719051"/>
            <a:ext cx="2885542" cy="1015663"/>
            <a:chOff x="366438" y="5717539"/>
            <a:chExt cx="2885542" cy="1015663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1AE3881F-A35A-49E9-8FF3-E6BAFE0CE8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6438" y="5724213"/>
              <a:ext cx="945090" cy="937611"/>
            </a:xfrm>
            <a:prstGeom prst="rect">
              <a:avLst/>
            </a:prstGeom>
          </p:spPr>
        </p:pic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09AAC778-65EF-3B87-CD1B-BC3A8D453E1C}"/>
                </a:ext>
              </a:extLst>
            </p:cNvPr>
            <p:cNvSpPr txBox="1"/>
            <p:nvPr/>
          </p:nvSpPr>
          <p:spPr>
            <a:xfrm>
              <a:off x="1351573" y="5717539"/>
              <a:ext cx="1900407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2000" b="1" noProof="0" dirty="0">
                  <a:ea typeface="Verdana" panose="020B0604030504040204" pitchFamily="34" charset="0"/>
                  <a:cs typeface="Verdana" panose="020B0604030504040204" pitchFamily="34" charset="0"/>
                </a:rPr>
                <a:t>Universidade Federal de Uberlândia</a:t>
              </a:r>
              <a:endParaRPr lang="pt-BR" sz="2000" b="1" noProof="0" dirty="0"/>
            </a:p>
          </p:txBody>
        </p:sp>
      </p:grpSp>
      <p:pic>
        <p:nvPicPr>
          <p:cNvPr id="4" name="Imagem 6" descr="logo inct.jpg">
            <a:extLst>
              <a:ext uri="{FF2B5EF4-FFF2-40B4-BE49-F238E27FC236}">
                <a16:creationId xmlns:a16="http://schemas.microsoft.com/office/drawing/2014/main" id="{9F0D3B35-EF3B-54B7-A07A-E22D314C9C68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197636" y="5752746"/>
            <a:ext cx="657091" cy="948273"/>
          </a:xfrm>
          <a:prstGeom prst="rect">
            <a:avLst/>
          </a:prstGeom>
        </p:spPr>
      </p:pic>
      <p:sp>
        <p:nvSpPr>
          <p:cNvPr id="9" name="TextBox 7">
            <a:extLst>
              <a:ext uri="{FF2B5EF4-FFF2-40B4-BE49-F238E27FC236}">
                <a16:creationId xmlns:a16="http://schemas.microsoft.com/office/drawing/2014/main" id="{00B52AA4-C65B-C1FA-8DC7-87D9C8A352D1}"/>
              </a:ext>
            </a:extLst>
          </p:cNvPr>
          <p:cNvSpPr txBox="1"/>
          <p:nvPr/>
        </p:nvSpPr>
        <p:spPr>
          <a:xfrm>
            <a:off x="338827" y="296305"/>
            <a:ext cx="1142105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700" b="1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Inteligência Artificial Aplicada na Criação de Modelos Representativos de Mancais Hidrodinâmicos, Selos Anulares e Máquinas Rotativas </a:t>
            </a:r>
            <a:r>
              <a:rPr lang="pt-BR" sz="1700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(ROSS – Digital Twin)</a:t>
            </a:r>
          </a:p>
        </p:txBody>
      </p:sp>
    </p:spTree>
    <p:extLst>
      <p:ext uri="{BB962C8B-B14F-4D97-AF65-F5344CB8AC3E}">
        <p14:creationId xmlns:p14="http://schemas.microsoft.com/office/powerpoint/2010/main" val="2063450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6C3166A-0EF3-C0A7-B736-D6C6BF9F8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01996139-5571-0465-8ED7-651EB7FA7D71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Agrupar 5">
            <a:extLst>
              <a:ext uri="{FF2B5EF4-FFF2-40B4-BE49-F238E27FC236}">
                <a16:creationId xmlns:a16="http://schemas.microsoft.com/office/drawing/2014/main" id="{C81E74A7-4E17-03D9-434C-B74082CE944B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8452FABF-B3F8-8AC6-E9F1-7CFEDD7895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10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DB5D64E5-C968-2748-906A-9BB2F7CD69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13" name="Imagem 12" descr="logo inct.jpg">
              <a:extLst>
                <a:ext uri="{FF2B5EF4-FFF2-40B4-BE49-F238E27FC236}">
                  <a16:creationId xmlns:a16="http://schemas.microsoft.com/office/drawing/2014/main" id="{56D0B984-5FA3-C355-8FB7-0906AE2CA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1182512-980A-C265-6234-01E163F4E9C3}"/>
              </a:ext>
            </a:extLst>
          </p:cNvPr>
          <p:cNvSpPr txBox="1"/>
          <p:nvPr/>
        </p:nvSpPr>
        <p:spPr>
          <a:xfrm>
            <a:off x="208678" y="878354"/>
            <a:ext cx="1185842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b="1" dirty="0"/>
              <a:t>Motivação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A formulação do ROMAC apresenta a consideração da folga backlash.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Entretanto, em dicussão com colegas de laboratório e o Prof. Valder encontramos uma inscosistência dimensional na formulação existente do ROMAC.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Pesquisando na literatura encontrei sobre o backlash dinâmico considerando a vibração do eixo.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Considerando caixas de transmissão e elementos engrenados, a vibração dos eixos de entrada e saída pode provocar uma variação na folga </a:t>
            </a:r>
            <a:r>
              <a:rPr lang="pt-BR" sz="1600" i="1" dirty="0"/>
              <a:t>backlash </a:t>
            </a:r>
            <a:r>
              <a:rPr lang="pt-BR" sz="1600" dirty="0"/>
              <a:t>já presente.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A variação de folga (aumentando ou diminuindo) provoca a variação de contato entre as engrenagens. Podendo, portanto, haver regiões com contátio máximxo, parcial ou nulo.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Em casos de perda de contato e choques mecânicos, a dinâmica do sistema, considerando a variação dinâmica da folga de </a:t>
            </a:r>
            <a:r>
              <a:rPr lang="pt-BR" sz="1600" i="1" dirty="0"/>
              <a:t>backlash, </a:t>
            </a:r>
            <a:r>
              <a:rPr lang="pt-BR" sz="1600" dirty="0"/>
              <a:t>influencia na vida deste componente. Assim, ao incoporar estudos de vida em fadiga, desgaste e vida reamanecentes é possível obter uma análise mais refinada sobre o projeto mecâncio em questão.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/>
          </a:p>
          <a:p>
            <a:pPr algn="just"/>
            <a:r>
              <a:rPr lang="pt-BR" sz="1600" b="1" dirty="0"/>
              <a:t>Objetivo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Implementação do cálculo do </a:t>
            </a:r>
            <a:r>
              <a:rPr lang="pt-BR" sz="1600" i="1" dirty="0"/>
              <a:t>backlash </a:t>
            </a:r>
            <a:r>
              <a:rPr lang="pt-BR" sz="1600" dirty="0"/>
              <a:t>dinâmico de um sistema engrenado, com base nos valores de posição do centro do eixo que variam de acordo com a vibração do sistema.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Determinação da força de engrenamento com a influencia do </a:t>
            </a:r>
            <a:r>
              <a:rPr lang="pt-BR" sz="1600" i="1" dirty="0"/>
              <a:t>backlash.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Retroalimentar o modelo com a força calculada e simular a resposta temporal.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Obtenção de resultados de órbitas, resposta temporal, resposta em frequência e o comportamento das variáveis do engrenamento no tempo.</a:t>
            </a:r>
          </a:p>
        </p:txBody>
      </p:sp>
      <p:sp>
        <p:nvSpPr>
          <p:cNvPr id="11" name="CaixaDeTexto 3">
            <a:extLst>
              <a:ext uri="{FF2B5EF4-FFF2-40B4-BE49-F238E27FC236}">
                <a16:creationId xmlns:a16="http://schemas.microsoft.com/office/drawing/2014/main" id="{E9EA25CE-3740-2E64-EDB6-7B2408962505}"/>
              </a:ext>
            </a:extLst>
          </p:cNvPr>
          <p:cNvSpPr txBox="1"/>
          <p:nvPr/>
        </p:nvSpPr>
        <p:spPr>
          <a:xfrm>
            <a:off x="288611" y="145952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noProof="0" dirty="0" err="1"/>
              <a:t>Backlash</a:t>
            </a:r>
            <a:r>
              <a:rPr lang="pt-BR" sz="2400" b="1" noProof="0" dirty="0"/>
              <a:t> Dinâmico com Vibração do Eixo</a:t>
            </a:r>
          </a:p>
        </p:txBody>
      </p:sp>
    </p:spTree>
    <p:extLst>
      <p:ext uri="{BB962C8B-B14F-4D97-AF65-F5344CB8AC3E}">
        <p14:creationId xmlns:p14="http://schemas.microsoft.com/office/powerpoint/2010/main" val="2596089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100B0D6-53D2-521C-DCF6-6722AA903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44093558-4A61-B9CE-A49C-94105C94641B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Agrupar 5">
            <a:extLst>
              <a:ext uri="{FF2B5EF4-FFF2-40B4-BE49-F238E27FC236}">
                <a16:creationId xmlns:a16="http://schemas.microsoft.com/office/drawing/2014/main" id="{A9A04A22-4F0C-3F29-012B-45391D231487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4818243F-DAAD-535D-C803-A19FD8C309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10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99E4FFF0-38BF-F538-CCD1-F1A17BF307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13" name="Imagem 12" descr="logo inct.jpg">
              <a:extLst>
                <a:ext uri="{FF2B5EF4-FFF2-40B4-BE49-F238E27FC236}">
                  <a16:creationId xmlns:a16="http://schemas.microsoft.com/office/drawing/2014/main" id="{CCD3E1B1-F647-212F-183D-09BF8612F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11" name="CaixaDeTexto 3">
            <a:extLst>
              <a:ext uri="{FF2B5EF4-FFF2-40B4-BE49-F238E27FC236}">
                <a16:creationId xmlns:a16="http://schemas.microsoft.com/office/drawing/2014/main" id="{DED442EA-3F6D-5A25-CAB6-762FC25DAB65}"/>
              </a:ext>
            </a:extLst>
          </p:cNvPr>
          <p:cNvSpPr txBox="1"/>
          <p:nvPr/>
        </p:nvSpPr>
        <p:spPr>
          <a:xfrm>
            <a:off x="288611" y="145952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noProof="0" dirty="0" err="1"/>
              <a:t>Backlash</a:t>
            </a:r>
            <a:r>
              <a:rPr lang="pt-BR" sz="2400" b="1" noProof="0" dirty="0"/>
              <a:t> Dinâmico com Vibração do Eixo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288CDA-B93C-7740-914B-A819C6B908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826" y="1063858"/>
            <a:ext cx="6753225" cy="2095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949B86A-13DB-BDA5-1806-19C3B481DA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5585" y="4318614"/>
            <a:ext cx="3271745" cy="1347829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7E756CC-F744-8470-43C4-8C61AB0034F3}"/>
              </a:ext>
            </a:extLst>
          </p:cNvPr>
          <p:cNvGrpSpPr/>
          <p:nvPr/>
        </p:nvGrpSpPr>
        <p:grpSpPr>
          <a:xfrm>
            <a:off x="1540342" y="3429000"/>
            <a:ext cx="4462191" cy="3088469"/>
            <a:chOff x="1540344" y="3623579"/>
            <a:chExt cx="4462191" cy="308846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2430299-1ECD-358F-80BF-8EC0B527B5E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14147" b="3657"/>
            <a:stretch>
              <a:fillRect/>
            </a:stretch>
          </p:blipFill>
          <p:spPr>
            <a:xfrm>
              <a:off x="1540344" y="4065224"/>
              <a:ext cx="4462191" cy="2646824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30F5965-A388-561C-AB8C-768D3F794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25100" r="72404" b="29126"/>
            <a:stretch>
              <a:fillRect/>
            </a:stretch>
          </p:blipFill>
          <p:spPr>
            <a:xfrm>
              <a:off x="3286697" y="3623579"/>
              <a:ext cx="646325" cy="441645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ADAD0F64-086A-B1BC-05B6-9084E8DB77E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9124" y="3429000"/>
            <a:ext cx="5726599" cy="4310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90838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4458E-DD74-0A1E-F9D6-66A0CD18C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CD4A1283-4011-AD3E-9949-F889BAD6C437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509F9A0E-6768-215F-8711-7578BF482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01" y="3383810"/>
            <a:ext cx="5726599" cy="4310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53BAD01-AC5F-A12F-6035-E58A9DE3E4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01" y="4011130"/>
            <a:ext cx="2279870" cy="9392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7F33E37-3977-5893-C788-FD7DFAD7B3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0974" y="2817604"/>
            <a:ext cx="2619833" cy="41788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92E04C6-CFFA-CC4C-AD87-327B17D854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0974" y="2386479"/>
            <a:ext cx="4221793" cy="3111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A95925C-AD16-F856-E659-34E4E3508F6B}"/>
              </a:ext>
            </a:extLst>
          </p:cNvPr>
          <p:cNvSpPr txBox="1"/>
          <p:nvPr/>
        </p:nvSpPr>
        <p:spPr>
          <a:xfrm>
            <a:off x="123359" y="104051"/>
            <a:ext cx="9535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Nonlinear dynamic modelling and analysis for a spur gear system with time-varying pressure angle and gear backlash. - </a:t>
            </a:r>
            <a:r>
              <a:rPr lang="pt-BR" dirty="0"/>
              <a:t>Yong Yi, Kang Huang, </a:t>
            </a:r>
            <a:r>
              <a:rPr lang="pt-BR" dirty="0" err="1"/>
              <a:t>Yangshou</a:t>
            </a:r>
            <a:r>
              <a:rPr lang="pt-BR" dirty="0"/>
              <a:t> Xiong, Meng Sang - 2019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3D1473F-7948-1690-0FFA-B89FE292CF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60" y="856372"/>
            <a:ext cx="3307814" cy="2331153"/>
          </a:xfrm>
          <a:prstGeom prst="rect">
            <a:avLst/>
          </a:prstGeom>
        </p:spPr>
      </p:pic>
      <p:grpSp>
        <p:nvGrpSpPr>
          <p:cNvPr id="26" name="Agrupar 5">
            <a:extLst>
              <a:ext uri="{FF2B5EF4-FFF2-40B4-BE49-F238E27FC236}">
                <a16:creationId xmlns:a16="http://schemas.microsoft.com/office/drawing/2014/main" id="{245B1295-AB8D-C3FE-9C50-31BD81547684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FF17FB98-42F4-3D37-71B0-957EF8FB8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C93BE177-2CEE-C524-DA8E-06F54DF9D7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6D0170BD-A20A-857F-9BF2-042B4D407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50AA01D7-EADB-F3FB-6BCF-8FE7094A8BC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26915" y="908153"/>
            <a:ext cx="2647950" cy="5619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A0A9F1-8A8A-55B0-E0FA-CDB929CD3C0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17993" y="888098"/>
            <a:ext cx="1866900" cy="5715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BE74E6E-D2EC-3E1D-9C12-032464A9855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40974" y="1559500"/>
            <a:ext cx="4448175" cy="7239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B8A6485-A158-FF18-0537-9150BA80512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79007" y="878485"/>
            <a:ext cx="3307814" cy="2402194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25F2725-CE20-48C5-7A9B-974B8C7548E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9401" y="5146631"/>
            <a:ext cx="2324100" cy="4762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45D020B3-307B-7FB1-76C0-653C7E60836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9401" y="5811128"/>
            <a:ext cx="1905000" cy="381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851D75B7-5F81-E760-44DC-C21182989BB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50783" y="4007600"/>
            <a:ext cx="3173771" cy="22780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65FC3AA-3AB5-85E4-B549-07C4714ECD8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99424" y="4010903"/>
            <a:ext cx="5543550" cy="21812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62830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257BC-2E1E-2E72-E2DA-BE48E81F5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252CCFB6-BC52-3803-8951-3C89CCC92207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9FD0FD38-1C51-433F-ED52-CA3537849E70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098000E7-10CE-ED6E-CC11-D8ED1E2B3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34C12FCC-8FC8-CA79-C3E8-0A8395813F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37045593-924D-8243-BD7B-C3717B23659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D6FF93F7-26F0-3D28-3E80-FD376BDE1E21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8B32B9-5F17-CAC1-46C0-055D1AEF29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196" y="891939"/>
            <a:ext cx="4627084" cy="28676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D0CF63-78C3-5267-3CE6-C830C2368A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196" y="4197427"/>
            <a:ext cx="10746914" cy="24087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8863FA0-E0C0-AB5D-1BF6-B1C4401F59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5783" y="1226076"/>
            <a:ext cx="2667000" cy="3905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19C12D3-6105-0737-AB1C-B1046EAE9C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3883" y="1802316"/>
            <a:ext cx="2628900" cy="4000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35464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7431D-BF25-BFD0-A392-AABC30FD2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7153FFA3-7C8F-A339-39FA-B982A41353D8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E5DA9EA4-2DDD-19B3-1017-633DB5BD1688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8DDA6B9E-506C-55EE-C931-5A1C053E4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BA4B8AA4-60DA-CA22-3F44-C5E8514825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5EB9D87A-BF0B-70BB-F279-A96377EB7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515B0EB3-1535-32AF-DEE1-EA84287EB271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6E02AD-A661-4DD7-88E6-00525FECAF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8478" y="1431610"/>
            <a:ext cx="5348941" cy="39947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8FD1EB8-E798-5FBC-DF60-9D218DD572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068" y="1465402"/>
            <a:ext cx="6644725" cy="39271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965F38-6777-5640-0F27-C166A1BD71F1}"/>
              </a:ext>
            </a:extLst>
          </p:cNvPr>
          <p:cNvSpPr txBox="1"/>
          <p:nvPr/>
        </p:nvSpPr>
        <p:spPr>
          <a:xfrm>
            <a:off x="9161928" y="971858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Artigo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F364A9-55E8-3C98-3DCF-6C269BDC7ACF}"/>
              </a:ext>
            </a:extLst>
          </p:cNvPr>
          <p:cNvSpPr txBox="1"/>
          <p:nvPr/>
        </p:nvSpPr>
        <p:spPr>
          <a:xfrm>
            <a:off x="2972732" y="1062278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Implementação</a:t>
            </a:r>
          </a:p>
        </p:txBody>
      </p:sp>
    </p:spTree>
    <p:extLst>
      <p:ext uri="{BB962C8B-B14F-4D97-AF65-F5344CB8AC3E}">
        <p14:creationId xmlns:p14="http://schemas.microsoft.com/office/powerpoint/2010/main" val="2386032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C0D40-454A-FE89-2686-01CFF4F4E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3245FB1E-6E5E-5649-E6D1-1E5D8ECAC794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3ED7B0A0-E77E-0C8E-4F3D-EB9D984E64A8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D1EDBE5C-83F9-557B-B8BF-B034003D29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025553F5-13AA-0648-D851-7CA8DBBD7C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44F1AFA4-AE99-AEF9-F88C-AF7ECD45DCF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AC9537E5-D3D2-3AEA-22BF-DA5A72B9BD1C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71BAEA-0E7E-0D04-3FF4-2F6795C7D787}"/>
              </a:ext>
            </a:extLst>
          </p:cNvPr>
          <p:cNvSpPr txBox="1"/>
          <p:nvPr/>
        </p:nvSpPr>
        <p:spPr>
          <a:xfrm>
            <a:off x="220337" y="1244906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1000 rpm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D3D8D1-3083-8A41-F0D2-0FB9D5FD83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1234" y="926798"/>
            <a:ext cx="8829159" cy="593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989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FA9B8-480D-55D0-B740-ADE1B4FE0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7D3528C5-CF92-F20B-9C5C-CCC7A26CD958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9E9C6FFB-33BF-AC37-96B3-0A48F0D0B112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D45F595F-7219-6F62-258B-C876F04946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56939040-D7EF-733A-CB0A-C901125B34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E46369DB-A3F8-EEBE-C606-3C943E0572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F1DC8538-0312-F19A-BC32-924A406189B4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3FA4B0-5B6E-8773-774C-90C597E521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410" y="878485"/>
            <a:ext cx="5790800" cy="39534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F93AAE-9DD9-44A7-7EBE-B2A8CB5F91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6304" y="878484"/>
            <a:ext cx="5790800" cy="39330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4EFEDC-7A79-12D8-9866-2AE2872FA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5930" y="4922200"/>
            <a:ext cx="2441154" cy="18247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611E36-0A60-53F7-E97E-D0F301BFAFA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56349" y="4922199"/>
            <a:ext cx="2414950" cy="18247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29DA32-E85A-D792-B93C-5C9C703D6CD6}"/>
              </a:ext>
            </a:extLst>
          </p:cNvPr>
          <p:cNvSpPr txBox="1"/>
          <p:nvPr/>
        </p:nvSpPr>
        <p:spPr>
          <a:xfrm>
            <a:off x="330506" y="5834580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1000 rpm</a:t>
            </a:r>
          </a:p>
        </p:txBody>
      </p:sp>
    </p:spTree>
    <p:extLst>
      <p:ext uri="{BB962C8B-B14F-4D97-AF65-F5344CB8AC3E}">
        <p14:creationId xmlns:p14="http://schemas.microsoft.com/office/powerpoint/2010/main" val="1422796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34339-E4EA-ED01-A5D9-0127CA77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7D9BC652-D3BF-6D28-BFDE-EA4A2CC1F56E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7261B9BC-9C81-8BF7-4FC7-237776035ED4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6C5C5BC6-A562-32FC-E844-7803656FD9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EAB9FA1D-C34F-950E-D793-2032DFA691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49CA4854-55F6-3D43-3668-45D1A7E957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C5E7206A-97BB-4038-4389-74749BD2AFC7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BB92B1-2A13-13ED-C91E-B73C813CAA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6082" y="878485"/>
            <a:ext cx="5779918" cy="39534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0DC449-D49D-9F2F-5D60-B7BDB4167F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99307" y="889440"/>
            <a:ext cx="5767797" cy="39330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67B718-0268-A34B-748B-9CDEF8EA0C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85930" y="4923703"/>
            <a:ext cx="2441154" cy="18217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A46F6A-D016-6694-A167-698D49A964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1974" y="4923702"/>
            <a:ext cx="2388390" cy="18217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E01DF7-7D1C-45ED-C657-7D201E5F5AFE}"/>
              </a:ext>
            </a:extLst>
          </p:cNvPr>
          <p:cNvSpPr txBox="1"/>
          <p:nvPr/>
        </p:nvSpPr>
        <p:spPr>
          <a:xfrm>
            <a:off x="330506" y="5834580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1000 rpm</a:t>
            </a:r>
          </a:p>
        </p:txBody>
      </p:sp>
    </p:spTree>
    <p:extLst>
      <p:ext uri="{BB962C8B-B14F-4D97-AF65-F5344CB8AC3E}">
        <p14:creationId xmlns:p14="http://schemas.microsoft.com/office/powerpoint/2010/main" val="210814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43A5A-DC56-4638-E18E-0B6F4914A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4192EA32-DE98-F89A-C959-202578570A8B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20431662-1220-48E4-E389-669221182E4F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EDFC4696-B4E8-EAA4-94AA-41D03966B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B24CA3BE-2606-BADF-7B0F-39D32DF6B9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DDF13EB3-5853-3C57-77BB-D00DCDC6F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E6ABBA8B-E23E-0E19-75E0-2AE82B745AFB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18A78A-91D1-3E2F-B160-CD89531EA2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262" y="878485"/>
            <a:ext cx="5746586" cy="39534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999457-B33F-CE75-BF9B-43A4E4A806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53669" y="878485"/>
            <a:ext cx="5636069" cy="39330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E76C3B-B2A0-8D0A-56D9-7AA313AA99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85930" y="4922361"/>
            <a:ext cx="2441154" cy="18244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C059A4E-9A07-21B1-8C46-99088D3CC67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02897" y="4922199"/>
            <a:ext cx="2321853" cy="18247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EB5B9F-8F14-B30D-FBBF-341BDEEDB5CD}"/>
              </a:ext>
            </a:extLst>
          </p:cNvPr>
          <p:cNvSpPr txBox="1"/>
          <p:nvPr/>
        </p:nvSpPr>
        <p:spPr>
          <a:xfrm>
            <a:off x="330506" y="5834580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1000 rpm</a:t>
            </a:r>
          </a:p>
        </p:txBody>
      </p:sp>
    </p:spTree>
    <p:extLst>
      <p:ext uri="{BB962C8B-B14F-4D97-AF65-F5344CB8AC3E}">
        <p14:creationId xmlns:p14="http://schemas.microsoft.com/office/powerpoint/2010/main" val="3762458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18FAE-FAA8-BC55-929C-FA1561C88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FC5B443E-ABF9-3859-7499-54AD7FA552A6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3D51948D-4B0F-3578-4641-7F27367F8AF0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E3349C98-EA8E-D436-BA1A-C0E20CA10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1046281C-D145-A7FE-4AE1-FAEBFBDF64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4635F491-4463-7302-704D-EB2F71A361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41B724E8-6CD1-6787-4741-FE95B4CC4A72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914E0A-E841-29CA-E273-655112F70F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5307" y="878485"/>
            <a:ext cx="5735516" cy="39534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F6EE0A-8D32-EA30-49F2-B5667795CF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1179" y="878485"/>
            <a:ext cx="5629980" cy="39330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9EB0D0-CA4C-BF40-ABC7-01A6D56AD77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17550" y="4922200"/>
            <a:ext cx="2377914" cy="18247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D34D089-D67E-6179-228D-25B1B804553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17949" y="4923702"/>
            <a:ext cx="2296440" cy="18217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DFE317-6A06-EFD7-1AAA-BE3D1653D38A}"/>
              </a:ext>
            </a:extLst>
          </p:cNvPr>
          <p:cNvSpPr txBox="1"/>
          <p:nvPr/>
        </p:nvSpPr>
        <p:spPr>
          <a:xfrm>
            <a:off x="330506" y="5834580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1000 rpm</a:t>
            </a:r>
          </a:p>
        </p:txBody>
      </p:sp>
    </p:spTree>
    <p:extLst>
      <p:ext uri="{BB962C8B-B14F-4D97-AF65-F5344CB8AC3E}">
        <p14:creationId xmlns:p14="http://schemas.microsoft.com/office/powerpoint/2010/main" val="816307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D6E43-38E1-A660-CFE6-691D7953F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616A183E-6ED2-156F-C375-F761A2AE2D8C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4CA92F00-D47C-3974-7427-8E76ED0B1408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570A3C72-8CDE-8222-A68C-DE14D9ED00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F20C1942-F4FE-FA69-EB4B-E725C8723F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C157796F-99BD-5FBF-0FD1-E0FC2E2D1E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7693305D-A970-B14F-EEFF-F9ADB0397736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26CC6B-EF60-8EFC-6185-9F2859B487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77965" y="894541"/>
            <a:ext cx="5636069" cy="38620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FB9A3E-DBCC-C53C-A9B3-978627D11E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52221" y="4911083"/>
            <a:ext cx="2288382" cy="18217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2517E2-2B11-B0C9-84FD-18D74797DB4E}"/>
              </a:ext>
            </a:extLst>
          </p:cNvPr>
          <p:cNvSpPr txBox="1"/>
          <p:nvPr/>
        </p:nvSpPr>
        <p:spPr>
          <a:xfrm>
            <a:off x="330506" y="5834580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1000 rpm</a:t>
            </a:r>
          </a:p>
        </p:txBody>
      </p:sp>
    </p:spTree>
    <p:extLst>
      <p:ext uri="{BB962C8B-B14F-4D97-AF65-F5344CB8AC3E}">
        <p14:creationId xmlns:p14="http://schemas.microsoft.com/office/powerpoint/2010/main" val="1974611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F3B2A-1A42-7989-9978-5CCAEE5E9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C4FF872D-4709-8E08-9293-4EECC574AB2D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A753412B-25F0-5438-0F76-39991C9D017D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B48303C7-F366-51BA-CF32-0A55B52F3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379FE59D-31A2-DC73-AECE-02DF630C3B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F10480E3-7A8C-827E-E49E-E0E38F5DE8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89EA9490-460D-CF33-895A-150A39631A5A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93F3C0-FBD4-BE22-9291-D22001061C15}"/>
              </a:ext>
            </a:extLst>
          </p:cNvPr>
          <p:cNvSpPr txBox="1"/>
          <p:nvPr/>
        </p:nvSpPr>
        <p:spPr>
          <a:xfrm>
            <a:off x="220337" y="1244906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3000 rpm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CABB91-6079-AC15-C035-297E768E8B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3541" y="924730"/>
            <a:ext cx="8961633" cy="5933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617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3BF33-BA63-00D7-8711-18D6D6601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7F7389F6-438D-E859-6394-0234CFFB7CD4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E16F4C71-A4DE-9179-7792-6D17DB0718D2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7FF52AA2-7A69-1D10-CE38-8BE8EE9F87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4239AFE6-1D10-18B1-3244-33A920B693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41DBC429-2929-CA3A-8E17-38C301AA8C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65776524-E825-29A0-BD8F-462F5C8A46C6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8ECBE1-96CC-882D-264B-7266CDF5A0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4688" y="989150"/>
            <a:ext cx="5604975" cy="375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E346ED-84E9-27CE-575A-A6F4DF71421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31035" y="935011"/>
            <a:ext cx="5636069" cy="38396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84D795-616A-03D8-62F9-35C33CC4CD5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72149" y="4925922"/>
            <a:ext cx="2268716" cy="18173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4CD794-D4F1-440B-6FC4-302F6F374AB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36560" y="4923702"/>
            <a:ext cx="2259218" cy="18217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F281E0-059B-E6A0-3B1A-E3C6E09B277C}"/>
              </a:ext>
            </a:extLst>
          </p:cNvPr>
          <p:cNvSpPr txBox="1"/>
          <p:nvPr/>
        </p:nvSpPr>
        <p:spPr>
          <a:xfrm>
            <a:off x="520011" y="5499518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3000 rpm</a:t>
            </a:r>
          </a:p>
        </p:txBody>
      </p:sp>
    </p:spTree>
    <p:extLst>
      <p:ext uri="{BB962C8B-B14F-4D97-AF65-F5344CB8AC3E}">
        <p14:creationId xmlns:p14="http://schemas.microsoft.com/office/powerpoint/2010/main" val="1732033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2E23B-59EC-D81D-9F85-A3374C3C5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DDA78E45-FF9A-5249-132D-EE1EFBFDCEAE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552793B7-81C5-D935-DD19-EA1BD73CBA8B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043BE553-6DDA-D41E-881B-0BA57B0ED8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A02FAED1-B4B0-3D20-D981-77E55E27E3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41F98004-55BB-EDB7-1CE4-9943955AC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451B9F87-CCD5-7B28-0611-BAE191338101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ABBEE4-6111-3AB7-DFEF-D4E96F67C6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3426" y="984467"/>
            <a:ext cx="5472272" cy="375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3DE783-6898-C0FF-7BB4-EDBC07EC23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31035" y="910479"/>
            <a:ext cx="5636069" cy="38257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653E571-97FE-6D54-D970-EBE9E189D9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72149" y="5006806"/>
            <a:ext cx="2268716" cy="16555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96A946-9C39-25FB-B917-C3EEA565498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36560" y="4969409"/>
            <a:ext cx="2259218" cy="17303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BCD0E7-2D7D-AEFF-E3DC-743F49987AAC}"/>
              </a:ext>
            </a:extLst>
          </p:cNvPr>
          <p:cNvSpPr txBox="1"/>
          <p:nvPr/>
        </p:nvSpPr>
        <p:spPr>
          <a:xfrm>
            <a:off x="520011" y="5499518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3000 rpm</a:t>
            </a:r>
          </a:p>
        </p:txBody>
      </p:sp>
    </p:spTree>
    <p:extLst>
      <p:ext uri="{BB962C8B-B14F-4D97-AF65-F5344CB8AC3E}">
        <p14:creationId xmlns:p14="http://schemas.microsoft.com/office/powerpoint/2010/main" val="967818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9DAB9-7E40-DE2C-4E26-8073C5C06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07217BE7-6A82-E06D-E28E-506B2600651A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EFDE8253-AE7D-5B27-1235-38565C6CEB6E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5E9D334C-F064-281E-0EDA-919948A239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1F9A87A9-D2FC-AAEE-1A78-4C6FCE8F60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1019A98F-58CB-97F5-864F-FFE4283303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7B3D6B56-237E-2994-7DAD-69318B944A3B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A5FBF4-B19F-2281-5AA0-252779A05D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77965" y="955263"/>
            <a:ext cx="5636069" cy="36764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5A8501-6BD8-43C9-D5D2-658DF6AB85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93049" y="4798303"/>
            <a:ext cx="2205900" cy="17303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D3F2D8-30F9-D0B6-AE5D-479B3EE54F96}"/>
              </a:ext>
            </a:extLst>
          </p:cNvPr>
          <p:cNvSpPr txBox="1"/>
          <p:nvPr/>
        </p:nvSpPr>
        <p:spPr>
          <a:xfrm>
            <a:off x="520011" y="5499518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3000 rpm</a:t>
            </a:r>
          </a:p>
        </p:txBody>
      </p:sp>
    </p:spTree>
    <p:extLst>
      <p:ext uri="{BB962C8B-B14F-4D97-AF65-F5344CB8AC3E}">
        <p14:creationId xmlns:p14="http://schemas.microsoft.com/office/powerpoint/2010/main" val="36734862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DE7F9-2EA6-3EF8-FD8D-ADB5385EF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A649BA8D-895F-50A7-7061-D3875CEA470B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A0B9057C-5060-F4A3-CD20-90234FE1FB69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8D6E2638-9602-D3D3-EA8B-4E86EA401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6A04A8E6-E2A9-E834-A9F9-A5E38FF3EB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D254BC21-2463-73F9-5343-78B3798FCA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0BC0CB5B-49C0-E550-ACA4-42B46820D55C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D8A933-B668-3546-E3EA-36B9F89580F5}"/>
              </a:ext>
            </a:extLst>
          </p:cNvPr>
          <p:cNvSpPr txBox="1"/>
          <p:nvPr/>
        </p:nvSpPr>
        <p:spPr>
          <a:xfrm>
            <a:off x="220337" y="1244906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4500 rpm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1F37FD-4421-4926-7357-55280661C6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8458" y="882968"/>
            <a:ext cx="9005950" cy="59750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F6B215-1323-664C-395B-B803275BA8C8}"/>
              </a:ext>
            </a:extLst>
          </p:cNvPr>
          <p:cNvSpPr txBox="1"/>
          <p:nvPr/>
        </p:nvSpPr>
        <p:spPr>
          <a:xfrm>
            <a:off x="143218" y="1951672"/>
            <a:ext cx="20381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O modelo já não apresenta características periódicas, diferente do artigo</a:t>
            </a:r>
          </a:p>
        </p:txBody>
      </p:sp>
    </p:spTree>
    <p:extLst>
      <p:ext uri="{BB962C8B-B14F-4D97-AF65-F5344CB8AC3E}">
        <p14:creationId xmlns:p14="http://schemas.microsoft.com/office/powerpoint/2010/main" val="376993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649D5-E3FD-9330-DBD9-F61798ACE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23A23D54-033B-5458-BE8F-9B06C1018D4F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60A5C283-B8BC-A22A-365C-82EB688F775D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B80250BF-A4D6-58A4-25B2-6BFE162326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1087B17A-F38E-D5F3-2A12-0983357BCF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C9E1FE95-98CE-B23A-DB0D-730AB3E278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E9927A30-615C-1216-DA82-A7CF8DCA27BF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870564-2C4B-B597-1A02-4F23C3D37E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9663" y="1075701"/>
            <a:ext cx="5339943" cy="36254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69964F-0B44-3051-C1F5-93C9EB0B98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63804" y="1039949"/>
            <a:ext cx="5335451" cy="36764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CEFF066-29DE-0A6F-FD44-1113DCB878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11003" y="5033916"/>
            <a:ext cx="2191007" cy="16013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EC6625-11A9-4023-A515-8F3CCC5275E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13135" y="4968195"/>
            <a:ext cx="2194440" cy="17303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ABE02F-2683-6426-FA4B-3BDB823BF543}"/>
              </a:ext>
            </a:extLst>
          </p:cNvPr>
          <p:cNvSpPr txBox="1"/>
          <p:nvPr/>
        </p:nvSpPr>
        <p:spPr>
          <a:xfrm>
            <a:off x="520011" y="4803942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4500 rpm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31C33A-5648-1EC3-DE2F-23E48B96FCA8}"/>
              </a:ext>
            </a:extLst>
          </p:cNvPr>
          <p:cNvSpPr txBox="1"/>
          <p:nvPr/>
        </p:nvSpPr>
        <p:spPr>
          <a:xfrm>
            <a:off x="160596" y="5157916"/>
            <a:ext cx="20381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O modelo já não apresenta características periódicas, diferente do artigo</a:t>
            </a:r>
          </a:p>
        </p:txBody>
      </p:sp>
    </p:spTree>
    <p:extLst>
      <p:ext uri="{BB962C8B-B14F-4D97-AF65-F5344CB8AC3E}">
        <p14:creationId xmlns:p14="http://schemas.microsoft.com/office/powerpoint/2010/main" val="3619710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19644-98EB-510E-1D08-29BD8B3BF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0F3C7702-CD26-A8E7-60B6-CA6F5F85271E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645CC1F1-5192-7D46-4092-6B9F81FBCA21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5C04090C-9B97-3950-B3CB-F84DF953A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F7104C76-399F-C40A-98FD-9C2C75D8A9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FF19BF3A-3838-6DD5-8512-C4501F24128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8CA2B78A-5F99-14F8-C693-FE8796C85383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353CC9-D065-EB93-D706-3B2B71290E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0011" y="975988"/>
            <a:ext cx="5256832" cy="36254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176324-AE4C-4916-F9ED-C048A7CF13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32597" y="974161"/>
            <a:ext cx="5335451" cy="36086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213B22-91BE-7200-25CE-5FEAB67582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11003" y="5060035"/>
            <a:ext cx="2191007" cy="15490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1141F3-5F15-F28F-737A-1F0CC66E3BF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648" y="4968195"/>
            <a:ext cx="2131414" cy="17303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9C2790-AB9A-2A85-D743-3046BA1AB9B9}"/>
              </a:ext>
            </a:extLst>
          </p:cNvPr>
          <p:cNvSpPr txBox="1"/>
          <p:nvPr/>
        </p:nvSpPr>
        <p:spPr>
          <a:xfrm>
            <a:off x="520011" y="4803942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4500 rpm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9922CC-439E-B995-2D97-1B9DA50EE8E2}"/>
              </a:ext>
            </a:extLst>
          </p:cNvPr>
          <p:cNvSpPr txBox="1"/>
          <p:nvPr/>
        </p:nvSpPr>
        <p:spPr>
          <a:xfrm>
            <a:off x="160596" y="5157916"/>
            <a:ext cx="20381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O modelo já não apresenta características periódicas, diferente do artigo</a:t>
            </a:r>
          </a:p>
        </p:txBody>
      </p:sp>
    </p:spTree>
    <p:extLst>
      <p:ext uri="{BB962C8B-B14F-4D97-AF65-F5344CB8AC3E}">
        <p14:creationId xmlns:p14="http://schemas.microsoft.com/office/powerpoint/2010/main" val="1841093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6679A-FB71-1620-F9F7-375176438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FFCE69BA-D0DC-17F4-31BB-6F4DEB7DDB00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FA05D687-3954-A198-9638-E50A82FEC22E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2306A52C-D6C1-2531-83FB-BEC306E3AB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B2E5F391-5FC4-76F5-1BC4-E4381D9729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AA088C13-D06C-8D40-888D-AEAB597CB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D65385E2-719C-B891-A58B-AAF16DA180A0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1FEB23-F161-49EA-883A-67301764D4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47932" y="1100092"/>
            <a:ext cx="5296136" cy="36086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E22C73-DDDA-9002-1484-12C5693313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30293" y="5073066"/>
            <a:ext cx="2131414" cy="16254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4AFDDC-70E4-F067-65DE-4FF6FFBB243E}"/>
              </a:ext>
            </a:extLst>
          </p:cNvPr>
          <p:cNvSpPr txBox="1"/>
          <p:nvPr/>
        </p:nvSpPr>
        <p:spPr>
          <a:xfrm>
            <a:off x="520011" y="4803942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4500 rpm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909375-8914-82CE-7139-8B3E32CEDF14}"/>
              </a:ext>
            </a:extLst>
          </p:cNvPr>
          <p:cNvSpPr txBox="1"/>
          <p:nvPr/>
        </p:nvSpPr>
        <p:spPr>
          <a:xfrm>
            <a:off x="160596" y="5157916"/>
            <a:ext cx="20381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O modelo já não apresenta características periódicas, diferente do artigo</a:t>
            </a:r>
          </a:p>
        </p:txBody>
      </p:sp>
    </p:spTree>
    <p:extLst>
      <p:ext uri="{BB962C8B-B14F-4D97-AF65-F5344CB8AC3E}">
        <p14:creationId xmlns:p14="http://schemas.microsoft.com/office/powerpoint/2010/main" val="23127408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47E63-E148-1EAB-FA20-1955BB940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A2721FE6-A5FE-954C-9794-42F5CAC9DA52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FBF286C9-2670-77E9-0C00-4F11BDF581CC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0A994B80-BFE5-098C-7BBF-DBC2245A3D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195524B0-EE75-BF4A-7C0E-5AAA23CE22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D408002E-33A3-B080-406D-950F0609CA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8CB3E93D-884F-D2CB-75C6-1D7DB9F3E50A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C41C4B-834D-0872-3E98-A531BBF8225A}"/>
              </a:ext>
            </a:extLst>
          </p:cNvPr>
          <p:cNvSpPr txBox="1"/>
          <p:nvPr/>
        </p:nvSpPr>
        <p:spPr>
          <a:xfrm>
            <a:off x="500667" y="1244906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6000 rpm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82E6D7-1E5D-1D3A-2480-48AB3A25BD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6593" y="955263"/>
            <a:ext cx="8896638" cy="58764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E07184-8BC1-E2EF-2796-245EFB904CAE}"/>
              </a:ext>
            </a:extLst>
          </p:cNvPr>
          <p:cNvSpPr txBox="1"/>
          <p:nvPr/>
        </p:nvSpPr>
        <p:spPr>
          <a:xfrm>
            <a:off x="94495" y="1614238"/>
            <a:ext cx="20381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O modelo já não apresenta características periódicas, assim como do artigo</a:t>
            </a:r>
          </a:p>
        </p:txBody>
      </p:sp>
    </p:spTree>
    <p:extLst>
      <p:ext uri="{BB962C8B-B14F-4D97-AF65-F5344CB8AC3E}">
        <p14:creationId xmlns:p14="http://schemas.microsoft.com/office/powerpoint/2010/main" val="1706405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558E9-4F0C-3A49-A8E0-00B732008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DF5D7E52-388D-08C6-CFB6-56D949039EEF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575271B9-AA1A-44F5-5048-C4200AEBC798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EB695F24-3614-ABD0-1024-6F11F119E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69E7A3E0-F6D7-19CA-11E7-2050AB2A85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F8160A29-E2CC-C28E-18F0-F46E7E197B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0618D099-C17A-2112-F398-584CA47D8186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B71EE1-05E9-EB32-359B-52F990DFA9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2476" y="1070667"/>
            <a:ext cx="5255980" cy="35830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921767-38E3-205D-8FF1-07FAD6CDE0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36526" y="1047657"/>
            <a:ext cx="5251670" cy="36086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E7FE11-0BCB-548C-7DBD-0CDCAEF1C4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02587" y="4972641"/>
            <a:ext cx="2051907" cy="154019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C4705E-3C5A-18A8-9545-88BB86F8D23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62164" y="5020630"/>
            <a:ext cx="1896382" cy="16254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95D95C-E924-5D84-1F05-BD0D0569BCC5}"/>
              </a:ext>
            </a:extLst>
          </p:cNvPr>
          <p:cNvSpPr txBox="1"/>
          <p:nvPr/>
        </p:nvSpPr>
        <p:spPr>
          <a:xfrm>
            <a:off x="520011" y="4787975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6000 rpm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F53293-C4D0-DDF2-A53C-2CE561C45E88}"/>
              </a:ext>
            </a:extLst>
          </p:cNvPr>
          <p:cNvSpPr txBox="1"/>
          <p:nvPr/>
        </p:nvSpPr>
        <p:spPr>
          <a:xfrm>
            <a:off x="113839" y="5157307"/>
            <a:ext cx="20381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O modelo já não apresenta características periódicas, assim como do artigo</a:t>
            </a:r>
          </a:p>
        </p:txBody>
      </p:sp>
    </p:spTree>
    <p:extLst>
      <p:ext uri="{BB962C8B-B14F-4D97-AF65-F5344CB8AC3E}">
        <p14:creationId xmlns:p14="http://schemas.microsoft.com/office/powerpoint/2010/main" val="5128308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7BAAC-5C33-B8D5-19D5-41E46933B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B203AED3-17DD-3471-B396-46AF519B932D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185F23B8-8BC7-295D-8C22-389AA8A94FFD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46C553C4-0076-2FE5-2798-902F0F38D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FDE94EEA-1C34-36CF-11F4-E7BAE12D98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83C69708-F2DD-EF5B-4122-3D1D88997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6533B0F6-A329-BFB8-43BF-F28AF22A3AD3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A25815-677C-F2B8-B10E-E64FB97438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1337" y="1108680"/>
            <a:ext cx="5249325" cy="36086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1425F8-6E21-5F51-1FD1-E573581962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47808" y="5011034"/>
            <a:ext cx="1896382" cy="14765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E6EDEA-7F8B-E7D1-C428-30BC8FDA7E68}"/>
              </a:ext>
            </a:extLst>
          </p:cNvPr>
          <p:cNvSpPr txBox="1"/>
          <p:nvPr/>
        </p:nvSpPr>
        <p:spPr>
          <a:xfrm>
            <a:off x="501505" y="4717322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6000 rpm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397A81-C27D-D4F6-B941-9EE86B79964A}"/>
              </a:ext>
            </a:extLst>
          </p:cNvPr>
          <p:cNvSpPr txBox="1"/>
          <p:nvPr/>
        </p:nvSpPr>
        <p:spPr>
          <a:xfrm>
            <a:off x="95333" y="5086654"/>
            <a:ext cx="20381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O modelo já não apresenta características periódicas, assim como do artigo</a:t>
            </a:r>
          </a:p>
        </p:txBody>
      </p:sp>
    </p:spTree>
    <p:extLst>
      <p:ext uri="{BB962C8B-B14F-4D97-AF65-F5344CB8AC3E}">
        <p14:creationId xmlns:p14="http://schemas.microsoft.com/office/powerpoint/2010/main" val="30237908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CE3A1-D02E-C2FC-43FB-992D41535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92AEA1E8-1727-0473-BC39-B7AEBEF32DC8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45F45B5B-28AE-FE8D-DE40-4A359C083026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6DC13809-9D1A-2CB3-3103-ED1788CCAF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493D92C4-7829-EC8E-A468-6264AB862E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CA1E66CA-F674-C3E7-7A99-E96C343960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1A88B00A-5B74-7A44-7020-5272C89B970C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042D2E-6DC8-F756-A01F-97693AA4E7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8478" y="1431610"/>
            <a:ext cx="5348941" cy="39947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852BFC-0E5B-B571-DFE2-C65024FBABD8}"/>
              </a:ext>
            </a:extLst>
          </p:cNvPr>
          <p:cNvSpPr txBox="1"/>
          <p:nvPr/>
        </p:nvSpPr>
        <p:spPr>
          <a:xfrm>
            <a:off x="9161928" y="971858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Artigo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E27867-AFE9-F5E4-121C-B1CCE441EC48}"/>
              </a:ext>
            </a:extLst>
          </p:cNvPr>
          <p:cNvSpPr txBox="1"/>
          <p:nvPr/>
        </p:nvSpPr>
        <p:spPr>
          <a:xfrm>
            <a:off x="2972732" y="1062278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Implementação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93E948-D10A-818D-D3BF-BCAC36243D81}"/>
              </a:ext>
            </a:extLst>
          </p:cNvPr>
          <p:cNvSpPr txBox="1"/>
          <p:nvPr/>
        </p:nvSpPr>
        <p:spPr>
          <a:xfrm>
            <a:off x="211164" y="5780429"/>
            <a:ext cx="11769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não periodicidade presente no modelo em 4500 rpm é devido à presença da região de caoticidade mais cedo do que em comparação com o artigo.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4098863-3405-15DC-2ECF-32BF615DEFDB}"/>
              </a:ext>
            </a:extLst>
          </p:cNvPr>
          <p:cNvGrpSpPr/>
          <p:nvPr/>
        </p:nvGrpSpPr>
        <p:grpSpPr>
          <a:xfrm>
            <a:off x="44068" y="1465402"/>
            <a:ext cx="6644725" cy="3927195"/>
            <a:chOff x="44068" y="1465402"/>
            <a:chExt cx="6644725" cy="392719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8758E16-BF50-6798-F73B-8A08956F9CB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4068" y="1465402"/>
              <a:ext cx="6644725" cy="392719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01D435C-D8CF-6BFB-7F44-F6359E12A8C6}"/>
                </a:ext>
              </a:extLst>
            </p:cNvPr>
            <p:cNvSpPr txBox="1"/>
            <p:nvPr/>
          </p:nvSpPr>
          <p:spPr>
            <a:xfrm>
              <a:off x="621350" y="2019087"/>
              <a:ext cx="8082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1.2 Krpm</a:t>
              </a:r>
              <a:endParaRPr lang="pt-BR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51395CA-9271-BDEE-B735-5A49CD84E877}"/>
                </a:ext>
              </a:extLst>
            </p:cNvPr>
            <p:cNvSpPr txBox="1"/>
            <p:nvPr/>
          </p:nvSpPr>
          <p:spPr>
            <a:xfrm>
              <a:off x="1203408" y="2406919"/>
              <a:ext cx="8082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1.8 Krpm</a:t>
              </a:r>
              <a:endParaRPr lang="pt-BR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5AAB963-97AE-3577-ACB9-C75DB4493BE0}"/>
                </a:ext>
              </a:extLst>
            </p:cNvPr>
            <p:cNvSpPr txBox="1"/>
            <p:nvPr/>
          </p:nvSpPr>
          <p:spPr>
            <a:xfrm>
              <a:off x="2587034" y="2413407"/>
              <a:ext cx="8082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4.3 Krpm</a:t>
              </a:r>
              <a:endParaRPr lang="pt-BR" dirty="0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58996B26-6F7B-1BB9-B78C-9F3077EABFD4}"/>
                </a:ext>
              </a:extLst>
            </p:cNvPr>
            <p:cNvCxnSpPr>
              <a:cxnSpLocks/>
            </p:cNvCxnSpPr>
            <p:nvPr/>
          </p:nvCxnSpPr>
          <p:spPr>
            <a:xfrm>
              <a:off x="3106757" y="2683918"/>
              <a:ext cx="339808" cy="37228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606865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7295C-45A8-BAA3-7841-106F308E1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96C2FF87-466F-2C5C-8F95-7F0FFEAD2046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548D5E9F-F58B-630F-1498-488DADF4D444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A380157A-BC89-46C7-D7A7-6D6855999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5B87CC99-8256-868B-179A-BB87B1AF00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52DA037C-FDD4-866B-C8E3-45587CC070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A845F64A-AC92-3320-14F2-9B0379BAD502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ECECD1-1018-01C5-C820-5613AACA84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196" y="891939"/>
            <a:ext cx="4627084" cy="28676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E8F4C44-E820-D9CC-A4CF-327607AB42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196" y="4197427"/>
            <a:ext cx="10746914" cy="24087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93B343E-631E-6A8E-6554-2AD8800795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5783" y="1226076"/>
            <a:ext cx="2667000" cy="3905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B5E04DC-F330-CF5B-CD17-866E4D732E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3883" y="1802316"/>
            <a:ext cx="2628900" cy="4000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478986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17E9C-07A6-ABA6-C64A-678B6D2EC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D7185C8F-A035-47E1-F2F4-652313C26FAD}"/>
              </a:ext>
            </a:extLst>
          </p:cNvPr>
          <p:cNvCxnSpPr>
            <a:cxnSpLocks/>
          </p:cNvCxnSpPr>
          <p:nvPr/>
        </p:nvCxnSpPr>
        <p:spPr>
          <a:xfrm>
            <a:off x="-24893" y="905258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45F3D3BD-3DC0-D552-1833-BC969AFDF683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7D946A93-12E2-C1EA-231C-7A2258EB1F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054C2157-1EE7-4C07-E4EC-B2D87BBA5B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5B771609-A320-8802-8C23-F13EDDF284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53FBD3D0-C8AC-E043-6806-F8B566299291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Sistema Simplificado com base no modelo de Yi et al 2019</a:t>
            </a:r>
            <a:endParaRPr lang="pt-BR" sz="2400" b="1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3" name="TextBox 312">
                <a:extLst>
                  <a:ext uri="{FF2B5EF4-FFF2-40B4-BE49-F238E27FC236}">
                    <a16:creationId xmlns:a16="http://schemas.microsoft.com/office/drawing/2014/main" id="{614947E8-DF97-5FA7-BA55-962F141BC14F}"/>
                  </a:ext>
                </a:extLst>
              </p:cNvPr>
              <p:cNvSpPr txBox="1"/>
              <p:nvPr/>
            </p:nvSpPr>
            <p:spPr>
              <a:xfrm>
                <a:off x="5879292" y="1408728"/>
                <a:ext cx="176420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i="1" smtClean="0">
                              <a:latin typeface="Cambria Math" panose="020405030504060302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unc>
                        <m:func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1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l-GR" sz="1400" b="0" i="1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</m:func>
                      <m:r>
                        <a:rPr lang="pt-BR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unc>
                        <m:func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14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l-GR" sz="1400" i="1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</m:func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313" name="TextBox 312">
                <a:extLst>
                  <a:ext uri="{FF2B5EF4-FFF2-40B4-BE49-F238E27FC236}">
                    <a16:creationId xmlns:a16="http://schemas.microsoft.com/office/drawing/2014/main" id="{614947E8-DF97-5FA7-BA55-962F141BC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292" y="1408728"/>
                <a:ext cx="1764201" cy="215444"/>
              </a:xfrm>
              <a:prstGeom prst="rect">
                <a:avLst/>
              </a:prstGeom>
              <a:blipFill>
                <a:blip r:embed="rId24"/>
                <a:stretch>
                  <a:fillRect l="-1724" r="-690" b="-2857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6" name="TextBox 315">
                <a:extLst>
                  <a:ext uri="{FF2B5EF4-FFF2-40B4-BE49-F238E27FC236}">
                    <a16:creationId xmlns:a16="http://schemas.microsoft.com/office/drawing/2014/main" id="{6D2D7428-5E91-B6E9-E5A5-C0B031DABB87}"/>
                  </a:ext>
                </a:extLst>
              </p:cNvPr>
              <p:cNvSpPr txBox="1"/>
              <p:nvPr/>
            </p:nvSpPr>
            <p:spPr>
              <a:xfrm>
                <a:off x="5911352" y="1785232"/>
                <a:ext cx="77046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i="1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pt-BR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316" name="TextBox 315">
                <a:extLst>
                  <a:ext uri="{FF2B5EF4-FFF2-40B4-BE49-F238E27FC236}">
                    <a16:creationId xmlns:a16="http://schemas.microsoft.com/office/drawing/2014/main" id="{6D2D7428-5E91-B6E9-E5A5-C0B031DAB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352" y="1785232"/>
                <a:ext cx="770467" cy="215444"/>
              </a:xfrm>
              <a:prstGeom prst="rect">
                <a:avLst/>
              </a:prstGeom>
              <a:blipFill>
                <a:blip r:embed="rId25"/>
                <a:stretch>
                  <a:fillRect l="-2381" b="-171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4DC7BAC2-CB71-2D8B-80C9-E351B2D7144D}"/>
                  </a:ext>
                </a:extLst>
              </p:cNvPr>
              <p:cNvSpPr txBox="1"/>
              <p:nvPr/>
            </p:nvSpPr>
            <p:spPr>
              <a:xfrm>
                <a:off x="5911352" y="1032224"/>
                <a:ext cx="168392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i="1">
                              <a:latin typeface="Cambria Math" panose="02040503050406030204" pitchFamily="18" charset="0"/>
                            </a:rPr>
                            <m:t>ξ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unc>
                        <m:func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14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l-GR" sz="1400" b="0" i="1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</m:func>
                      <m:r>
                        <a:rPr lang="pt-BR" sz="1400" i="1">
                          <a:latin typeface="Cambria Math" panose="02040503050406030204" pitchFamily="18" charset="0"/>
                        </a:rPr>
                        <m:t>⎼</m:t>
                      </m:r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unc>
                        <m:func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1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l-GR" sz="1400" i="1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</m:func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4DC7BAC2-CB71-2D8B-80C9-E351B2D71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352" y="1032224"/>
                <a:ext cx="1683923" cy="215444"/>
              </a:xfrm>
              <a:prstGeom prst="rect">
                <a:avLst/>
              </a:prstGeom>
              <a:blipFill>
                <a:blip r:embed="rId26"/>
                <a:stretch>
                  <a:fillRect l="-3261" r="-725" b="-3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968D6074-6C16-9CEA-BD44-D9D3D31DA0BF}"/>
              </a:ext>
            </a:extLst>
          </p:cNvPr>
          <p:cNvGrpSpPr/>
          <p:nvPr/>
        </p:nvGrpSpPr>
        <p:grpSpPr>
          <a:xfrm>
            <a:off x="155650" y="999713"/>
            <a:ext cx="5134956" cy="5602354"/>
            <a:chOff x="155650" y="999713"/>
            <a:chExt cx="5134956" cy="560235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3215420-6218-AAB3-271A-3645905D071D}"/>
                </a:ext>
              </a:extLst>
            </p:cNvPr>
            <p:cNvCxnSpPr>
              <a:cxnSpLocks/>
              <a:stCxn id="17" idx="2"/>
              <a:endCxn id="10" idx="6"/>
            </p:cNvCxnSpPr>
            <p:nvPr/>
          </p:nvCxnSpPr>
          <p:spPr>
            <a:xfrm flipH="1">
              <a:off x="2431758" y="2644902"/>
              <a:ext cx="587209" cy="2344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1E3F2C0C-15D1-16C4-5EFF-C5DE8A2ADE7A}"/>
                </a:ext>
              </a:extLst>
            </p:cNvPr>
            <p:cNvGrpSpPr/>
            <p:nvPr/>
          </p:nvGrpSpPr>
          <p:grpSpPr>
            <a:xfrm rot="17121185">
              <a:off x="2441813" y="3626718"/>
              <a:ext cx="566332" cy="407888"/>
              <a:chOff x="6417749" y="2353562"/>
              <a:chExt cx="713448" cy="556303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60C6CE21-D7A5-7069-A534-101ACA951885}"/>
                  </a:ext>
                </a:extLst>
              </p:cNvPr>
              <p:cNvSpPr/>
              <p:nvPr/>
            </p:nvSpPr>
            <p:spPr>
              <a:xfrm>
                <a:off x="6434493" y="2353562"/>
                <a:ext cx="682626" cy="55630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C6BD89E0-51AE-00A1-DDF4-A8AE237A71A5}"/>
                  </a:ext>
                </a:extLst>
              </p:cNvPr>
              <p:cNvGrpSpPr/>
              <p:nvPr/>
            </p:nvGrpSpPr>
            <p:grpSpPr>
              <a:xfrm>
                <a:off x="6417749" y="2385872"/>
                <a:ext cx="713448" cy="486942"/>
                <a:chOff x="5886500" y="4441099"/>
                <a:chExt cx="713448" cy="486942"/>
              </a:xfrm>
            </p:grpSpPr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7A55A149-9969-DDDA-E0E7-E32E804A79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74814" y="4441099"/>
                  <a:ext cx="164049" cy="48000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562442D4-8131-BDCA-5219-1CB78F17E0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138863" y="4448038"/>
                  <a:ext cx="187287" cy="48000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0CF277F3-8F6D-8BB2-915F-D44F59E4C4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4949640" flipH="1" flipV="1">
                  <a:off x="6411879" y="4737372"/>
                  <a:ext cx="253496" cy="12264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97FFE8E2-CDDD-DD3B-78B9-A07341DB60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4949640" flipH="1" flipV="1">
                  <a:off x="5814673" y="4518719"/>
                  <a:ext cx="248659" cy="10500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4E55CDAC-F939-7AFE-DA9A-FC2880087A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26150" y="4448038"/>
                  <a:ext cx="164049" cy="48000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4E3D1AA4-A754-1DD4-C21A-DF4D48E5B78D}"/>
                </a:ext>
              </a:extLst>
            </p:cNvPr>
            <p:cNvCxnSpPr>
              <a:cxnSpLocks/>
            </p:cNvCxnSpPr>
            <p:nvPr/>
          </p:nvCxnSpPr>
          <p:spPr>
            <a:xfrm>
              <a:off x="2771477" y="2645040"/>
              <a:ext cx="6092" cy="903807"/>
            </a:xfrm>
            <a:prstGeom prst="line">
              <a:avLst/>
            </a:prstGeom>
            <a:ln w="9525">
              <a:solidFill>
                <a:schemeClr val="tx1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5E3E131F-90BF-6DE2-AC3D-633EE356824F}"/>
                </a:ext>
              </a:extLst>
            </p:cNvPr>
            <p:cNvGrpSpPr/>
            <p:nvPr/>
          </p:nvGrpSpPr>
          <p:grpSpPr>
            <a:xfrm>
              <a:off x="166675" y="5888872"/>
              <a:ext cx="587269" cy="704745"/>
              <a:chOff x="166675" y="5888872"/>
              <a:chExt cx="587269" cy="704745"/>
            </a:xfrm>
          </p:grpSpPr>
          <p:grpSp>
            <p:nvGrpSpPr>
              <p:cNvPr id="192" name="Group 191">
                <a:extLst>
                  <a:ext uri="{FF2B5EF4-FFF2-40B4-BE49-F238E27FC236}">
                    <a16:creationId xmlns:a16="http://schemas.microsoft.com/office/drawing/2014/main" id="{234262B6-E193-6265-E0FC-D122EC62AC9A}"/>
                  </a:ext>
                </a:extLst>
              </p:cNvPr>
              <p:cNvGrpSpPr/>
              <p:nvPr/>
            </p:nvGrpSpPr>
            <p:grpSpPr>
              <a:xfrm>
                <a:off x="247402" y="6136225"/>
                <a:ext cx="360795" cy="360000"/>
                <a:chOff x="6985000" y="3492499"/>
                <a:chExt cx="360795" cy="360000"/>
              </a:xfrm>
            </p:grpSpPr>
            <p:cxnSp>
              <p:nvCxnSpPr>
                <p:cNvPr id="185" name="Straight Arrow Connector 184">
                  <a:extLst>
                    <a:ext uri="{FF2B5EF4-FFF2-40B4-BE49-F238E27FC236}">
                      <a16:creationId xmlns:a16="http://schemas.microsoft.com/office/drawing/2014/main" id="{E70C7142-2DF8-4701-E16E-BC27F5332A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985000" y="3492499"/>
                  <a:ext cx="0" cy="36000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Arrow Connector 186">
                  <a:extLst>
                    <a:ext uri="{FF2B5EF4-FFF2-40B4-BE49-F238E27FC236}">
                      <a16:creationId xmlns:a16="http://schemas.microsoft.com/office/drawing/2014/main" id="{FF28B738-B457-FA8C-94C6-759229FEBE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85795" y="3842169"/>
                  <a:ext cx="360000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9" name="TextBox 198">
                    <a:extLst>
                      <a:ext uri="{FF2B5EF4-FFF2-40B4-BE49-F238E27FC236}">
                        <a16:creationId xmlns:a16="http://schemas.microsoft.com/office/drawing/2014/main" id="{E94FEEC8-E9F5-271A-9DC0-869341634CAC}"/>
                      </a:ext>
                    </a:extLst>
                  </p:cNvPr>
                  <p:cNvSpPr txBox="1"/>
                  <p:nvPr/>
                </p:nvSpPr>
                <p:spPr>
                  <a:xfrm>
                    <a:off x="584475" y="6378173"/>
                    <a:ext cx="169469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199" name="TextBox 198">
                    <a:extLst>
                      <a:ext uri="{FF2B5EF4-FFF2-40B4-BE49-F238E27FC236}">
                        <a16:creationId xmlns:a16="http://schemas.microsoft.com/office/drawing/2014/main" id="{E94FEEC8-E9F5-271A-9DC0-869341634C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4475" y="6378173"/>
                    <a:ext cx="169469" cy="21544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1429" r="-17857" b="-5556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0" name="TextBox 199">
                    <a:extLst>
                      <a:ext uri="{FF2B5EF4-FFF2-40B4-BE49-F238E27FC236}">
                        <a16:creationId xmlns:a16="http://schemas.microsoft.com/office/drawing/2014/main" id="{31ABF790-9A36-9EC6-E32E-37E20FD5918C}"/>
                      </a:ext>
                    </a:extLst>
                  </p:cNvPr>
                  <p:cNvSpPr txBox="1"/>
                  <p:nvPr/>
                </p:nvSpPr>
                <p:spPr>
                  <a:xfrm>
                    <a:off x="166675" y="5888872"/>
                    <a:ext cx="161454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oMath>
                      </m:oMathPara>
                    </a14:m>
                    <a:endParaRPr lang="pt-BR" sz="1400" dirty="0"/>
                  </a:p>
                </p:txBody>
              </p:sp>
            </mc:Choice>
            <mc:Fallback xmlns="">
              <p:sp>
                <p:nvSpPr>
                  <p:cNvPr id="200" name="TextBox 199">
                    <a:extLst>
                      <a:ext uri="{FF2B5EF4-FFF2-40B4-BE49-F238E27FC236}">
                        <a16:creationId xmlns:a16="http://schemas.microsoft.com/office/drawing/2014/main" id="{31ABF790-9A36-9EC6-E32E-37E20FD591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6675" y="5888872"/>
                    <a:ext cx="161454" cy="21544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2222" r="-14815" b="-8571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C11DA27C-42BE-7D6E-DFD2-9DA344E65900}"/>
                </a:ext>
              </a:extLst>
            </p:cNvPr>
            <p:cNvSpPr txBox="1"/>
            <p:nvPr/>
          </p:nvSpPr>
          <p:spPr>
            <a:xfrm>
              <a:off x="1748214" y="2476236"/>
              <a:ext cx="6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endParaRPr lang="pt-BR" dirty="0"/>
            </a:p>
          </p:txBody>
        </p:sp>
        <p:grpSp>
          <p:nvGrpSpPr>
            <p:cNvPr id="262" name="Group 261">
              <a:extLst>
                <a:ext uri="{FF2B5EF4-FFF2-40B4-BE49-F238E27FC236}">
                  <a16:creationId xmlns:a16="http://schemas.microsoft.com/office/drawing/2014/main" id="{3DCE9870-252F-6F94-092E-4565894BA34D}"/>
                </a:ext>
              </a:extLst>
            </p:cNvPr>
            <p:cNvGrpSpPr/>
            <p:nvPr/>
          </p:nvGrpSpPr>
          <p:grpSpPr>
            <a:xfrm>
              <a:off x="2789794" y="2499198"/>
              <a:ext cx="180000" cy="421824"/>
              <a:chOff x="2098009" y="2702430"/>
              <a:chExt cx="180000" cy="421824"/>
            </a:xfrm>
          </p:grpSpPr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5188651E-8D7D-B0A5-3722-61E3BCA4D2D4}"/>
                  </a:ext>
                </a:extLst>
              </p:cNvPr>
              <p:cNvSpPr/>
              <p:nvPr/>
            </p:nvSpPr>
            <p:spPr>
              <a:xfrm rot="18310592">
                <a:off x="2098009" y="2944254"/>
                <a:ext cx="180000" cy="1800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cxnSp>
            <p:nvCxnSpPr>
              <p:cNvPr id="258" name="Straight Arrow Connector 257">
                <a:extLst>
                  <a:ext uri="{FF2B5EF4-FFF2-40B4-BE49-F238E27FC236}">
                    <a16:creationId xmlns:a16="http://schemas.microsoft.com/office/drawing/2014/main" id="{C717C500-B78B-FA69-6478-15952A87E0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21093" y="2956467"/>
                <a:ext cx="51909" cy="3044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1" name="TextBox 260">
                    <a:extLst>
                      <a:ext uri="{FF2B5EF4-FFF2-40B4-BE49-F238E27FC236}">
                        <a16:creationId xmlns:a16="http://schemas.microsoft.com/office/drawing/2014/main" id="{E4925671-B3D1-06E6-6F59-66A86E0A8DDF}"/>
                      </a:ext>
                    </a:extLst>
                  </p:cNvPr>
                  <p:cNvSpPr txBox="1"/>
                  <p:nvPr/>
                </p:nvSpPr>
                <p:spPr>
                  <a:xfrm>
                    <a:off x="2123778" y="2702430"/>
                    <a:ext cx="152285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l-GR" sz="1400" i="1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261" name="TextBox 260">
                    <a:extLst>
                      <a:ext uri="{FF2B5EF4-FFF2-40B4-BE49-F238E27FC236}">
                        <a16:creationId xmlns:a16="http://schemas.microsoft.com/office/drawing/2014/main" id="{E4925671-B3D1-06E6-6F59-66A86E0A8DD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23778" y="2702430"/>
                    <a:ext cx="152285" cy="21544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6000" r="-12000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TextBox 263">
                  <a:extLst>
                    <a:ext uri="{FF2B5EF4-FFF2-40B4-BE49-F238E27FC236}">
                      <a16:creationId xmlns:a16="http://schemas.microsoft.com/office/drawing/2014/main" id="{ECCFA316-DEF5-EA32-7308-51DE4291CC9E}"/>
                    </a:ext>
                  </a:extLst>
                </p:cNvPr>
                <p:cNvSpPr txBox="1"/>
                <p:nvPr/>
              </p:nvSpPr>
              <p:spPr>
                <a:xfrm>
                  <a:off x="2861996" y="3413324"/>
                  <a:ext cx="28642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64" name="TextBox 263">
                  <a:extLst>
                    <a:ext uri="{FF2B5EF4-FFF2-40B4-BE49-F238E27FC236}">
                      <a16:creationId xmlns:a16="http://schemas.microsoft.com/office/drawing/2014/main" id="{ECCFA316-DEF5-EA32-7308-51DE4291CC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1996" y="3413324"/>
                  <a:ext cx="286424" cy="215444"/>
                </a:xfrm>
                <a:prstGeom prst="rect">
                  <a:avLst/>
                </a:prstGeom>
                <a:blipFill>
                  <a:blip r:embed="rId27"/>
                  <a:stretch>
                    <a:fillRect l="-12766" b="-1714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5" name="TextBox 264">
                  <a:extLst>
                    <a:ext uri="{FF2B5EF4-FFF2-40B4-BE49-F238E27FC236}">
                      <a16:creationId xmlns:a16="http://schemas.microsoft.com/office/drawing/2014/main" id="{B6D4A628-BBB2-8DE1-4134-A46F60B9E8EF}"/>
                    </a:ext>
                  </a:extLst>
                </p:cNvPr>
                <p:cNvSpPr txBox="1"/>
                <p:nvPr/>
              </p:nvSpPr>
              <p:spPr>
                <a:xfrm rot="17019569">
                  <a:off x="2300756" y="4379678"/>
                  <a:ext cx="328488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𝐿𝑂𝐴</m:t>
                        </m:r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265" name="TextBox 264">
                  <a:extLst>
                    <a:ext uri="{FF2B5EF4-FFF2-40B4-BE49-F238E27FC236}">
                      <a16:creationId xmlns:a16="http://schemas.microsoft.com/office/drawing/2014/main" id="{B6D4A628-BBB2-8DE1-4134-A46F60B9E8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7019569">
                  <a:off x="2300756" y="4379678"/>
                  <a:ext cx="328488" cy="184666"/>
                </a:xfrm>
                <a:prstGeom prst="rect">
                  <a:avLst/>
                </a:prstGeom>
                <a:blipFill>
                  <a:blip r:embed="rId28"/>
                  <a:stretch>
                    <a:fillRect t="-4918" r="-6977" b="-819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93" name="Group 292">
              <a:extLst>
                <a:ext uri="{FF2B5EF4-FFF2-40B4-BE49-F238E27FC236}">
                  <a16:creationId xmlns:a16="http://schemas.microsoft.com/office/drawing/2014/main" id="{42CDB9CF-27E4-7307-0326-E8D3CA4745A8}"/>
                </a:ext>
              </a:extLst>
            </p:cNvPr>
            <p:cNvGrpSpPr/>
            <p:nvPr/>
          </p:nvGrpSpPr>
          <p:grpSpPr>
            <a:xfrm rot="222480">
              <a:off x="1968255" y="3191898"/>
              <a:ext cx="308144" cy="623787"/>
              <a:chOff x="2000564" y="3191869"/>
              <a:chExt cx="308144" cy="623787"/>
            </a:xfrm>
          </p:grpSpPr>
          <p:cxnSp>
            <p:nvCxnSpPr>
              <p:cNvPr id="272" name="Straight Arrow Connector 271">
                <a:extLst>
                  <a:ext uri="{FF2B5EF4-FFF2-40B4-BE49-F238E27FC236}">
                    <a16:creationId xmlns:a16="http://schemas.microsoft.com/office/drawing/2014/main" id="{3636B9E2-1D31-BFBA-7F8A-E387C82126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53184" y="3191869"/>
                <a:ext cx="155524" cy="62378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7" name="TextBox 276">
                    <a:extLst>
                      <a:ext uri="{FF2B5EF4-FFF2-40B4-BE49-F238E27FC236}">
                        <a16:creationId xmlns:a16="http://schemas.microsoft.com/office/drawing/2014/main" id="{6B376255-1F65-79BE-32F0-8854320B9E63}"/>
                      </a:ext>
                    </a:extLst>
                  </p:cNvPr>
                  <p:cNvSpPr txBox="1"/>
                  <p:nvPr/>
                </p:nvSpPr>
                <p:spPr>
                  <a:xfrm rot="17076563">
                    <a:off x="1935610" y="3331242"/>
                    <a:ext cx="345351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1400" i="1" smtClean="0">
                                  <a:latin typeface="Cambria Math" panose="020405030504060302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𝑟𝑒𝑙</m:t>
                              </m:r>
                            </m:sub>
                          </m:sSub>
                        </m:oMath>
                      </m:oMathPara>
                    </a14:m>
                    <a:endParaRPr lang="pt-BR" sz="1400" dirty="0"/>
                  </a:p>
                </p:txBody>
              </p:sp>
            </mc:Choice>
            <mc:Fallback xmlns="">
              <p:sp>
                <p:nvSpPr>
                  <p:cNvPr id="277" name="TextBox 276">
                    <a:extLst>
                      <a:ext uri="{FF2B5EF4-FFF2-40B4-BE49-F238E27FC236}">
                        <a16:creationId xmlns:a16="http://schemas.microsoft.com/office/drawing/2014/main" id="{6B376255-1F65-79BE-32F0-8854320B9E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7076563">
                    <a:off x="1935610" y="3331242"/>
                    <a:ext cx="345351" cy="215444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12245" b="-10769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94" name="Group 293">
              <a:extLst>
                <a:ext uri="{FF2B5EF4-FFF2-40B4-BE49-F238E27FC236}">
                  <a16:creationId xmlns:a16="http://schemas.microsoft.com/office/drawing/2014/main" id="{DB3F075B-F395-2150-0350-C9B9EB2236D5}"/>
                </a:ext>
              </a:extLst>
            </p:cNvPr>
            <p:cNvGrpSpPr/>
            <p:nvPr/>
          </p:nvGrpSpPr>
          <p:grpSpPr>
            <a:xfrm rot="152301">
              <a:off x="2246312" y="3330304"/>
              <a:ext cx="294612" cy="623787"/>
              <a:chOff x="2290096" y="3330304"/>
              <a:chExt cx="294612" cy="623787"/>
            </a:xfrm>
          </p:grpSpPr>
          <p:cxnSp>
            <p:nvCxnSpPr>
              <p:cNvPr id="280" name="Straight Arrow Connector 279">
                <a:extLst>
                  <a:ext uri="{FF2B5EF4-FFF2-40B4-BE49-F238E27FC236}">
                    <a16:creationId xmlns:a16="http://schemas.microsoft.com/office/drawing/2014/main" id="{714ECB3B-7383-49CA-C5FF-DF7D69964E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29184" y="3330304"/>
                <a:ext cx="155524" cy="62378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1" name="TextBox 280">
                    <a:extLst>
                      <a:ext uri="{FF2B5EF4-FFF2-40B4-BE49-F238E27FC236}">
                        <a16:creationId xmlns:a16="http://schemas.microsoft.com/office/drawing/2014/main" id="{DDAD5AFC-B03B-9A1C-A3F2-2E66A2C0A620}"/>
                      </a:ext>
                    </a:extLst>
                  </p:cNvPr>
                  <p:cNvSpPr txBox="1"/>
                  <p:nvPr/>
                </p:nvSpPr>
                <p:spPr>
                  <a:xfrm rot="17043925">
                    <a:off x="2222738" y="3486236"/>
                    <a:ext cx="350160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𝑟𝑒𝑙</m:t>
                              </m:r>
                            </m:sub>
                          </m:sSub>
                        </m:oMath>
                      </m:oMathPara>
                    </a14:m>
                    <a:endParaRPr lang="pt-BR" sz="1400" dirty="0"/>
                  </a:p>
                </p:txBody>
              </p:sp>
            </mc:Choice>
            <mc:Fallback xmlns="">
              <p:sp>
                <p:nvSpPr>
                  <p:cNvPr id="281" name="TextBox 280">
                    <a:extLst>
                      <a:ext uri="{FF2B5EF4-FFF2-40B4-BE49-F238E27FC236}">
                        <a16:creationId xmlns:a16="http://schemas.microsoft.com/office/drawing/2014/main" id="{DDAD5AFC-B03B-9A1C-A3F2-2E66A2C0A62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7043925">
                    <a:off x="2222738" y="3486236"/>
                    <a:ext cx="350160" cy="21544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r="-10204" b="-4615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95" name="Group 294">
              <a:extLst>
                <a:ext uri="{FF2B5EF4-FFF2-40B4-BE49-F238E27FC236}">
                  <a16:creationId xmlns:a16="http://schemas.microsoft.com/office/drawing/2014/main" id="{9505DB7E-41AA-DC75-D94D-A58FFC34C5BE}"/>
                </a:ext>
              </a:extLst>
            </p:cNvPr>
            <p:cNvGrpSpPr/>
            <p:nvPr/>
          </p:nvGrpSpPr>
          <p:grpSpPr>
            <a:xfrm rot="227353">
              <a:off x="1365550" y="3052138"/>
              <a:ext cx="571512" cy="352389"/>
              <a:chOff x="1388980" y="3059411"/>
              <a:chExt cx="571512" cy="352389"/>
            </a:xfrm>
          </p:grpSpPr>
          <p:cxnSp>
            <p:nvCxnSpPr>
              <p:cNvPr id="282" name="Straight Arrow Connector 281">
                <a:extLst>
                  <a:ext uri="{FF2B5EF4-FFF2-40B4-BE49-F238E27FC236}">
                    <a16:creationId xmlns:a16="http://schemas.microsoft.com/office/drawing/2014/main" id="{8D2C1798-E973-5879-3FDF-07954C151E5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388980" y="3226477"/>
                <a:ext cx="571512" cy="18532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3" name="TextBox 282">
                    <a:extLst>
                      <a:ext uri="{FF2B5EF4-FFF2-40B4-BE49-F238E27FC236}">
                        <a16:creationId xmlns:a16="http://schemas.microsoft.com/office/drawing/2014/main" id="{0ABD0234-0D81-796C-3B1B-AB0229EC4D60}"/>
                      </a:ext>
                    </a:extLst>
                  </p:cNvPr>
                  <p:cNvSpPr txBox="1"/>
                  <p:nvPr/>
                </p:nvSpPr>
                <p:spPr>
                  <a:xfrm rot="1105776">
                    <a:off x="1532376" y="3059411"/>
                    <a:ext cx="345351" cy="2154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1400" i="1">
                                  <a:latin typeface="Cambria Math" panose="02040503050406030204" pitchFamily="18" charset="0"/>
                                </a:rPr>
                                <m:t>ξ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𝑟𝑒𝑙</m:t>
                              </m:r>
                            </m:sub>
                          </m:sSub>
                        </m:oMath>
                      </m:oMathPara>
                    </a14:m>
                    <a:endParaRPr lang="pt-BR" sz="1400" dirty="0"/>
                  </a:p>
                </p:txBody>
              </p:sp>
            </mc:Choice>
            <mc:Fallback xmlns="">
              <p:sp>
                <p:nvSpPr>
                  <p:cNvPr id="283" name="TextBox 282">
                    <a:extLst>
                      <a:ext uri="{FF2B5EF4-FFF2-40B4-BE49-F238E27FC236}">
                        <a16:creationId xmlns:a16="http://schemas.microsoft.com/office/drawing/2014/main" id="{0ABD0234-0D81-796C-3B1B-AB0229EC4D6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105776">
                    <a:off x="1532376" y="3059411"/>
                    <a:ext cx="345351" cy="21544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5152" t="-1887" b="-7547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84E09E70-8F2F-F5A4-10F8-A84B6C6251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81149" y="3717484"/>
              <a:ext cx="86596" cy="374667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8" name="TextBox 287">
                  <a:extLst>
                    <a:ext uri="{FF2B5EF4-FFF2-40B4-BE49-F238E27FC236}">
                      <a16:creationId xmlns:a16="http://schemas.microsoft.com/office/drawing/2014/main" id="{5211D8FC-B025-B502-51F9-9D21EFB03684}"/>
                    </a:ext>
                  </a:extLst>
                </p:cNvPr>
                <p:cNvSpPr txBox="1"/>
                <p:nvPr/>
              </p:nvSpPr>
              <p:spPr>
                <a:xfrm>
                  <a:off x="3033044" y="3824152"/>
                  <a:ext cx="144270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sz="1400" i="1" smtClean="0">
                            <a:latin typeface="Cambria Math" panose="02040503050406030204" pitchFamily="18" charset="0"/>
                          </a:rPr>
                          <m:t>δ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88" name="TextBox 287">
                  <a:extLst>
                    <a:ext uri="{FF2B5EF4-FFF2-40B4-BE49-F238E27FC236}">
                      <a16:creationId xmlns:a16="http://schemas.microsoft.com/office/drawing/2014/main" id="{5211D8FC-B025-B502-51F9-9D21EFB036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3044" y="3824152"/>
                  <a:ext cx="144270" cy="215444"/>
                </a:xfrm>
                <a:prstGeom prst="rect">
                  <a:avLst/>
                </a:prstGeom>
                <a:blipFill>
                  <a:blip r:embed="rId29"/>
                  <a:stretch>
                    <a:fillRect l="-30435" r="-26087" b="-8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12" name="Group 311">
              <a:extLst>
                <a:ext uri="{FF2B5EF4-FFF2-40B4-BE49-F238E27FC236}">
                  <a16:creationId xmlns:a16="http://schemas.microsoft.com/office/drawing/2014/main" id="{4044BE47-C06D-D7A6-B9AC-F07F3145FE97}"/>
                </a:ext>
              </a:extLst>
            </p:cNvPr>
            <p:cNvGrpSpPr/>
            <p:nvPr/>
          </p:nvGrpSpPr>
          <p:grpSpPr>
            <a:xfrm>
              <a:off x="155650" y="4083675"/>
              <a:ext cx="2377056" cy="2518392"/>
              <a:chOff x="155650" y="4083675"/>
              <a:chExt cx="2377056" cy="2518392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27CFEED-A137-506B-B084-227736BFE881}"/>
                  </a:ext>
                </a:extLst>
              </p:cNvPr>
              <p:cNvSpPr/>
              <p:nvPr/>
            </p:nvSpPr>
            <p:spPr>
              <a:xfrm>
                <a:off x="991758" y="4269486"/>
                <a:ext cx="1440000" cy="144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3D4075CE-EB36-FAF5-30B5-31584B8911DB}"/>
                  </a:ext>
                </a:extLst>
              </p:cNvPr>
              <p:cNvGrpSpPr/>
              <p:nvPr/>
            </p:nvGrpSpPr>
            <p:grpSpPr>
              <a:xfrm rot="10800000">
                <a:off x="155650" y="4712835"/>
                <a:ext cx="1564242" cy="507677"/>
                <a:chOff x="3393009" y="2411648"/>
                <a:chExt cx="1795377" cy="577342"/>
              </a:xfrm>
            </p:grpSpPr>
            <p:grpSp>
              <p:nvGrpSpPr>
                <p:cNvPr id="136" name="Group 135">
                  <a:extLst>
                    <a:ext uri="{FF2B5EF4-FFF2-40B4-BE49-F238E27FC236}">
                      <a16:creationId xmlns:a16="http://schemas.microsoft.com/office/drawing/2014/main" id="{73CBB944-5C61-7B4A-1FAF-772D2354B989}"/>
                    </a:ext>
                  </a:extLst>
                </p:cNvPr>
                <p:cNvGrpSpPr/>
                <p:nvPr/>
              </p:nvGrpSpPr>
              <p:grpSpPr>
                <a:xfrm>
                  <a:off x="4312595" y="2448037"/>
                  <a:ext cx="523809" cy="456431"/>
                  <a:chOff x="6417749" y="2353562"/>
                  <a:chExt cx="713448" cy="556303"/>
                </a:xfrm>
              </p:grpSpPr>
              <p:sp>
                <p:nvSpPr>
                  <p:cNvPr id="146" name="Rectangle 145">
                    <a:extLst>
                      <a:ext uri="{FF2B5EF4-FFF2-40B4-BE49-F238E27FC236}">
                        <a16:creationId xmlns:a16="http://schemas.microsoft.com/office/drawing/2014/main" id="{DB87E23C-9088-0D51-2B31-6CD60FE38BFC}"/>
                      </a:ext>
                    </a:extLst>
                  </p:cNvPr>
                  <p:cNvSpPr/>
                  <p:nvPr/>
                </p:nvSpPr>
                <p:spPr>
                  <a:xfrm>
                    <a:off x="6434493" y="2353562"/>
                    <a:ext cx="682626" cy="556303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grpSp>
                <p:nvGrpSpPr>
                  <p:cNvPr id="147" name="Group 146">
                    <a:extLst>
                      <a:ext uri="{FF2B5EF4-FFF2-40B4-BE49-F238E27FC236}">
                        <a16:creationId xmlns:a16="http://schemas.microsoft.com/office/drawing/2014/main" id="{AADDB5C9-ADCB-B5A5-7B07-2C17429A0A54}"/>
                      </a:ext>
                    </a:extLst>
                  </p:cNvPr>
                  <p:cNvGrpSpPr/>
                  <p:nvPr/>
                </p:nvGrpSpPr>
                <p:grpSpPr>
                  <a:xfrm>
                    <a:off x="6417749" y="2385872"/>
                    <a:ext cx="713448" cy="486942"/>
                    <a:chOff x="5886500" y="4441099"/>
                    <a:chExt cx="713448" cy="486942"/>
                  </a:xfrm>
                </p:grpSpPr>
                <p:cxnSp>
                  <p:nvCxnSpPr>
                    <p:cNvPr id="148" name="Straight Connector 147">
                      <a:extLst>
                        <a:ext uri="{FF2B5EF4-FFF2-40B4-BE49-F238E27FC236}">
                          <a16:creationId xmlns:a16="http://schemas.microsoft.com/office/drawing/2014/main" id="{19F650C8-908C-203C-CE42-533F6C7E341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974814" y="4441099"/>
                      <a:ext cx="164049" cy="48000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9" name="Straight Connector 148">
                      <a:extLst>
                        <a:ext uri="{FF2B5EF4-FFF2-40B4-BE49-F238E27FC236}">
                          <a16:creationId xmlns:a16="http://schemas.microsoft.com/office/drawing/2014/main" id="{84BD6CC8-B829-0AF0-42FD-A9E93C87227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6138863" y="4448038"/>
                      <a:ext cx="187287" cy="48000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0" name="Straight Connector 149">
                      <a:extLst>
                        <a:ext uri="{FF2B5EF4-FFF2-40B4-BE49-F238E27FC236}">
                          <a16:creationId xmlns:a16="http://schemas.microsoft.com/office/drawing/2014/main" id="{5021D1E8-FC47-FAD8-0816-C75E49F38C2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4949640" flipH="1" flipV="1">
                      <a:off x="6411879" y="4737372"/>
                      <a:ext cx="253496" cy="12264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1" name="Straight Connector 150">
                      <a:extLst>
                        <a:ext uri="{FF2B5EF4-FFF2-40B4-BE49-F238E27FC236}">
                          <a16:creationId xmlns:a16="http://schemas.microsoft.com/office/drawing/2014/main" id="{D9C43C41-BA7B-0349-6720-EB990C7DA1F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4949640" flipH="1" flipV="1">
                      <a:off x="5814673" y="4518719"/>
                      <a:ext cx="248659" cy="10500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2" name="Straight Connector 151">
                      <a:extLst>
                        <a:ext uri="{FF2B5EF4-FFF2-40B4-BE49-F238E27FC236}">
                          <a16:creationId xmlns:a16="http://schemas.microsoft.com/office/drawing/2014/main" id="{E39E956A-CEB4-E850-4970-5CB84AF7DCC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326150" y="4448038"/>
                      <a:ext cx="164049" cy="48000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37" name="Straight Connector 136">
                  <a:extLst>
                    <a:ext uri="{FF2B5EF4-FFF2-40B4-BE49-F238E27FC236}">
                      <a16:creationId xmlns:a16="http://schemas.microsoft.com/office/drawing/2014/main" id="{96EF6949-BA93-1C1C-E772-DA33901389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93009" y="2671460"/>
                  <a:ext cx="928184" cy="479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B589C1B4-B365-5D15-0CD8-E125925F7F21}"/>
                    </a:ext>
                  </a:extLst>
                </p:cNvPr>
                <p:cNvGrpSpPr/>
                <p:nvPr/>
              </p:nvGrpSpPr>
              <p:grpSpPr>
                <a:xfrm>
                  <a:off x="4813416" y="2411648"/>
                  <a:ext cx="374970" cy="577342"/>
                  <a:chOff x="4813416" y="2411648"/>
                  <a:chExt cx="374970" cy="577342"/>
                </a:xfrm>
              </p:grpSpPr>
              <p:cxnSp>
                <p:nvCxnSpPr>
                  <p:cNvPr id="139" name="Straight Connector 138">
                    <a:extLst>
                      <a:ext uri="{FF2B5EF4-FFF2-40B4-BE49-F238E27FC236}">
                        <a16:creationId xmlns:a16="http://schemas.microsoft.com/office/drawing/2014/main" id="{03287549-D0C0-E3F6-985A-2E09FEDFFC9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13416" y="2666938"/>
                    <a:ext cx="260452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0" name="Straight Connector 139">
                    <a:extLst>
                      <a:ext uri="{FF2B5EF4-FFF2-40B4-BE49-F238E27FC236}">
                        <a16:creationId xmlns:a16="http://schemas.microsoft.com/office/drawing/2014/main" id="{69678464-E2DE-18C9-6F43-A1AEAEF6F16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73868" y="2411648"/>
                    <a:ext cx="0" cy="51058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1" name="Straight Connector 140">
                    <a:extLst>
                      <a:ext uri="{FF2B5EF4-FFF2-40B4-BE49-F238E27FC236}">
                        <a16:creationId xmlns:a16="http://schemas.microsoft.com/office/drawing/2014/main" id="{519E5A95-047B-AC3C-7BD2-8031D0F6EB5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73868" y="242599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2" name="Straight Connector 141">
                    <a:extLst>
                      <a:ext uri="{FF2B5EF4-FFF2-40B4-BE49-F238E27FC236}">
                        <a16:creationId xmlns:a16="http://schemas.microsoft.com/office/drawing/2014/main" id="{0C6713EF-CF00-9A99-BA3F-9F4F120CB8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67518" y="254664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3" name="Straight Connector 142">
                    <a:extLst>
                      <a:ext uri="{FF2B5EF4-FFF2-40B4-BE49-F238E27FC236}">
                        <a16:creationId xmlns:a16="http://schemas.microsoft.com/office/drawing/2014/main" id="{9C3F1606-C890-248C-1974-78ACEF9ADAB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73868" y="267999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" name="Straight Connector 143">
                    <a:extLst>
                      <a:ext uri="{FF2B5EF4-FFF2-40B4-BE49-F238E27FC236}">
                        <a16:creationId xmlns:a16="http://schemas.microsoft.com/office/drawing/2014/main" id="{368C6B9C-B663-0947-0903-455C55536C7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80218" y="279429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" name="Straight Connector 144">
                    <a:extLst>
                      <a:ext uri="{FF2B5EF4-FFF2-40B4-BE49-F238E27FC236}">
                        <a16:creationId xmlns:a16="http://schemas.microsoft.com/office/drawing/2014/main" id="{215CF621-1AC4-A066-D7CE-F8A18DCE8A7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67518" y="290224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53" name="Group 152">
                <a:extLst>
                  <a:ext uri="{FF2B5EF4-FFF2-40B4-BE49-F238E27FC236}">
                    <a16:creationId xmlns:a16="http://schemas.microsoft.com/office/drawing/2014/main" id="{AE911675-5394-DDF9-013C-3BD7F644796C}"/>
                  </a:ext>
                </a:extLst>
              </p:cNvPr>
              <p:cNvGrpSpPr/>
              <p:nvPr/>
            </p:nvGrpSpPr>
            <p:grpSpPr>
              <a:xfrm rot="5400000">
                <a:off x="890812" y="5539507"/>
                <a:ext cx="1622104" cy="503016"/>
                <a:chOff x="3343691" y="2411648"/>
                <a:chExt cx="1844695" cy="577342"/>
              </a:xfrm>
            </p:grpSpPr>
            <p:grpSp>
              <p:nvGrpSpPr>
                <p:cNvPr id="154" name="Group 153">
                  <a:extLst>
                    <a:ext uri="{FF2B5EF4-FFF2-40B4-BE49-F238E27FC236}">
                      <a16:creationId xmlns:a16="http://schemas.microsoft.com/office/drawing/2014/main" id="{9A664C73-E4C0-B11B-DE1E-FE1C88FA6EAC}"/>
                    </a:ext>
                  </a:extLst>
                </p:cNvPr>
                <p:cNvGrpSpPr/>
                <p:nvPr/>
              </p:nvGrpSpPr>
              <p:grpSpPr>
                <a:xfrm>
                  <a:off x="4312595" y="2448037"/>
                  <a:ext cx="523809" cy="456431"/>
                  <a:chOff x="6417749" y="2353562"/>
                  <a:chExt cx="713448" cy="556303"/>
                </a:xfrm>
              </p:grpSpPr>
              <p:sp>
                <p:nvSpPr>
                  <p:cNvPr id="164" name="Rectangle 163">
                    <a:extLst>
                      <a:ext uri="{FF2B5EF4-FFF2-40B4-BE49-F238E27FC236}">
                        <a16:creationId xmlns:a16="http://schemas.microsoft.com/office/drawing/2014/main" id="{BACB03AA-9BDC-98F0-C2FD-543BB8064807}"/>
                      </a:ext>
                    </a:extLst>
                  </p:cNvPr>
                  <p:cNvSpPr/>
                  <p:nvPr/>
                </p:nvSpPr>
                <p:spPr>
                  <a:xfrm>
                    <a:off x="6434493" y="2353562"/>
                    <a:ext cx="682626" cy="556303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grpSp>
                <p:nvGrpSpPr>
                  <p:cNvPr id="165" name="Group 164">
                    <a:extLst>
                      <a:ext uri="{FF2B5EF4-FFF2-40B4-BE49-F238E27FC236}">
                        <a16:creationId xmlns:a16="http://schemas.microsoft.com/office/drawing/2014/main" id="{182F44C4-CE61-06DE-F3DD-9C9492D6AB2B}"/>
                      </a:ext>
                    </a:extLst>
                  </p:cNvPr>
                  <p:cNvGrpSpPr/>
                  <p:nvPr/>
                </p:nvGrpSpPr>
                <p:grpSpPr>
                  <a:xfrm>
                    <a:off x="6417749" y="2385872"/>
                    <a:ext cx="713448" cy="486942"/>
                    <a:chOff x="5886500" y="4441099"/>
                    <a:chExt cx="713448" cy="486942"/>
                  </a:xfrm>
                </p:grpSpPr>
                <p:cxnSp>
                  <p:nvCxnSpPr>
                    <p:cNvPr id="166" name="Straight Connector 165">
                      <a:extLst>
                        <a:ext uri="{FF2B5EF4-FFF2-40B4-BE49-F238E27FC236}">
                          <a16:creationId xmlns:a16="http://schemas.microsoft.com/office/drawing/2014/main" id="{C6F866AB-9B24-ACCA-03E4-CD970606972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974814" y="4441099"/>
                      <a:ext cx="164049" cy="48000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7" name="Straight Connector 166">
                      <a:extLst>
                        <a:ext uri="{FF2B5EF4-FFF2-40B4-BE49-F238E27FC236}">
                          <a16:creationId xmlns:a16="http://schemas.microsoft.com/office/drawing/2014/main" id="{C9AEC7A0-5D59-C8DE-B953-23B054C3E29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6138863" y="4448038"/>
                      <a:ext cx="187287" cy="48000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8" name="Straight Connector 167">
                      <a:extLst>
                        <a:ext uri="{FF2B5EF4-FFF2-40B4-BE49-F238E27FC236}">
                          <a16:creationId xmlns:a16="http://schemas.microsoft.com/office/drawing/2014/main" id="{1FC54524-6619-B44A-1793-533E48CB96C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4949640" flipH="1" flipV="1">
                      <a:off x="6411879" y="4737372"/>
                      <a:ext cx="253496" cy="12264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9" name="Straight Connector 168">
                      <a:extLst>
                        <a:ext uri="{FF2B5EF4-FFF2-40B4-BE49-F238E27FC236}">
                          <a16:creationId xmlns:a16="http://schemas.microsoft.com/office/drawing/2014/main" id="{4639079B-119D-833B-7D30-7ED55DF78E1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4949640" flipH="1" flipV="1">
                      <a:off x="5814673" y="4518719"/>
                      <a:ext cx="248659" cy="10500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0" name="Straight Connector 169">
                      <a:extLst>
                        <a:ext uri="{FF2B5EF4-FFF2-40B4-BE49-F238E27FC236}">
                          <a16:creationId xmlns:a16="http://schemas.microsoft.com/office/drawing/2014/main" id="{481E3FFE-944A-01C9-B788-2A50E1F436F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326150" y="4448038"/>
                      <a:ext cx="164049" cy="48000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55" name="Straight Connector 154">
                  <a:extLst>
                    <a:ext uri="{FF2B5EF4-FFF2-40B4-BE49-F238E27FC236}">
                      <a16:creationId xmlns:a16="http://schemas.microsoft.com/office/drawing/2014/main" id="{BA497A4D-3A67-D0C3-0ED5-50D5C4822F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3826631" y="2188520"/>
                  <a:ext cx="11621" cy="97750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56" name="Group 155">
                  <a:extLst>
                    <a:ext uri="{FF2B5EF4-FFF2-40B4-BE49-F238E27FC236}">
                      <a16:creationId xmlns:a16="http://schemas.microsoft.com/office/drawing/2014/main" id="{C0C307F8-AD57-42EB-6B3E-71F92CC6FE18}"/>
                    </a:ext>
                  </a:extLst>
                </p:cNvPr>
                <p:cNvGrpSpPr/>
                <p:nvPr/>
              </p:nvGrpSpPr>
              <p:grpSpPr>
                <a:xfrm>
                  <a:off x="4813416" y="2411648"/>
                  <a:ext cx="374970" cy="577342"/>
                  <a:chOff x="4813416" y="2411648"/>
                  <a:chExt cx="374970" cy="577342"/>
                </a:xfrm>
              </p:grpSpPr>
              <p:cxnSp>
                <p:nvCxnSpPr>
                  <p:cNvPr id="157" name="Straight Connector 156">
                    <a:extLst>
                      <a:ext uri="{FF2B5EF4-FFF2-40B4-BE49-F238E27FC236}">
                        <a16:creationId xmlns:a16="http://schemas.microsoft.com/office/drawing/2014/main" id="{EC73E035-4A92-F8B9-16F7-79A2BFD5C7C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13416" y="2666938"/>
                    <a:ext cx="260452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" name="Straight Connector 157">
                    <a:extLst>
                      <a:ext uri="{FF2B5EF4-FFF2-40B4-BE49-F238E27FC236}">
                        <a16:creationId xmlns:a16="http://schemas.microsoft.com/office/drawing/2014/main" id="{927C266B-4E02-7886-D69B-F4BA66BA46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73868" y="2411648"/>
                    <a:ext cx="0" cy="51058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9" name="Straight Connector 158">
                    <a:extLst>
                      <a:ext uri="{FF2B5EF4-FFF2-40B4-BE49-F238E27FC236}">
                        <a16:creationId xmlns:a16="http://schemas.microsoft.com/office/drawing/2014/main" id="{0EA0C199-254D-FC80-4CFF-0A487248CE5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73868" y="242599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0" name="Straight Connector 159">
                    <a:extLst>
                      <a:ext uri="{FF2B5EF4-FFF2-40B4-BE49-F238E27FC236}">
                        <a16:creationId xmlns:a16="http://schemas.microsoft.com/office/drawing/2014/main" id="{68DDB1A9-8DCA-F2C4-4ADB-D643EE8833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67518" y="254664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1" name="Straight Connector 160">
                    <a:extLst>
                      <a:ext uri="{FF2B5EF4-FFF2-40B4-BE49-F238E27FC236}">
                        <a16:creationId xmlns:a16="http://schemas.microsoft.com/office/drawing/2014/main" id="{165A0E5E-7772-2AEC-0A4B-D79D72CF4EB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73868" y="267999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Straight Connector 161">
                    <a:extLst>
                      <a:ext uri="{FF2B5EF4-FFF2-40B4-BE49-F238E27FC236}">
                        <a16:creationId xmlns:a16="http://schemas.microsoft.com/office/drawing/2014/main" id="{47D3C5EE-CA01-ED8B-DD25-A97D2134D69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80218" y="279429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3" name="Straight Connector 162">
                    <a:extLst>
                      <a:ext uri="{FF2B5EF4-FFF2-40B4-BE49-F238E27FC236}">
                        <a16:creationId xmlns:a16="http://schemas.microsoft.com/office/drawing/2014/main" id="{7A3B1D86-CB5F-6030-601D-CBF99B2D486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67518" y="290224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8" name="Group 207">
                <a:extLst>
                  <a:ext uri="{FF2B5EF4-FFF2-40B4-BE49-F238E27FC236}">
                    <a16:creationId xmlns:a16="http://schemas.microsoft.com/office/drawing/2014/main" id="{68D8F69E-0676-CB8E-0E2F-ECFBB21BBEF1}"/>
                  </a:ext>
                </a:extLst>
              </p:cNvPr>
              <p:cNvGrpSpPr/>
              <p:nvPr/>
            </p:nvGrpSpPr>
            <p:grpSpPr>
              <a:xfrm>
                <a:off x="532559" y="5300847"/>
                <a:ext cx="362684" cy="277461"/>
                <a:chOff x="532559" y="5319897"/>
                <a:chExt cx="362684" cy="27746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5" name="TextBox 194">
                      <a:extLst>
                        <a:ext uri="{FF2B5EF4-FFF2-40B4-BE49-F238E27FC236}">
                          <a16:creationId xmlns:a16="http://schemas.microsoft.com/office/drawing/2014/main" id="{39F2F621-F238-5B91-3C87-972E0909E08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7834" y="5381914"/>
                      <a:ext cx="222753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pt-BR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pt-BR" dirty="0"/>
                    </a:p>
                  </p:txBody>
                </p:sp>
              </mc:Choice>
              <mc:Fallback xmlns="">
                <p:sp>
                  <p:nvSpPr>
                    <p:cNvPr id="195" name="TextBox 194">
                      <a:extLst>
                        <a:ext uri="{FF2B5EF4-FFF2-40B4-BE49-F238E27FC236}">
                          <a16:creationId xmlns:a16="http://schemas.microsoft.com/office/drawing/2014/main" id="{39F2F621-F238-5B91-3C87-972E0909E08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7834" y="5381914"/>
                      <a:ext cx="222753" cy="215444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l="-11111" r="-2778" b="-171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04" name="Straight Arrow Connector 203">
                  <a:extLst>
                    <a:ext uri="{FF2B5EF4-FFF2-40B4-BE49-F238E27FC236}">
                      <a16:creationId xmlns:a16="http://schemas.microsoft.com/office/drawing/2014/main" id="{8ED54B0B-8D7C-32AE-000D-ACA81464E6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5243" y="5419179"/>
                  <a:ext cx="36000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Straight Connector 206">
                  <a:extLst>
                    <a:ext uri="{FF2B5EF4-FFF2-40B4-BE49-F238E27FC236}">
                      <a16:creationId xmlns:a16="http://schemas.microsoft.com/office/drawing/2014/main" id="{F96D3336-E42D-CB4D-5E50-7E4F81AB1AC9}"/>
                    </a:ext>
                  </a:extLst>
                </p:cNvPr>
                <p:cNvCxnSpPr/>
                <p:nvPr/>
              </p:nvCxnSpPr>
              <p:spPr>
                <a:xfrm>
                  <a:off x="532559" y="5319897"/>
                  <a:ext cx="0" cy="18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3" name="Group 212">
                <a:extLst>
                  <a:ext uri="{FF2B5EF4-FFF2-40B4-BE49-F238E27FC236}">
                    <a16:creationId xmlns:a16="http://schemas.microsoft.com/office/drawing/2014/main" id="{3011F55A-CC3A-F0FC-37B2-05D3B13469D8}"/>
                  </a:ext>
                </a:extLst>
              </p:cNvPr>
              <p:cNvGrpSpPr/>
              <p:nvPr/>
            </p:nvGrpSpPr>
            <p:grpSpPr>
              <a:xfrm rot="16200000">
                <a:off x="1087495" y="5859336"/>
                <a:ext cx="362684" cy="338757"/>
                <a:chOff x="532559" y="5319897"/>
                <a:chExt cx="362684" cy="33875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4" name="TextBox 213">
                      <a:extLst>
                        <a:ext uri="{FF2B5EF4-FFF2-40B4-BE49-F238E27FC236}">
                          <a16:creationId xmlns:a16="http://schemas.microsoft.com/office/drawing/2014/main" id="{2109B304-11EA-BC57-0A82-BF316FEEDD75}"/>
                        </a:ext>
                      </a:extLst>
                    </p:cNvPr>
                    <p:cNvSpPr txBox="1"/>
                    <p:nvPr/>
                  </p:nvSpPr>
                  <p:spPr>
                    <a:xfrm rot="5400000">
                      <a:off x="634100" y="5439011"/>
                      <a:ext cx="223843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pt-BR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pt-BR" dirty="0"/>
                    </a:p>
                  </p:txBody>
                </p:sp>
              </mc:Choice>
              <mc:Fallback xmlns="">
                <p:sp>
                  <p:nvSpPr>
                    <p:cNvPr id="214" name="TextBox 213">
                      <a:extLst>
                        <a:ext uri="{FF2B5EF4-FFF2-40B4-BE49-F238E27FC236}">
                          <a16:creationId xmlns:a16="http://schemas.microsoft.com/office/drawing/2014/main" id="{2109B304-11EA-BC57-0A82-BF316FEEDD7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5400000">
                      <a:off x="634100" y="5439011"/>
                      <a:ext cx="223843" cy="215444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l="-16216" b="-2857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15" name="Straight Arrow Connector 214">
                  <a:extLst>
                    <a:ext uri="{FF2B5EF4-FFF2-40B4-BE49-F238E27FC236}">
                      <a16:creationId xmlns:a16="http://schemas.microsoft.com/office/drawing/2014/main" id="{9FFE1FA9-1DAA-33A1-DBBF-EE976A76F4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5243" y="5419179"/>
                  <a:ext cx="36000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>
                  <a:extLst>
                    <a:ext uri="{FF2B5EF4-FFF2-40B4-BE49-F238E27FC236}">
                      <a16:creationId xmlns:a16="http://schemas.microsoft.com/office/drawing/2014/main" id="{A90730AC-5991-A8D4-EB60-07E382E2C84F}"/>
                    </a:ext>
                  </a:extLst>
                </p:cNvPr>
                <p:cNvCxnSpPr/>
                <p:nvPr/>
              </p:nvCxnSpPr>
              <p:spPr>
                <a:xfrm>
                  <a:off x="532559" y="5319897"/>
                  <a:ext cx="0" cy="18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8" name="TextBox 217">
                    <a:extLst>
                      <a:ext uri="{FF2B5EF4-FFF2-40B4-BE49-F238E27FC236}">
                        <a16:creationId xmlns:a16="http://schemas.microsoft.com/office/drawing/2014/main" id="{85073D23-6A1D-A005-28BA-B37384188F85}"/>
                      </a:ext>
                    </a:extLst>
                  </p:cNvPr>
                  <p:cNvSpPr txBox="1"/>
                  <p:nvPr/>
                </p:nvSpPr>
                <p:spPr>
                  <a:xfrm>
                    <a:off x="597957" y="4541723"/>
                    <a:ext cx="180178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218" name="TextBox 217">
                    <a:extLst>
                      <a:ext uri="{FF2B5EF4-FFF2-40B4-BE49-F238E27FC236}">
                        <a16:creationId xmlns:a16="http://schemas.microsoft.com/office/drawing/2014/main" id="{85073D23-6A1D-A005-28BA-B37384188F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7957" y="4541723"/>
                    <a:ext cx="180178" cy="215444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20000" r="-13333" b="-8571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BF1DFE7D-3927-7887-F028-3EB78594E14E}"/>
                      </a:ext>
                    </a:extLst>
                  </p:cNvPr>
                  <p:cNvSpPr txBox="1"/>
                  <p:nvPr/>
                </p:nvSpPr>
                <p:spPr>
                  <a:xfrm>
                    <a:off x="1931812" y="5934960"/>
                    <a:ext cx="180178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oMath>
                      </m:oMathPara>
                    </a14:m>
                    <a:endParaRPr lang="pt-BR" sz="1400" dirty="0"/>
                  </a:p>
                </p:txBody>
              </p:sp>
            </mc:Choice>
            <mc:Fallback xmlns=""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BF1DFE7D-3927-7887-F028-3EB78594E1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31812" y="5934960"/>
                    <a:ext cx="180178" cy="215444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20690" r="-17241" b="-8571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44" name="Group 243">
                <a:extLst>
                  <a:ext uri="{FF2B5EF4-FFF2-40B4-BE49-F238E27FC236}">
                    <a16:creationId xmlns:a16="http://schemas.microsoft.com/office/drawing/2014/main" id="{191E39FF-BE2C-7844-4B78-5847E83972CA}"/>
                  </a:ext>
                </a:extLst>
              </p:cNvPr>
              <p:cNvGrpSpPr/>
              <p:nvPr/>
            </p:nvGrpSpPr>
            <p:grpSpPr>
              <a:xfrm>
                <a:off x="839214" y="4083675"/>
                <a:ext cx="1693492" cy="1623789"/>
                <a:chOff x="818866" y="4100806"/>
                <a:chExt cx="1693492" cy="1623789"/>
              </a:xfrm>
            </p:grpSpPr>
            <p:grpSp>
              <p:nvGrpSpPr>
                <p:cNvPr id="245" name="Group 244">
                  <a:extLst>
                    <a:ext uri="{FF2B5EF4-FFF2-40B4-BE49-F238E27FC236}">
                      <a16:creationId xmlns:a16="http://schemas.microsoft.com/office/drawing/2014/main" id="{E476C297-8900-CF45-C8EF-B710FA7330BA}"/>
                    </a:ext>
                  </a:extLst>
                </p:cNvPr>
                <p:cNvGrpSpPr/>
                <p:nvPr/>
              </p:nvGrpSpPr>
              <p:grpSpPr>
                <a:xfrm rot="18288061">
                  <a:off x="892358" y="4104595"/>
                  <a:ext cx="1620000" cy="1620000"/>
                  <a:chOff x="7534275" y="3213300"/>
                  <a:chExt cx="1440000" cy="1440000"/>
                </a:xfrm>
              </p:grpSpPr>
              <p:sp>
                <p:nvSpPr>
                  <p:cNvPr id="247" name="Arc 246">
                    <a:extLst>
                      <a:ext uri="{FF2B5EF4-FFF2-40B4-BE49-F238E27FC236}">
                        <a16:creationId xmlns:a16="http://schemas.microsoft.com/office/drawing/2014/main" id="{CA1FB6EC-EC43-FD39-2EF2-FA9FF5B159AE}"/>
                      </a:ext>
                    </a:extLst>
                  </p:cNvPr>
                  <p:cNvSpPr/>
                  <p:nvPr/>
                </p:nvSpPr>
                <p:spPr>
                  <a:xfrm>
                    <a:off x="7534275" y="3213300"/>
                    <a:ext cx="1440000" cy="1440000"/>
                  </a:xfrm>
                  <a:prstGeom prst="arc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 dirty="0"/>
                  </a:p>
                </p:txBody>
              </p:sp>
              <p:cxnSp>
                <p:nvCxnSpPr>
                  <p:cNvPr id="248" name="Straight Arrow Connector 247">
                    <a:extLst>
                      <a:ext uri="{FF2B5EF4-FFF2-40B4-BE49-F238E27FC236}">
                        <a16:creationId xmlns:a16="http://schemas.microsoft.com/office/drawing/2014/main" id="{C7A629E5-5119-C82E-9F03-3C642696AE2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187600" y="3213300"/>
                    <a:ext cx="66675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6" name="TextBox 245">
                      <a:extLst>
                        <a:ext uri="{FF2B5EF4-FFF2-40B4-BE49-F238E27FC236}">
                          <a16:creationId xmlns:a16="http://schemas.microsoft.com/office/drawing/2014/main" id="{9397FFAC-6B28-4163-A3D0-4D5A1AB2350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18866" y="4100806"/>
                      <a:ext cx="22608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l-GR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sz="1400" i="1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pt-BR" dirty="0"/>
                    </a:p>
                  </p:txBody>
                </p:sp>
              </mc:Choice>
              <mc:Fallback xmlns="">
                <p:sp>
                  <p:nvSpPr>
                    <p:cNvPr id="246" name="TextBox 245">
                      <a:extLst>
                        <a:ext uri="{FF2B5EF4-FFF2-40B4-BE49-F238E27FC236}">
                          <a16:creationId xmlns:a16="http://schemas.microsoft.com/office/drawing/2014/main" id="{9397FFAC-6B28-4163-A3D0-4D5A1AB2350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18866" y="4100806"/>
                      <a:ext cx="226088" cy="215444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l="-18919" r="-2703" b="-171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297" name="Straight Connector 296">
                <a:extLst>
                  <a:ext uri="{FF2B5EF4-FFF2-40B4-BE49-F238E27FC236}">
                    <a16:creationId xmlns:a16="http://schemas.microsoft.com/office/drawing/2014/main" id="{3E690D52-F132-6A33-0161-444CBE61EC70}"/>
                  </a:ext>
                </a:extLst>
              </p:cNvPr>
              <p:cNvCxnSpPr>
                <a:cxnSpLocks/>
                <a:endCxn id="10" idx="6"/>
              </p:cNvCxnSpPr>
              <p:nvPr/>
            </p:nvCxnSpPr>
            <p:spPr>
              <a:xfrm flipV="1">
                <a:off x="1707357" y="4989486"/>
                <a:ext cx="720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3" name="TextBox 302">
                    <a:extLst>
                      <a:ext uri="{FF2B5EF4-FFF2-40B4-BE49-F238E27FC236}">
                        <a16:creationId xmlns:a16="http://schemas.microsoft.com/office/drawing/2014/main" id="{550A90E9-45BC-F7CC-31D5-B71874BD87A5}"/>
                      </a:ext>
                    </a:extLst>
                  </p:cNvPr>
                  <p:cNvSpPr txBox="1"/>
                  <p:nvPr/>
                </p:nvSpPr>
                <p:spPr>
                  <a:xfrm>
                    <a:off x="1993450" y="4725561"/>
                    <a:ext cx="239040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l-G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303" name="TextBox 302">
                    <a:extLst>
                      <a:ext uri="{FF2B5EF4-FFF2-40B4-BE49-F238E27FC236}">
                        <a16:creationId xmlns:a16="http://schemas.microsoft.com/office/drawing/2014/main" id="{550A90E9-45BC-F7CC-31D5-B71874BD87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3450" y="4725561"/>
                    <a:ext cx="239040" cy="215444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15385" r="-2564" b="-13889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11" name="Group 310">
              <a:extLst>
                <a:ext uri="{FF2B5EF4-FFF2-40B4-BE49-F238E27FC236}">
                  <a16:creationId xmlns:a16="http://schemas.microsoft.com/office/drawing/2014/main" id="{92158173-77E2-BC92-8D03-F4BD3B1443DB}"/>
                </a:ext>
              </a:extLst>
            </p:cNvPr>
            <p:cNvGrpSpPr/>
            <p:nvPr/>
          </p:nvGrpSpPr>
          <p:grpSpPr>
            <a:xfrm>
              <a:off x="2923647" y="999713"/>
              <a:ext cx="2366959" cy="2570692"/>
              <a:chOff x="2923647" y="999713"/>
              <a:chExt cx="2366959" cy="2570692"/>
            </a:xfrm>
          </p:grpSpPr>
          <p:grpSp>
            <p:nvGrpSpPr>
              <p:cNvPr id="309" name="Group 308">
                <a:extLst>
                  <a:ext uri="{FF2B5EF4-FFF2-40B4-BE49-F238E27FC236}">
                    <a16:creationId xmlns:a16="http://schemas.microsoft.com/office/drawing/2014/main" id="{8676F96B-A3BD-5FCD-0690-1E89485526FC}"/>
                  </a:ext>
                </a:extLst>
              </p:cNvPr>
              <p:cNvGrpSpPr/>
              <p:nvPr/>
            </p:nvGrpSpPr>
            <p:grpSpPr>
              <a:xfrm>
                <a:off x="2923647" y="999713"/>
                <a:ext cx="2366959" cy="2570692"/>
                <a:chOff x="2923647" y="999713"/>
                <a:chExt cx="2366959" cy="2570692"/>
              </a:xfrm>
            </p:grpSpPr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CD7704D6-1C0A-96AA-7C92-66260357F0DB}"/>
                    </a:ext>
                  </a:extLst>
                </p:cNvPr>
                <p:cNvSpPr/>
                <p:nvPr/>
              </p:nvSpPr>
              <p:spPr>
                <a:xfrm>
                  <a:off x="3018967" y="1924902"/>
                  <a:ext cx="1440000" cy="144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grpSp>
              <p:nvGrpSpPr>
                <p:cNvPr id="116" name="Group 115">
                  <a:extLst>
                    <a:ext uri="{FF2B5EF4-FFF2-40B4-BE49-F238E27FC236}">
                      <a16:creationId xmlns:a16="http://schemas.microsoft.com/office/drawing/2014/main" id="{2C111ADE-D922-019F-2BBF-82C3B2666246}"/>
                    </a:ext>
                  </a:extLst>
                </p:cNvPr>
                <p:cNvGrpSpPr/>
                <p:nvPr/>
              </p:nvGrpSpPr>
              <p:grpSpPr>
                <a:xfrm>
                  <a:off x="3726364" y="2402654"/>
                  <a:ext cx="1564242" cy="531814"/>
                  <a:chOff x="3393009" y="2411648"/>
                  <a:chExt cx="1795377" cy="577342"/>
                </a:xfrm>
              </p:grpSpPr>
              <p:grpSp>
                <p:nvGrpSpPr>
                  <p:cNvPr id="70" name="Group 69">
                    <a:extLst>
                      <a:ext uri="{FF2B5EF4-FFF2-40B4-BE49-F238E27FC236}">
                        <a16:creationId xmlns:a16="http://schemas.microsoft.com/office/drawing/2014/main" id="{0260C0DB-546A-4590-50B6-6BA61AB8CBD1}"/>
                      </a:ext>
                    </a:extLst>
                  </p:cNvPr>
                  <p:cNvGrpSpPr/>
                  <p:nvPr/>
                </p:nvGrpSpPr>
                <p:grpSpPr>
                  <a:xfrm>
                    <a:off x="4312595" y="2448037"/>
                    <a:ext cx="523809" cy="456431"/>
                    <a:chOff x="6417749" y="2353562"/>
                    <a:chExt cx="713448" cy="556303"/>
                  </a:xfrm>
                </p:grpSpPr>
                <p:sp>
                  <p:nvSpPr>
                    <p:cNvPr id="71" name="Rectangle 70">
                      <a:extLst>
                        <a:ext uri="{FF2B5EF4-FFF2-40B4-BE49-F238E27FC236}">
                          <a16:creationId xmlns:a16="http://schemas.microsoft.com/office/drawing/2014/main" id="{B69F5DC6-C5BB-C5D5-8F95-8E70E17EA2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34493" y="2353562"/>
                      <a:ext cx="682626" cy="556303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BR"/>
                    </a:p>
                  </p:txBody>
                </p:sp>
                <p:grpSp>
                  <p:nvGrpSpPr>
                    <p:cNvPr id="72" name="Group 71">
                      <a:extLst>
                        <a:ext uri="{FF2B5EF4-FFF2-40B4-BE49-F238E27FC236}">
                          <a16:creationId xmlns:a16="http://schemas.microsoft.com/office/drawing/2014/main" id="{4A30D3FB-80B1-B7AF-8C9A-C85D369F76B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417749" y="2385872"/>
                      <a:ext cx="713448" cy="486942"/>
                      <a:chOff x="5886500" y="4441099"/>
                      <a:chExt cx="713448" cy="486942"/>
                    </a:xfrm>
                  </p:grpSpPr>
                  <p:cxnSp>
                    <p:nvCxnSpPr>
                      <p:cNvPr id="73" name="Straight Connector 72">
                        <a:extLst>
                          <a:ext uri="{FF2B5EF4-FFF2-40B4-BE49-F238E27FC236}">
                            <a16:creationId xmlns:a16="http://schemas.microsoft.com/office/drawing/2014/main" id="{32C68BA9-B6AE-3CD2-529F-AD1C4CDBC78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974814" y="4441099"/>
                        <a:ext cx="164049" cy="480003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4" name="Straight Connector 73">
                        <a:extLst>
                          <a:ext uri="{FF2B5EF4-FFF2-40B4-BE49-F238E27FC236}">
                            <a16:creationId xmlns:a16="http://schemas.microsoft.com/office/drawing/2014/main" id="{8AEEE543-6DA7-5C9C-1811-A228AD6982B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6138863" y="4448038"/>
                        <a:ext cx="187287" cy="480003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5" name="Straight Connector 74">
                        <a:extLst>
                          <a:ext uri="{FF2B5EF4-FFF2-40B4-BE49-F238E27FC236}">
                            <a16:creationId xmlns:a16="http://schemas.microsoft.com/office/drawing/2014/main" id="{5CBD8A0D-9F68-D9F8-043C-848453302FD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4949640" flipH="1" flipV="1">
                        <a:off x="6411879" y="4737372"/>
                        <a:ext cx="253496" cy="122643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6" name="Straight Connector 75">
                        <a:extLst>
                          <a:ext uri="{FF2B5EF4-FFF2-40B4-BE49-F238E27FC236}">
                            <a16:creationId xmlns:a16="http://schemas.microsoft.com/office/drawing/2014/main" id="{9D0C137D-BB11-E6E0-7E68-39DBA76F43E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4949640" flipH="1" flipV="1">
                        <a:off x="5814673" y="4518719"/>
                        <a:ext cx="248659" cy="105005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7" name="Straight Connector 76">
                        <a:extLst>
                          <a:ext uri="{FF2B5EF4-FFF2-40B4-BE49-F238E27FC236}">
                            <a16:creationId xmlns:a16="http://schemas.microsoft.com/office/drawing/2014/main" id="{2B8FBD66-2B4A-A8C3-112D-461BAED1579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6326150" y="4448038"/>
                        <a:ext cx="164049" cy="480003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80" name="Straight Connector 79">
                    <a:extLst>
                      <a:ext uri="{FF2B5EF4-FFF2-40B4-BE49-F238E27FC236}">
                        <a16:creationId xmlns:a16="http://schemas.microsoft.com/office/drawing/2014/main" id="{BF987B83-3730-A149-EAFD-DC6C73781C4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393009" y="2671460"/>
                    <a:ext cx="928184" cy="4793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ys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06" name="Group 105">
                    <a:extLst>
                      <a:ext uri="{FF2B5EF4-FFF2-40B4-BE49-F238E27FC236}">
                        <a16:creationId xmlns:a16="http://schemas.microsoft.com/office/drawing/2014/main" id="{8A667790-903B-3298-93F6-07303432ACCD}"/>
                      </a:ext>
                    </a:extLst>
                  </p:cNvPr>
                  <p:cNvGrpSpPr/>
                  <p:nvPr/>
                </p:nvGrpSpPr>
                <p:grpSpPr>
                  <a:xfrm>
                    <a:off x="4813416" y="2411648"/>
                    <a:ext cx="374970" cy="577342"/>
                    <a:chOff x="4813416" y="2411648"/>
                    <a:chExt cx="374970" cy="577342"/>
                  </a:xfrm>
                </p:grpSpPr>
                <p:cxnSp>
                  <p:nvCxnSpPr>
                    <p:cNvPr id="88" name="Straight Connector 87">
                      <a:extLst>
                        <a:ext uri="{FF2B5EF4-FFF2-40B4-BE49-F238E27FC236}">
                          <a16:creationId xmlns:a16="http://schemas.microsoft.com/office/drawing/2014/main" id="{3DA4F8E5-CFFD-EA98-2F3C-A4703631554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813416" y="2666938"/>
                      <a:ext cx="260452" cy="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1" name="Straight Connector 90">
                      <a:extLst>
                        <a:ext uri="{FF2B5EF4-FFF2-40B4-BE49-F238E27FC236}">
                          <a16:creationId xmlns:a16="http://schemas.microsoft.com/office/drawing/2014/main" id="{D7F2DE7E-E0CC-A255-8516-7C30A277333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73868" y="2411648"/>
                      <a:ext cx="0" cy="51058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4" name="Straight Connector 93">
                      <a:extLst>
                        <a:ext uri="{FF2B5EF4-FFF2-40B4-BE49-F238E27FC236}">
                          <a16:creationId xmlns:a16="http://schemas.microsoft.com/office/drawing/2014/main" id="{609C2193-51F6-1128-F60C-C578F45C874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73868" y="2425995"/>
                      <a:ext cx="108168" cy="8674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2" name="Straight Connector 101">
                      <a:extLst>
                        <a:ext uri="{FF2B5EF4-FFF2-40B4-BE49-F238E27FC236}">
                          <a16:creationId xmlns:a16="http://schemas.microsoft.com/office/drawing/2014/main" id="{E977CA91-CFEB-4680-F885-9E7035137DA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67518" y="2546645"/>
                      <a:ext cx="108168" cy="8674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3" name="Straight Connector 102">
                      <a:extLst>
                        <a:ext uri="{FF2B5EF4-FFF2-40B4-BE49-F238E27FC236}">
                          <a16:creationId xmlns:a16="http://schemas.microsoft.com/office/drawing/2014/main" id="{778D7406-B2D9-1C14-548E-16354F3D855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73868" y="2679995"/>
                      <a:ext cx="108168" cy="8674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" name="Straight Connector 103">
                      <a:extLst>
                        <a:ext uri="{FF2B5EF4-FFF2-40B4-BE49-F238E27FC236}">
                          <a16:creationId xmlns:a16="http://schemas.microsoft.com/office/drawing/2014/main" id="{916DC105-DE6C-E9BA-E96B-D1CA8B60535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0218" y="2794295"/>
                      <a:ext cx="108168" cy="8674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" name="Straight Connector 104">
                      <a:extLst>
                        <a:ext uri="{FF2B5EF4-FFF2-40B4-BE49-F238E27FC236}">
                          <a16:creationId xmlns:a16="http://schemas.microsoft.com/office/drawing/2014/main" id="{3DAD83C8-97A3-1714-B4F4-ED5E6BC139E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67518" y="2902245"/>
                      <a:ext cx="108168" cy="8674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17" name="Group 116">
                  <a:extLst>
                    <a:ext uri="{FF2B5EF4-FFF2-40B4-BE49-F238E27FC236}">
                      <a16:creationId xmlns:a16="http://schemas.microsoft.com/office/drawing/2014/main" id="{D23721ED-C5B9-9224-B9F7-BCCEC877523C}"/>
                    </a:ext>
                  </a:extLst>
                </p:cNvPr>
                <p:cNvGrpSpPr/>
                <p:nvPr/>
              </p:nvGrpSpPr>
              <p:grpSpPr>
                <a:xfrm rot="16200000">
                  <a:off x="2921667" y="1575104"/>
                  <a:ext cx="1653798" cy="503016"/>
                  <a:chOff x="3393009" y="2411648"/>
                  <a:chExt cx="1795377" cy="577342"/>
                </a:xfrm>
              </p:grpSpPr>
              <p:grpSp>
                <p:nvGrpSpPr>
                  <p:cNvPr id="118" name="Group 117">
                    <a:extLst>
                      <a:ext uri="{FF2B5EF4-FFF2-40B4-BE49-F238E27FC236}">
                        <a16:creationId xmlns:a16="http://schemas.microsoft.com/office/drawing/2014/main" id="{BD9837AA-341F-C0BF-CE8B-DEB6453AA310}"/>
                      </a:ext>
                    </a:extLst>
                  </p:cNvPr>
                  <p:cNvGrpSpPr/>
                  <p:nvPr/>
                </p:nvGrpSpPr>
                <p:grpSpPr>
                  <a:xfrm>
                    <a:off x="4312595" y="2448037"/>
                    <a:ext cx="523809" cy="456431"/>
                    <a:chOff x="6417749" y="2353562"/>
                    <a:chExt cx="713448" cy="556303"/>
                  </a:xfrm>
                </p:grpSpPr>
                <p:sp>
                  <p:nvSpPr>
                    <p:cNvPr id="128" name="Rectangle 127">
                      <a:extLst>
                        <a:ext uri="{FF2B5EF4-FFF2-40B4-BE49-F238E27FC236}">
                          <a16:creationId xmlns:a16="http://schemas.microsoft.com/office/drawing/2014/main" id="{CC7FDA2E-1EFD-7B92-A756-57869F988F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34493" y="2353562"/>
                      <a:ext cx="682626" cy="556303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BR"/>
                    </a:p>
                  </p:txBody>
                </p:sp>
                <p:grpSp>
                  <p:nvGrpSpPr>
                    <p:cNvPr id="129" name="Group 128">
                      <a:extLst>
                        <a:ext uri="{FF2B5EF4-FFF2-40B4-BE49-F238E27FC236}">
                          <a16:creationId xmlns:a16="http://schemas.microsoft.com/office/drawing/2014/main" id="{69A7DBF3-E2D4-43F3-A105-487B33E9232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417749" y="2385872"/>
                      <a:ext cx="713448" cy="486942"/>
                      <a:chOff x="5886500" y="4441099"/>
                      <a:chExt cx="713448" cy="486942"/>
                    </a:xfrm>
                  </p:grpSpPr>
                  <p:cxnSp>
                    <p:nvCxnSpPr>
                      <p:cNvPr id="130" name="Straight Connector 129">
                        <a:extLst>
                          <a:ext uri="{FF2B5EF4-FFF2-40B4-BE49-F238E27FC236}">
                            <a16:creationId xmlns:a16="http://schemas.microsoft.com/office/drawing/2014/main" id="{526AC025-D987-643E-3ED6-E7FA89C8137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974814" y="4441099"/>
                        <a:ext cx="164049" cy="480003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1" name="Straight Connector 130">
                        <a:extLst>
                          <a:ext uri="{FF2B5EF4-FFF2-40B4-BE49-F238E27FC236}">
                            <a16:creationId xmlns:a16="http://schemas.microsoft.com/office/drawing/2014/main" id="{C74669AE-203A-F968-7FB9-9204EE26D6B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6138863" y="4448038"/>
                        <a:ext cx="187287" cy="480003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2" name="Straight Connector 131">
                        <a:extLst>
                          <a:ext uri="{FF2B5EF4-FFF2-40B4-BE49-F238E27FC236}">
                            <a16:creationId xmlns:a16="http://schemas.microsoft.com/office/drawing/2014/main" id="{E1748740-C6FD-41CE-614F-E3A52327607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4949640" flipH="1" flipV="1">
                        <a:off x="6411879" y="4737372"/>
                        <a:ext cx="253496" cy="122643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3" name="Straight Connector 132">
                        <a:extLst>
                          <a:ext uri="{FF2B5EF4-FFF2-40B4-BE49-F238E27FC236}">
                            <a16:creationId xmlns:a16="http://schemas.microsoft.com/office/drawing/2014/main" id="{85F0A789-89CF-94FC-5C94-3864BF18F9B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4949640" flipH="1" flipV="1">
                        <a:off x="5814673" y="4518719"/>
                        <a:ext cx="248659" cy="105005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4" name="Straight Connector 133">
                        <a:extLst>
                          <a:ext uri="{FF2B5EF4-FFF2-40B4-BE49-F238E27FC236}">
                            <a16:creationId xmlns:a16="http://schemas.microsoft.com/office/drawing/2014/main" id="{D31BD85A-7E00-0F98-C31C-B2E8A04B799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6326150" y="4448038"/>
                        <a:ext cx="164049" cy="480003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119" name="Straight Connector 118">
                    <a:extLst>
                      <a:ext uri="{FF2B5EF4-FFF2-40B4-BE49-F238E27FC236}">
                        <a16:creationId xmlns:a16="http://schemas.microsoft.com/office/drawing/2014/main" id="{E7BCBA5C-4744-7E71-0454-A492CDE475C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393009" y="2671460"/>
                    <a:ext cx="928184" cy="4793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ys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20" name="Group 119">
                    <a:extLst>
                      <a:ext uri="{FF2B5EF4-FFF2-40B4-BE49-F238E27FC236}">
                        <a16:creationId xmlns:a16="http://schemas.microsoft.com/office/drawing/2014/main" id="{B82E42A5-E911-A3D0-FFBB-269428CC7C3D}"/>
                      </a:ext>
                    </a:extLst>
                  </p:cNvPr>
                  <p:cNvGrpSpPr/>
                  <p:nvPr/>
                </p:nvGrpSpPr>
                <p:grpSpPr>
                  <a:xfrm>
                    <a:off x="4813416" y="2411648"/>
                    <a:ext cx="374970" cy="577342"/>
                    <a:chOff x="4813416" y="2411648"/>
                    <a:chExt cx="374970" cy="577342"/>
                  </a:xfrm>
                </p:grpSpPr>
                <p:cxnSp>
                  <p:nvCxnSpPr>
                    <p:cNvPr id="121" name="Straight Connector 120">
                      <a:extLst>
                        <a:ext uri="{FF2B5EF4-FFF2-40B4-BE49-F238E27FC236}">
                          <a16:creationId xmlns:a16="http://schemas.microsoft.com/office/drawing/2014/main" id="{2222B833-7954-DB00-8CC9-1E4EA4C44FD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813416" y="2666938"/>
                      <a:ext cx="260452" cy="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" name="Straight Connector 121">
                      <a:extLst>
                        <a:ext uri="{FF2B5EF4-FFF2-40B4-BE49-F238E27FC236}">
                          <a16:creationId xmlns:a16="http://schemas.microsoft.com/office/drawing/2014/main" id="{824FA933-8F0A-84E5-0D5F-FE2B1C9D3CB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73868" y="2411648"/>
                      <a:ext cx="0" cy="51058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" name="Straight Connector 122">
                      <a:extLst>
                        <a:ext uri="{FF2B5EF4-FFF2-40B4-BE49-F238E27FC236}">
                          <a16:creationId xmlns:a16="http://schemas.microsoft.com/office/drawing/2014/main" id="{C9E82708-C73A-B855-A7BB-74C24740145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73868" y="2425995"/>
                      <a:ext cx="108168" cy="8674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" name="Straight Connector 123">
                      <a:extLst>
                        <a:ext uri="{FF2B5EF4-FFF2-40B4-BE49-F238E27FC236}">
                          <a16:creationId xmlns:a16="http://schemas.microsoft.com/office/drawing/2014/main" id="{34481E52-47F5-D243-392B-E6A49D7C183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67518" y="2546645"/>
                      <a:ext cx="108168" cy="8674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" name="Straight Connector 124">
                      <a:extLst>
                        <a:ext uri="{FF2B5EF4-FFF2-40B4-BE49-F238E27FC236}">
                          <a16:creationId xmlns:a16="http://schemas.microsoft.com/office/drawing/2014/main" id="{AFCE1C64-ABFB-FF0F-8BB1-276E9C1FA40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73868" y="2679995"/>
                      <a:ext cx="108168" cy="8674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" name="Straight Connector 125">
                      <a:extLst>
                        <a:ext uri="{FF2B5EF4-FFF2-40B4-BE49-F238E27FC236}">
                          <a16:creationId xmlns:a16="http://schemas.microsoft.com/office/drawing/2014/main" id="{C1A36BA5-5A09-35F5-2BBC-1040C1B1978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0218" y="2794295"/>
                      <a:ext cx="108168" cy="8674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7" name="Straight Connector 126">
                      <a:extLst>
                        <a:ext uri="{FF2B5EF4-FFF2-40B4-BE49-F238E27FC236}">
                          <a16:creationId xmlns:a16="http://schemas.microsoft.com/office/drawing/2014/main" id="{679A4503-05A0-89AF-286D-C3D2927D637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67518" y="2902245"/>
                      <a:ext cx="108168" cy="8674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7" name="TextBox 196">
                      <a:extLst>
                        <a:ext uri="{FF2B5EF4-FFF2-40B4-BE49-F238E27FC236}">
                          <a16:creationId xmlns:a16="http://schemas.microsoft.com/office/drawing/2014/main" id="{6FE8AA61-A193-3B00-CF14-B44C03A1C69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30055" y="2890745"/>
                      <a:ext cx="1801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oMath>
                        </m:oMathPara>
                      </a14:m>
                      <a:endParaRPr lang="pt-BR" dirty="0"/>
                    </a:p>
                  </p:txBody>
                </p:sp>
              </mc:Choice>
              <mc:Fallback xmlns="">
                <p:sp>
                  <p:nvSpPr>
                    <p:cNvPr id="197" name="TextBox 196">
                      <a:extLst>
                        <a:ext uri="{FF2B5EF4-FFF2-40B4-BE49-F238E27FC236}">
                          <a16:creationId xmlns:a16="http://schemas.microsoft.com/office/drawing/2014/main" id="{6FE8AA61-A193-3B00-CF14-B44C03A1C69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730055" y="2890745"/>
                      <a:ext cx="180178" cy="215444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l="-20690" r="-17241" b="-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09" name="Group 208">
                  <a:extLst>
                    <a:ext uri="{FF2B5EF4-FFF2-40B4-BE49-F238E27FC236}">
                      <a16:creationId xmlns:a16="http://schemas.microsoft.com/office/drawing/2014/main" id="{44E3C5A7-CCCE-F677-7BA4-86046ADD935F}"/>
                    </a:ext>
                  </a:extLst>
                </p:cNvPr>
                <p:cNvGrpSpPr/>
                <p:nvPr/>
              </p:nvGrpSpPr>
              <p:grpSpPr>
                <a:xfrm>
                  <a:off x="4664605" y="2063729"/>
                  <a:ext cx="362684" cy="277461"/>
                  <a:chOff x="532559" y="5319897"/>
                  <a:chExt cx="362684" cy="277461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10" name="TextBox 209">
                        <a:extLst>
                          <a:ext uri="{FF2B5EF4-FFF2-40B4-BE49-F238E27FC236}">
                            <a16:creationId xmlns:a16="http://schemas.microsoft.com/office/drawing/2014/main" id="{9511DAAC-7B9D-F192-8CD6-9F541E6F82A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57834" y="5381914"/>
                        <a:ext cx="226921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pt-BR" sz="1400" dirty="0"/>
                      </a:p>
                    </p:txBody>
                  </p:sp>
                </mc:Choice>
                <mc:Fallback xmlns="">
                  <p:sp>
                    <p:nvSpPr>
                      <p:cNvPr id="210" name="TextBox 209">
                        <a:extLst>
                          <a:ext uri="{FF2B5EF4-FFF2-40B4-BE49-F238E27FC236}">
                            <a16:creationId xmlns:a16="http://schemas.microsoft.com/office/drawing/2014/main" id="{9511DAAC-7B9D-F192-8CD6-9F541E6F82A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57834" y="5381914"/>
                        <a:ext cx="226921" cy="215444"/>
                      </a:xfrm>
                      <a:prstGeom prst="rect">
                        <a:avLst/>
                      </a:prstGeom>
                      <a:blipFill>
                        <a:blip r:embed="rId20"/>
                        <a:stretch>
                          <a:fillRect l="-7895" b="-1714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pt-BR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211" name="Straight Arrow Connector 210">
                    <a:extLst>
                      <a:ext uri="{FF2B5EF4-FFF2-40B4-BE49-F238E27FC236}">
                        <a16:creationId xmlns:a16="http://schemas.microsoft.com/office/drawing/2014/main" id="{8B1EF9F4-1DEA-7D3C-CB5D-A52404EC7D8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5243" y="5419179"/>
                    <a:ext cx="360000" cy="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" name="Straight Connector 211">
                    <a:extLst>
                      <a:ext uri="{FF2B5EF4-FFF2-40B4-BE49-F238E27FC236}">
                        <a16:creationId xmlns:a16="http://schemas.microsoft.com/office/drawing/2014/main" id="{2C8A30E8-C978-9E15-BB71-2587C85A076D}"/>
                      </a:ext>
                    </a:extLst>
                  </p:cNvPr>
                  <p:cNvCxnSpPr/>
                  <p:nvPr/>
                </p:nvCxnSpPr>
                <p:spPr>
                  <a:xfrm>
                    <a:off x="532559" y="5319897"/>
                    <a:ext cx="0" cy="18000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7" name="TextBox 216">
                      <a:extLst>
                        <a:ext uri="{FF2B5EF4-FFF2-40B4-BE49-F238E27FC236}">
                          <a16:creationId xmlns:a16="http://schemas.microsoft.com/office/drawing/2014/main" id="{D9EB78DA-5DA6-72A6-69F3-70A96D1065D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37033" y="1441281"/>
                      <a:ext cx="1801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oMath>
                        </m:oMathPara>
                      </a14:m>
                      <a:endParaRPr lang="pt-BR" dirty="0"/>
                    </a:p>
                  </p:txBody>
                </p:sp>
              </mc:Choice>
              <mc:Fallback xmlns="">
                <p:sp>
                  <p:nvSpPr>
                    <p:cNvPr id="217" name="TextBox 216">
                      <a:extLst>
                        <a:ext uri="{FF2B5EF4-FFF2-40B4-BE49-F238E27FC236}">
                          <a16:creationId xmlns:a16="http://schemas.microsoft.com/office/drawing/2014/main" id="{D9EB78DA-5DA6-72A6-69F3-70A96D1065D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37033" y="1441281"/>
                      <a:ext cx="180178" cy="215444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l="-20000" r="-13333" b="-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20" name="Group 219">
                  <a:extLst>
                    <a:ext uri="{FF2B5EF4-FFF2-40B4-BE49-F238E27FC236}">
                      <a16:creationId xmlns:a16="http://schemas.microsoft.com/office/drawing/2014/main" id="{1D941918-D14A-1BE8-C8C7-F7FDE55047F9}"/>
                    </a:ext>
                  </a:extLst>
                </p:cNvPr>
                <p:cNvGrpSpPr/>
                <p:nvPr/>
              </p:nvGrpSpPr>
              <p:grpSpPr>
                <a:xfrm rot="16200000">
                  <a:off x="3957114" y="1394901"/>
                  <a:ext cx="362684" cy="342926"/>
                  <a:chOff x="532559" y="5319897"/>
                  <a:chExt cx="362684" cy="342926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21" name="TextBox 220">
                        <a:extLst>
                          <a:ext uri="{FF2B5EF4-FFF2-40B4-BE49-F238E27FC236}">
                            <a16:creationId xmlns:a16="http://schemas.microsoft.com/office/drawing/2014/main" id="{59B2A907-407E-C96F-DDFB-D318297B4246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5400000">
                        <a:off x="632015" y="5441096"/>
                        <a:ext cx="228011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pt-BR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pt-BR" dirty="0"/>
                      </a:p>
                    </p:txBody>
                  </p:sp>
                </mc:Choice>
                <mc:Fallback xmlns="">
                  <p:sp>
                    <p:nvSpPr>
                      <p:cNvPr id="221" name="TextBox 220">
                        <a:extLst>
                          <a:ext uri="{FF2B5EF4-FFF2-40B4-BE49-F238E27FC236}">
                            <a16:creationId xmlns:a16="http://schemas.microsoft.com/office/drawing/2014/main" id="{59B2A907-407E-C96F-DDFB-D318297B424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5400000">
                        <a:off x="632015" y="5441096"/>
                        <a:ext cx="228011" cy="215444"/>
                      </a:xfrm>
                      <a:prstGeom prst="rect">
                        <a:avLst/>
                      </a:prstGeom>
                      <a:blipFill>
                        <a:blip r:embed="rId21"/>
                        <a:stretch>
                          <a:fillRect l="-18919" r="-2703" b="-28571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pt-BR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222" name="Straight Arrow Connector 221">
                    <a:extLst>
                      <a:ext uri="{FF2B5EF4-FFF2-40B4-BE49-F238E27FC236}">
                        <a16:creationId xmlns:a16="http://schemas.microsoft.com/office/drawing/2014/main" id="{561302DB-6F72-680E-B26D-15E3C6153F0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5243" y="5419179"/>
                    <a:ext cx="360000" cy="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3" name="Straight Connector 222">
                    <a:extLst>
                      <a:ext uri="{FF2B5EF4-FFF2-40B4-BE49-F238E27FC236}">
                        <a16:creationId xmlns:a16="http://schemas.microsoft.com/office/drawing/2014/main" id="{26E7EA96-AC86-23E9-AD4B-F146214193A4}"/>
                      </a:ext>
                    </a:extLst>
                  </p:cNvPr>
                  <p:cNvCxnSpPr/>
                  <p:nvPr/>
                </p:nvCxnSpPr>
                <p:spPr>
                  <a:xfrm>
                    <a:off x="532559" y="5319897"/>
                    <a:ext cx="0" cy="18000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43" name="Group 242">
                  <a:extLst>
                    <a:ext uri="{FF2B5EF4-FFF2-40B4-BE49-F238E27FC236}">
                      <a16:creationId xmlns:a16="http://schemas.microsoft.com/office/drawing/2014/main" id="{6EC69803-28D6-EB5C-53AD-69A64EA02C16}"/>
                    </a:ext>
                  </a:extLst>
                </p:cNvPr>
                <p:cNvGrpSpPr/>
                <p:nvPr/>
              </p:nvGrpSpPr>
              <p:grpSpPr>
                <a:xfrm rot="10800000">
                  <a:off x="2923647" y="1950405"/>
                  <a:ext cx="1620000" cy="1620000"/>
                  <a:chOff x="892358" y="4104595"/>
                  <a:chExt cx="1620000" cy="1620000"/>
                </a:xfrm>
              </p:grpSpPr>
              <p:grpSp>
                <p:nvGrpSpPr>
                  <p:cNvPr id="237" name="Group 236">
                    <a:extLst>
                      <a:ext uri="{FF2B5EF4-FFF2-40B4-BE49-F238E27FC236}">
                        <a16:creationId xmlns:a16="http://schemas.microsoft.com/office/drawing/2014/main" id="{93493FC2-78BF-038C-DD5E-EA5FA5A37BE9}"/>
                      </a:ext>
                    </a:extLst>
                  </p:cNvPr>
                  <p:cNvGrpSpPr/>
                  <p:nvPr/>
                </p:nvGrpSpPr>
                <p:grpSpPr>
                  <a:xfrm rot="18288061">
                    <a:off x="892358" y="4104595"/>
                    <a:ext cx="1620000" cy="1620000"/>
                    <a:chOff x="7534275" y="3213300"/>
                    <a:chExt cx="1440000" cy="1440000"/>
                  </a:xfrm>
                </p:grpSpPr>
                <p:sp>
                  <p:nvSpPr>
                    <p:cNvPr id="230" name="Arc 229">
                      <a:extLst>
                        <a:ext uri="{FF2B5EF4-FFF2-40B4-BE49-F238E27FC236}">
                          <a16:creationId xmlns:a16="http://schemas.microsoft.com/office/drawing/2014/main" id="{7F181D6E-2FD0-4503-C34C-47D73625C2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34275" y="3213300"/>
                      <a:ext cx="1440000" cy="1440000"/>
                    </a:xfrm>
                    <a:prstGeom prst="arc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BR" dirty="0"/>
                    </a:p>
                  </p:txBody>
                </p:sp>
                <p:cxnSp>
                  <p:nvCxnSpPr>
                    <p:cNvPr id="234" name="Straight Arrow Connector 233">
                      <a:extLst>
                        <a:ext uri="{FF2B5EF4-FFF2-40B4-BE49-F238E27FC236}">
                          <a16:creationId xmlns:a16="http://schemas.microsoft.com/office/drawing/2014/main" id="{D144684B-A4DD-9255-55F7-3396739F850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8187600" y="3213300"/>
                      <a:ext cx="66675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42" name="TextBox 241">
                        <a:extLst>
                          <a:ext uri="{FF2B5EF4-FFF2-40B4-BE49-F238E27FC236}">
                            <a16:creationId xmlns:a16="http://schemas.microsoft.com/office/drawing/2014/main" id="{C34DA528-7E9E-5610-400D-8CD748F5BF60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10800000">
                        <a:off x="895831" y="4162432"/>
                        <a:ext cx="230255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l-GR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1400" i="1"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e>
                                <m:sub>
                                  <m:r>
                                    <a:rPr lang="pt-BR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pt-BR" dirty="0"/>
                      </a:p>
                    </p:txBody>
                  </p:sp>
                </mc:Choice>
                <mc:Fallback xmlns="">
                  <p:sp>
                    <p:nvSpPr>
                      <p:cNvPr id="242" name="TextBox 241">
                        <a:extLst>
                          <a:ext uri="{FF2B5EF4-FFF2-40B4-BE49-F238E27FC236}">
                            <a16:creationId xmlns:a16="http://schemas.microsoft.com/office/drawing/2014/main" id="{C34DA528-7E9E-5610-400D-8CD748F5BF6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10800000">
                        <a:off x="895831" y="4162432"/>
                        <a:ext cx="230255" cy="215444"/>
                      </a:xfrm>
                      <a:prstGeom prst="rect">
                        <a:avLst/>
                      </a:prstGeom>
                      <a:blipFill>
                        <a:blip r:embed="rId22"/>
                        <a:stretch>
                          <a:fillRect l="-15789" r="-2632" b="-1714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pt-BR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FB3DE724-6286-C6A3-54BA-544749181BF3}"/>
                  </a:ext>
                </a:extLst>
              </p:cNvPr>
              <p:cNvCxnSpPr>
                <a:cxnSpLocks/>
                <a:endCxn id="17" idx="2"/>
              </p:cNvCxnSpPr>
              <p:nvPr/>
            </p:nvCxnSpPr>
            <p:spPr>
              <a:xfrm flipH="1" flipV="1">
                <a:off x="3018966" y="2644902"/>
                <a:ext cx="720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5" name="TextBox 304">
                    <a:extLst>
                      <a:ext uri="{FF2B5EF4-FFF2-40B4-BE49-F238E27FC236}">
                        <a16:creationId xmlns:a16="http://schemas.microsoft.com/office/drawing/2014/main" id="{C6C66E19-D83F-3244-B394-6BE0501BCAC6}"/>
                      </a:ext>
                    </a:extLst>
                  </p:cNvPr>
                  <p:cNvSpPr txBox="1"/>
                  <p:nvPr/>
                </p:nvSpPr>
                <p:spPr>
                  <a:xfrm>
                    <a:off x="3276731" y="2403261"/>
                    <a:ext cx="239040" cy="2154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l-G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305" name="TextBox 304">
                    <a:extLst>
                      <a:ext uri="{FF2B5EF4-FFF2-40B4-BE49-F238E27FC236}">
                        <a16:creationId xmlns:a16="http://schemas.microsoft.com/office/drawing/2014/main" id="{C6C66E19-D83F-3244-B394-6BE0501BCAC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76731" y="2403261"/>
                    <a:ext cx="239040" cy="215444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l="-15385" r="-5128" b="-13889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19" name="Group 318">
              <a:extLst>
                <a:ext uri="{FF2B5EF4-FFF2-40B4-BE49-F238E27FC236}">
                  <a16:creationId xmlns:a16="http://schemas.microsoft.com/office/drawing/2014/main" id="{42C9DCA4-1D38-9940-7F03-C1AD918C5261}"/>
                </a:ext>
              </a:extLst>
            </p:cNvPr>
            <p:cNvGrpSpPr/>
            <p:nvPr/>
          </p:nvGrpSpPr>
          <p:grpSpPr>
            <a:xfrm rot="17130630">
              <a:off x="2716837" y="3904805"/>
              <a:ext cx="820346" cy="771605"/>
              <a:chOff x="35360" y="5987441"/>
              <a:chExt cx="820346" cy="771605"/>
            </a:xfrm>
          </p:grpSpPr>
          <p:grpSp>
            <p:nvGrpSpPr>
              <p:cNvPr id="320" name="Group 319">
                <a:extLst>
                  <a:ext uri="{FF2B5EF4-FFF2-40B4-BE49-F238E27FC236}">
                    <a16:creationId xmlns:a16="http://schemas.microsoft.com/office/drawing/2014/main" id="{26A2CAFD-9BCD-211B-41CC-5BC579F7D906}"/>
                  </a:ext>
                </a:extLst>
              </p:cNvPr>
              <p:cNvGrpSpPr/>
              <p:nvPr/>
            </p:nvGrpSpPr>
            <p:grpSpPr>
              <a:xfrm>
                <a:off x="247402" y="6136225"/>
                <a:ext cx="360794" cy="360000"/>
                <a:chOff x="6985000" y="3492499"/>
                <a:chExt cx="360794" cy="360000"/>
              </a:xfrm>
            </p:grpSpPr>
            <p:cxnSp>
              <p:nvCxnSpPr>
                <p:cNvPr id="323" name="Straight Arrow Connector 322">
                  <a:extLst>
                    <a:ext uri="{FF2B5EF4-FFF2-40B4-BE49-F238E27FC236}">
                      <a16:creationId xmlns:a16="http://schemas.microsoft.com/office/drawing/2014/main" id="{66307B89-8D78-430E-2FC6-885BD43913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985000" y="3492499"/>
                  <a:ext cx="0" cy="36000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4" name="Straight Arrow Connector 323">
                  <a:extLst>
                    <a:ext uri="{FF2B5EF4-FFF2-40B4-BE49-F238E27FC236}">
                      <a16:creationId xmlns:a16="http://schemas.microsoft.com/office/drawing/2014/main" id="{5B06F993-7248-0450-DB0F-FD0246DB43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85794" y="3842169"/>
                  <a:ext cx="360000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1" name="TextBox 320">
                    <a:extLst>
                      <a:ext uri="{FF2B5EF4-FFF2-40B4-BE49-F238E27FC236}">
                        <a16:creationId xmlns:a16="http://schemas.microsoft.com/office/drawing/2014/main" id="{07AFC334-3CD4-9554-3764-3C6747884EAD}"/>
                      </a:ext>
                    </a:extLst>
                  </p:cNvPr>
                  <p:cNvSpPr txBox="1"/>
                  <p:nvPr/>
                </p:nvSpPr>
                <p:spPr>
                  <a:xfrm rot="4464623">
                    <a:off x="539978" y="6443319"/>
                    <a:ext cx="416011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𝐿𝑂𝐴</m:t>
                              </m:r>
                            </m:sub>
                          </m:sSub>
                        </m:oMath>
                      </m:oMathPara>
                    </a14:m>
                    <a:endParaRPr lang="pt-BR" sz="1400" dirty="0"/>
                  </a:p>
                </p:txBody>
              </p:sp>
            </mc:Choice>
            <mc:Fallback xmlns="">
              <p:sp>
                <p:nvSpPr>
                  <p:cNvPr id="321" name="TextBox 320">
                    <a:extLst>
                      <a:ext uri="{FF2B5EF4-FFF2-40B4-BE49-F238E27FC236}">
                        <a16:creationId xmlns:a16="http://schemas.microsoft.com/office/drawing/2014/main" id="{07AFC334-3CD4-9554-3764-3C6747884EA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4464623">
                    <a:off x="539978" y="6443319"/>
                    <a:ext cx="416011" cy="215444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l="-8696" r="-1449" b="-16667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2" name="TextBox 321">
                    <a:extLst>
                      <a:ext uri="{FF2B5EF4-FFF2-40B4-BE49-F238E27FC236}">
                        <a16:creationId xmlns:a16="http://schemas.microsoft.com/office/drawing/2014/main" id="{1CEF40D7-2CAE-8D49-033E-1E9BDF59A3E1}"/>
                      </a:ext>
                    </a:extLst>
                  </p:cNvPr>
                  <p:cNvSpPr txBox="1"/>
                  <p:nvPr/>
                </p:nvSpPr>
                <p:spPr>
                  <a:xfrm rot="4464623">
                    <a:off x="-50144" y="6072945"/>
                    <a:ext cx="386451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𝐿𝑂𝐴</m:t>
                              </m:r>
                            </m:sub>
                          </m:sSub>
                        </m:oMath>
                      </m:oMathPara>
                    </a14:m>
                    <a:endParaRPr lang="pt-BR" sz="1400" dirty="0"/>
                  </a:p>
                </p:txBody>
              </p:sp>
            </mc:Choice>
            <mc:Fallback xmlns="">
              <p:sp>
                <p:nvSpPr>
                  <p:cNvPr id="322" name="TextBox 321">
                    <a:extLst>
                      <a:ext uri="{FF2B5EF4-FFF2-40B4-BE49-F238E27FC236}">
                        <a16:creationId xmlns:a16="http://schemas.microsoft.com/office/drawing/2014/main" id="{1CEF40D7-2CAE-8D49-033E-1E9BDF59A3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4464623">
                    <a:off x="-50144" y="6072945"/>
                    <a:ext cx="386451" cy="215444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 l="-7813" r="-1563" b="-16667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326" name="TextBox 325">
            <a:extLst>
              <a:ext uri="{FF2B5EF4-FFF2-40B4-BE49-F238E27FC236}">
                <a16:creationId xmlns:a16="http://schemas.microsoft.com/office/drawing/2014/main" id="{40E51505-BDB2-ACB3-C0D1-CEFE529CFA15}"/>
              </a:ext>
            </a:extLst>
          </p:cNvPr>
          <p:cNvSpPr txBox="1"/>
          <p:nvPr/>
        </p:nvSpPr>
        <p:spPr>
          <a:xfrm>
            <a:off x="7953411" y="1018494"/>
            <a:ext cx="37300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Deslocamento perpendicular à Linha de Ação (LOA)</a:t>
            </a: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3FF63830-72A5-CA33-79B6-80E4CC1F4F1B}"/>
              </a:ext>
            </a:extLst>
          </p:cNvPr>
          <p:cNvSpPr txBox="1"/>
          <p:nvPr/>
        </p:nvSpPr>
        <p:spPr>
          <a:xfrm>
            <a:off x="7953411" y="1339737"/>
            <a:ext cx="33469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Deslocamento paralelo à Linha de Ação (LOA)</a:t>
            </a: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AA54CC02-5829-84C7-DC15-1F67A59B3B49}"/>
              </a:ext>
            </a:extLst>
          </p:cNvPr>
          <p:cNvSpPr txBox="1"/>
          <p:nvPr/>
        </p:nvSpPr>
        <p:spPr>
          <a:xfrm>
            <a:off x="7953411" y="1652363"/>
            <a:ext cx="42927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Rotação das engrenagens ao longo da Linha de Ação (LOA)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7EA01890-E2E8-8E33-4422-A869F0EF977B}"/>
                  </a:ext>
                </a:extLst>
              </p:cNvPr>
              <p:cNvSpPr txBox="1"/>
              <p:nvPr/>
            </p:nvSpPr>
            <p:spPr>
              <a:xfrm>
                <a:off x="5911352" y="2521101"/>
                <a:ext cx="107420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i="1" smtClean="0">
                              <a:latin typeface="Cambria Math" panose="02040503050406030204" pitchFamily="18" charset="0"/>
                            </a:rPr>
                            <m:t>ξ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𝑟𝑒𝑙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i="1">
                              <a:latin typeface="Cambria Math" panose="02040503050406030204" pitchFamily="18" charset="0"/>
                            </a:rPr>
                            <m:t>ξ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i="1">
                              <a:latin typeface="Cambria Math" panose="02040503050406030204" pitchFamily="18" charset="0"/>
                            </a:rPr>
                            <m:t>ξ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7EA01890-E2E8-8E33-4422-A869F0EF9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352" y="2521101"/>
                <a:ext cx="1074204" cy="215444"/>
              </a:xfrm>
              <a:prstGeom prst="rect">
                <a:avLst/>
              </a:prstGeom>
              <a:blipFill>
                <a:blip r:embed="rId32"/>
                <a:stretch>
                  <a:fillRect l="-5114" r="-568" b="-3428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E6E015CE-75E4-75B2-F073-15657554824A}"/>
                  </a:ext>
                </a:extLst>
              </p:cNvPr>
              <p:cNvSpPr txBox="1"/>
              <p:nvPr/>
            </p:nvSpPr>
            <p:spPr>
              <a:xfrm>
                <a:off x="7454787" y="2523198"/>
                <a:ext cx="115114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i="1">
                              <a:latin typeface="Cambria Math" panose="020405030504060302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𝑟𝑒𝑙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i="1" smtClean="0">
                              <a:latin typeface="Cambria Math" panose="020405030504060302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i="1" smtClean="0">
                              <a:latin typeface="Cambria Math" panose="020405030504060302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E6E015CE-75E4-75B2-F073-156575548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4787" y="2523198"/>
                <a:ext cx="1151149" cy="215444"/>
              </a:xfrm>
              <a:prstGeom prst="rect">
                <a:avLst/>
              </a:prstGeom>
              <a:blipFill>
                <a:blip r:embed="rId33"/>
                <a:stretch>
                  <a:fillRect l="-3175" r="-529" b="-2571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3" name="TextBox 332">
                <a:extLst>
                  <a:ext uri="{FF2B5EF4-FFF2-40B4-BE49-F238E27FC236}">
                    <a16:creationId xmlns:a16="http://schemas.microsoft.com/office/drawing/2014/main" id="{B67D652A-FDBD-9AE8-C77B-5BEE9D59001B}"/>
                  </a:ext>
                </a:extLst>
              </p:cNvPr>
              <p:cNvSpPr txBox="1"/>
              <p:nvPr/>
            </p:nvSpPr>
            <p:spPr>
              <a:xfrm>
                <a:off x="9094402" y="2496030"/>
                <a:ext cx="116557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𝑟𝑒𝑙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333" name="TextBox 332">
                <a:extLst>
                  <a:ext uri="{FF2B5EF4-FFF2-40B4-BE49-F238E27FC236}">
                    <a16:creationId xmlns:a16="http://schemas.microsoft.com/office/drawing/2014/main" id="{B67D652A-FDBD-9AE8-C77B-5BEE9D590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4402" y="2496030"/>
                <a:ext cx="1165575" cy="215444"/>
              </a:xfrm>
              <a:prstGeom prst="rect">
                <a:avLst/>
              </a:prstGeom>
              <a:blipFill>
                <a:blip r:embed="rId34"/>
                <a:stretch>
                  <a:fillRect l="-1571" r="-524" b="-1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4" name="TextBox 333">
            <a:extLst>
              <a:ext uri="{FF2B5EF4-FFF2-40B4-BE49-F238E27FC236}">
                <a16:creationId xmlns:a16="http://schemas.microsoft.com/office/drawing/2014/main" id="{899E94A7-8621-1F48-1981-CC1C9DC780F3}"/>
              </a:ext>
            </a:extLst>
          </p:cNvPr>
          <p:cNvSpPr txBox="1"/>
          <p:nvPr/>
        </p:nvSpPr>
        <p:spPr>
          <a:xfrm>
            <a:off x="5868321" y="2215461"/>
            <a:ext cx="39501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Deslocamentos relativos (Coordenadas Generalizadas)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5" name="TextBox 334">
                <a:extLst>
                  <a:ext uri="{FF2B5EF4-FFF2-40B4-BE49-F238E27FC236}">
                    <a16:creationId xmlns:a16="http://schemas.microsoft.com/office/drawing/2014/main" id="{185FCC50-085F-8CD2-F442-F136E08FE3F0}"/>
                  </a:ext>
                </a:extLst>
              </p:cNvPr>
              <p:cNvSpPr txBox="1"/>
              <p:nvPr/>
            </p:nvSpPr>
            <p:spPr>
              <a:xfrm>
                <a:off x="5911352" y="3197083"/>
                <a:ext cx="83086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pt-BR" sz="1400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l-GR" sz="1400" i="1">
                          <a:latin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335" name="TextBox 334">
                <a:extLst>
                  <a:ext uri="{FF2B5EF4-FFF2-40B4-BE49-F238E27FC236}">
                    <a16:creationId xmlns:a16="http://schemas.microsoft.com/office/drawing/2014/main" id="{185FCC50-085F-8CD2-F442-F136E08FE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352" y="3197083"/>
                <a:ext cx="830868" cy="215444"/>
              </a:xfrm>
              <a:prstGeom prst="rect">
                <a:avLst/>
              </a:prstGeom>
              <a:blipFill>
                <a:blip r:embed="rId35"/>
                <a:stretch>
                  <a:fillRect l="-3676" r="-3676" b="-13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6" name="TextBox 335">
            <a:extLst>
              <a:ext uri="{FF2B5EF4-FFF2-40B4-BE49-F238E27FC236}">
                <a16:creationId xmlns:a16="http://schemas.microsoft.com/office/drawing/2014/main" id="{9AD367C8-3408-9625-33C2-4008FBB65410}"/>
              </a:ext>
            </a:extLst>
          </p:cNvPr>
          <p:cNvSpPr txBox="1"/>
          <p:nvPr/>
        </p:nvSpPr>
        <p:spPr>
          <a:xfrm>
            <a:off x="5868321" y="2919561"/>
            <a:ext cx="18389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Força de Engrenamento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260C6A46-1526-8EA6-7F99-B561285AFA9B}"/>
                  </a:ext>
                </a:extLst>
              </p:cNvPr>
              <p:cNvSpPr txBox="1"/>
              <p:nvPr/>
            </p:nvSpPr>
            <p:spPr>
              <a:xfrm>
                <a:off x="6985556" y="3188170"/>
                <a:ext cx="118923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400" i="1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i="1">
                              <a:latin typeface="Cambria Math" panose="020405030504060302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pt-BR" sz="1400" i="1">
                              <a:latin typeface="Cambria Math" panose="02040503050406030204" pitchFamily="18" charset="0"/>
                            </a:rPr>
                            <m:t>𝑟𝑒𝑙</m:t>
                          </m:r>
                        </m:sub>
                      </m:sSub>
                      <m:r>
                        <a:rPr lang="pt-BR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pt-BR" sz="1400" i="1">
                              <a:latin typeface="Cambria Math" panose="02040503050406030204" pitchFamily="18" charset="0"/>
                            </a:rPr>
                            <m:t>𝑟𝑒𝑙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260C6A46-1526-8EA6-7F99-B561285AF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556" y="3188170"/>
                <a:ext cx="1189236" cy="215444"/>
              </a:xfrm>
              <a:prstGeom prst="rect">
                <a:avLst/>
              </a:prstGeom>
              <a:blipFill>
                <a:blip r:embed="rId36"/>
                <a:stretch>
                  <a:fillRect l="-3077" b="-2571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20CC8697-AEF2-E8D4-1AA1-CAF397DAF6A2}"/>
                  </a:ext>
                </a:extLst>
              </p:cNvPr>
              <p:cNvSpPr txBox="1"/>
              <p:nvPr/>
            </p:nvSpPr>
            <p:spPr>
              <a:xfrm>
                <a:off x="7846492" y="3857302"/>
                <a:ext cx="1801406" cy="2154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l-GR" sz="1400" i="1">
                                  <a:latin typeface="Cambria Math" panose="02040503050406030204" pitchFamily="18" charset="0"/>
                                </a:rPr>
                                <m:t>η</m:t>
                              </m:r>
                            </m:e>
                          </m:acc>
                        </m:e>
                        <m:sub>
                          <m:r>
                            <a:rPr lang="pt-BR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𝐾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1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20CC8697-AEF2-E8D4-1AA1-CAF397DAF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6492" y="3857302"/>
                <a:ext cx="1801406" cy="215444"/>
              </a:xfrm>
              <a:prstGeom prst="rect">
                <a:avLst/>
              </a:prstGeom>
              <a:blipFill>
                <a:blip r:embed="rId37"/>
                <a:stretch>
                  <a:fillRect b="-216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CC4E3C97-64CF-6EDC-56E2-81E3C0D544B3}"/>
                  </a:ext>
                </a:extLst>
              </p:cNvPr>
              <p:cNvSpPr txBox="1"/>
              <p:nvPr/>
            </p:nvSpPr>
            <p:spPr>
              <a:xfrm>
                <a:off x="9914926" y="3854491"/>
                <a:ext cx="1832679" cy="2154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l-GR" sz="1400" i="1">
                                  <a:latin typeface="Cambria Math" panose="02040503050406030204" pitchFamily="18" charset="0"/>
                                </a:rPr>
                                <m:t>η</m:t>
                              </m:r>
                            </m:e>
                          </m:acc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𝐾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1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1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CC4E3C97-64CF-6EDC-56E2-81E3C0D54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4926" y="3854491"/>
                <a:ext cx="1832679" cy="215444"/>
              </a:xfrm>
              <a:prstGeom prst="rect">
                <a:avLst/>
              </a:prstGeom>
              <a:blipFill>
                <a:blip r:embed="rId38"/>
                <a:stretch>
                  <a:fillRect b="-2105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3" name="TextBox 342">
                <a:extLst>
                  <a:ext uri="{FF2B5EF4-FFF2-40B4-BE49-F238E27FC236}">
                    <a16:creationId xmlns:a16="http://schemas.microsoft.com/office/drawing/2014/main" id="{97AC8E7D-A85F-3780-7A78-51DFE8BFFDD0}"/>
                  </a:ext>
                </a:extLst>
              </p:cNvPr>
              <p:cNvSpPr txBox="1"/>
              <p:nvPr/>
            </p:nvSpPr>
            <p:spPr>
              <a:xfrm>
                <a:off x="4907240" y="3885591"/>
                <a:ext cx="1229057" cy="22839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l-GR" sz="1400" i="1">
                                  <a:latin typeface="Cambria Math" panose="02040503050406030204" pitchFamily="18" charset="0"/>
                                </a:rPr>
                                <m:t>ξ</m:t>
                              </m:r>
                            </m:e>
                          </m:acc>
                        </m:e>
                        <m:sub>
                          <m:r>
                            <a:rPr lang="pt-BR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𝐾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b="0" i="1" smtClean="0">
                              <a:latin typeface="Cambria Math" panose="02040503050406030204" pitchFamily="18" charset="0"/>
                            </a:rPr>
                            <m:t>ξ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1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43" name="TextBox 342">
                <a:extLst>
                  <a:ext uri="{FF2B5EF4-FFF2-40B4-BE49-F238E27FC236}">
                    <a16:creationId xmlns:a16="http://schemas.microsoft.com/office/drawing/2014/main" id="{97AC8E7D-A85F-3780-7A78-51DFE8BFF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7240" y="3885591"/>
                <a:ext cx="1229057" cy="228396"/>
              </a:xfrm>
              <a:prstGeom prst="rect">
                <a:avLst/>
              </a:prstGeom>
              <a:blipFill>
                <a:blip r:embed="rId39"/>
                <a:stretch>
                  <a:fillRect l="-1961" r="-2941" b="-3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0DA6C88C-8872-AA2E-C5F4-D232109FBCB7}"/>
                  </a:ext>
                </a:extLst>
              </p:cNvPr>
              <p:cNvSpPr txBox="1"/>
              <p:nvPr/>
            </p:nvSpPr>
            <p:spPr>
              <a:xfrm>
                <a:off x="6388781" y="3860908"/>
                <a:ext cx="1227778" cy="22839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l-GR" sz="1400" i="1">
                                  <a:latin typeface="Cambria Math" panose="02040503050406030204" pitchFamily="18" charset="0"/>
                                </a:rPr>
                                <m:t>ξ</m:t>
                              </m:r>
                            </m:e>
                          </m:acc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𝐾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b="0" i="1" smtClean="0">
                              <a:latin typeface="Cambria Math" panose="02040503050406030204" pitchFamily="18" charset="0"/>
                            </a:rPr>
                            <m:t>ξ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1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0DA6C88C-8872-AA2E-C5F4-D232109FB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781" y="3860908"/>
                <a:ext cx="1227778" cy="228396"/>
              </a:xfrm>
              <a:prstGeom prst="rect">
                <a:avLst/>
              </a:prstGeom>
              <a:blipFill>
                <a:blip r:embed="rId40"/>
                <a:stretch>
                  <a:fillRect l="-2463" r="-3941" b="-3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5" name="TextBox 344">
                <a:extLst>
                  <a:ext uri="{FF2B5EF4-FFF2-40B4-BE49-F238E27FC236}">
                    <a16:creationId xmlns:a16="http://schemas.microsoft.com/office/drawing/2014/main" id="{FAEB54B7-14F7-F89F-20B4-16546A11C1DC}"/>
                  </a:ext>
                </a:extLst>
              </p:cNvPr>
              <p:cNvSpPr txBox="1"/>
              <p:nvPr/>
            </p:nvSpPr>
            <p:spPr>
              <a:xfrm>
                <a:off x="4820144" y="4383424"/>
                <a:ext cx="1440001" cy="2255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l-GR" sz="1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acc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1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45" name="TextBox 344">
                <a:extLst>
                  <a:ext uri="{FF2B5EF4-FFF2-40B4-BE49-F238E27FC236}">
                    <a16:creationId xmlns:a16="http://schemas.microsoft.com/office/drawing/2014/main" id="{FAEB54B7-14F7-F89F-20B4-16546A11C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0144" y="4383424"/>
                <a:ext cx="1440001" cy="225511"/>
              </a:xfrm>
              <a:prstGeom prst="rect">
                <a:avLst/>
              </a:prstGeom>
              <a:blipFill>
                <a:blip r:embed="rId41"/>
                <a:stretch>
                  <a:fillRect t="-5405" b="-297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92BB1618-CEDF-FC3A-8C2C-439E0010E602}"/>
                  </a:ext>
                </a:extLst>
              </p:cNvPr>
              <p:cNvSpPr txBox="1"/>
              <p:nvPr/>
            </p:nvSpPr>
            <p:spPr>
              <a:xfrm>
                <a:off x="6361231" y="4345551"/>
                <a:ext cx="1440000" cy="2255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l-GR" sz="1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acc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1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92BB1618-CEDF-FC3A-8C2C-439E0010E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1231" y="4345551"/>
                <a:ext cx="1440000" cy="225511"/>
              </a:xfrm>
              <a:prstGeom prst="rect">
                <a:avLst/>
              </a:prstGeom>
              <a:blipFill>
                <a:blip r:embed="rId42"/>
                <a:stretch>
                  <a:fillRect t="-8108" b="-2702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9826E401-F65B-FDCB-A388-3551CED21D65}"/>
                  </a:ext>
                </a:extLst>
              </p:cNvPr>
              <p:cNvSpPr txBox="1"/>
              <p:nvPr/>
            </p:nvSpPr>
            <p:spPr>
              <a:xfrm>
                <a:off x="7953411" y="4229088"/>
                <a:ext cx="1016680" cy="533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l-GR" sz="1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̈"/>
                                  <m:ctrlPr>
                                    <a:rPr lang="pt-BR" sz="1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1400" i="1">
                                      <a:latin typeface="Cambria Math" panose="02040503050406030204" pitchFamily="18" charset="0"/>
                                    </a:rPr>
                                    <m:t>u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14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9826E401-F65B-FDCB-A388-3551CED21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3411" y="4229088"/>
                <a:ext cx="1016680" cy="533159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93A2A54E-AF9D-696F-80CB-31985D1983B5}"/>
                  </a:ext>
                </a:extLst>
              </p:cNvPr>
              <p:cNvSpPr txBox="1"/>
              <p:nvPr/>
            </p:nvSpPr>
            <p:spPr>
              <a:xfrm>
                <a:off x="4801768" y="4848612"/>
                <a:ext cx="1440000" cy="26270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sz="1400" i="1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1400" i="1">
                                  <a:latin typeface="Cambria Math" panose="02040503050406030204" pitchFamily="18" charset="0"/>
                                </a:rPr>
                                <m:t>eq</m:t>
                              </m:r>
                            </m:sub>
                          </m:sSub>
                        </m:e>
                        <m:sub>
                          <m:r>
                            <a:rPr lang="pt-BR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</m:acc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1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93A2A54E-AF9D-696F-80CB-31985D198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1768" y="4848612"/>
                <a:ext cx="1440000" cy="262701"/>
              </a:xfrm>
              <a:prstGeom prst="rect">
                <a:avLst/>
              </a:prstGeom>
              <a:blipFill>
                <a:blip r:embed="rId44"/>
                <a:stretch>
                  <a:fillRect b="-133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0EAF414C-516B-8034-9903-5A1FDB05C19B}"/>
                  </a:ext>
                </a:extLst>
              </p:cNvPr>
              <p:cNvSpPr txBox="1"/>
              <p:nvPr/>
            </p:nvSpPr>
            <p:spPr>
              <a:xfrm>
                <a:off x="6403381" y="4829760"/>
                <a:ext cx="1440000" cy="26270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eq</m:t>
                              </m:r>
                            </m:sub>
                          </m:sSub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</m:acc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1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0EAF414C-516B-8034-9903-5A1FDB05C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381" y="4829760"/>
                <a:ext cx="1440000" cy="262701"/>
              </a:xfrm>
              <a:prstGeom prst="rect">
                <a:avLst/>
              </a:prstGeom>
              <a:blipFill>
                <a:blip r:embed="rId45"/>
                <a:stretch>
                  <a:fillRect b="-133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B53ABF9D-7267-88A6-FE95-A69F5FB2BE48}"/>
                  </a:ext>
                </a:extLst>
              </p:cNvPr>
              <p:cNvSpPr txBox="1"/>
              <p:nvPr/>
            </p:nvSpPr>
            <p:spPr>
              <a:xfrm>
                <a:off x="8981763" y="4238627"/>
                <a:ext cx="1025467" cy="5502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eq</m:t>
                              </m:r>
                            </m:sub>
                          </m:sSub>
                        </m:e>
                        <m:sub>
                          <m:r>
                            <m:rPr>
                              <m:sty m:val="p"/>
                            </m:rP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pt-B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1400" b="0" i="1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t-BR" sz="1400" b="0" i="1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B53ABF9D-7267-88A6-FE95-A69F5FB2B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1763" y="4238627"/>
                <a:ext cx="1025467" cy="550215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3" name="TextBox 352">
            <a:extLst>
              <a:ext uri="{FF2B5EF4-FFF2-40B4-BE49-F238E27FC236}">
                <a16:creationId xmlns:a16="http://schemas.microsoft.com/office/drawing/2014/main" id="{4D0BA3AE-0CCC-C0B5-FE07-24C1F4512AF2}"/>
              </a:ext>
            </a:extLst>
          </p:cNvPr>
          <p:cNvSpPr txBox="1"/>
          <p:nvPr/>
        </p:nvSpPr>
        <p:spPr>
          <a:xfrm>
            <a:off x="4820144" y="3547153"/>
            <a:ext cx="18726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Equações do Movimento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C1EBCF-E340-6D24-B8B1-ECDF9FEBB1CB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587367" y="5496081"/>
            <a:ext cx="7119425" cy="10524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311314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57EC6-56FB-49DB-B1CF-50287E2AC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296B351F-6C0E-AAE2-DF95-502401A05AD3}"/>
              </a:ext>
            </a:extLst>
          </p:cNvPr>
          <p:cNvCxnSpPr>
            <a:cxnSpLocks/>
          </p:cNvCxnSpPr>
          <p:nvPr/>
        </p:nvCxnSpPr>
        <p:spPr>
          <a:xfrm>
            <a:off x="-24893" y="905258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EB9B9927-61B7-9387-6AE4-665B7489B85F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2CE00A53-2D99-7A62-4813-A079B5882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F5BE42B3-0E6F-CC40-52AA-561C46A261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DA1DE3EA-F1DA-AEFA-9229-ACD8A4123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C1C0412B-298A-085C-1772-12D3692294CD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Sistema Simplificado com base no modelo de Yi et al 2019</a:t>
            </a:r>
            <a:endParaRPr lang="pt-BR" sz="2400" b="1" noProof="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CED6FE8-FA9C-4FEA-E21A-5E3117E9C0CF}"/>
              </a:ext>
            </a:extLst>
          </p:cNvPr>
          <p:cNvCxnSpPr>
            <a:cxnSpLocks/>
            <a:stCxn id="17" idx="2"/>
            <a:endCxn id="10" idx="6"/>
          </p:cNvCxnSpPr>
          <p:nvPr/>
        </p:nvCxnSpPr>
        <p:spPr>
          <a:xfrm flipH="1">
            <a:off x="2431758" y="2644902"/>
            <a:ext cx="587209" cy="23445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E525995-FC6E-7624-B2F9-8104AF5F9C46}"/>
              </a:ext>
            </a:extLst>
          </p:cNvPr>
          <p:cNvGrpSpPr/>
          <p:nvPr/>
        </p:nvGrpSpPr>
        <p:grpSpPr>
          <a:xfrm rot="17121185">
            <a:off x="2441813" y="3626718"/>
            <a:ext cx="566332" cy="407888"/>
            <a:chOff x="6417749" y="2353562"/>
            <a:chExt cx="713448" cy="556303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6A0D9F4-2BA0-44D5-A19E-2CE987CDD74E}"/>
                </a:ext>
              </a:extLst>
            </p:cNvPr>
            <p:cNvSpPr/>
            <p:nvPr/>
          </p:nvSpPr>
          <p:spPr>
            <a:xfrm>
              <a:off x="6434493" y="2353562"/>
              <a:ext cx="682626" cy="5563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E70056C5-1963-6AF2-1B6C-9C136E51311D}"/>
                </a:ext>
              </a:extLst>
            </p:cNvPr>
            <p:cNvGrpSpPr/>
            <p:nvPr/>
          </p:nvGrpSpPr>
          <p:grpSpPr>
            <a:xfrm>
              <a:off x="6417749" y="2385872"/>
              <a:ext cx="713448" cy="486942"/>
              <a:chOff x="5886500" y="4441099"/>
              <a:chExt cx="713448" cy="486942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589384BE-5E59-31E9-0EE9-3F6BF778C7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74814" y="4441099"/>
                <a:ext cx="164049" cy="48000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DE363D1C-4B8E-08F8-15A2-7186332169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138863" y="4448038"/>
                <a:ext cx="187287" cy="48000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0D3EE8F0-A23E-5E31-1BB8-E42C4AF63AF5}"/>
                  </a:ext>
                </a:extLst>
              </p:cNvPr>
              <p:cNvCxnSpPr>
                <a:cxnSpLocks/>
              </p:cNvCxnSpPr>
              <p:nvPr/>
            </p:nvCxnSpPr>
            <p:spPr>
              <a:xfrm rot="4949640" flipH="1" flipV="1">
                <a:off x="6411879" y="4737372"/>
                <a:ext cx="253496" cy="12264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3539510C-287B-3B6D-D179-4EF1B20AA6F8}"/>
                  </a:ext>
                </a:extLst>
              </p:cNvPr>
              <p:cNvCxnSpPr>
                <a:cxnSpLocks/>
              </p:cNvCxnSpPr>
              <p:nvPr/>
            </p:nvCxnSpPr>
            <p:spPr>
              <a:xfrm rot="4949640" flipH="1" flipV="1">
                <a:off x="5814673" y="4518719"/>
                <a:ext cx="248659" cy="10500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6F36FB74-D945-DBC5-2C74-D525EA6B58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26150" y="4448038"/>
                <a:ext cx="164049" cy="48000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84839B2F-A78C-3E8E-6348-B1A11700382F}"/>
              </a:ext>
            </a:extLst>
          </p:cNvPr>
          <p:cNvCxnSpPr>
            <a:cxnSpLocks/>
          </p:cNvCxnSpPr>
          <p:nvPr/>
        </p:nvCxnSpPr>
        <p:spPr>
          <a:xfrm>
            <a:off x="2771477" y="2645040"/>
            <a:ext cx="6092" cy="903807"/>
          </a:xfrm>
          <a:prstGeom prst="line">
            <a:avLst/>
          </a:prstGeom>
          <a:ln w="9525">
            <a:solidFill>
              <a:schemeClr val="tx1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BE9A1117-4EAF-8FBE-FB08-B2CC3742366E}"/>
              </a:ext>
            </a:extLst>
          </p:cNvPr>
          <p:cNvGrpSpPr/>
          <p:nvPr/>
        </p:nvGrpSpPr>
        <p:grpSpPr>
          <a:xfrm>
            <a:off x="166675" y="5888872"/>
            <a:ext cx="587269" cy="704745"/>
            <a:chOff x="166675" y="5888872"/>
            <a:chExt cx="587269" cy="704745"/>
          </a:xfrm>
        </p:grpSpPr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058F29C1-5387-480E-65A7-B98BBC865E48}"/>
                </a:ext>
              </a:extLst>
            </p:cNvPr>
            <p:cNvGrpSpPr/>
            <p:nvPr/>
          </p:nvGrpSpPr>
          <p:grpSpPr>
            <a:xfrm>
              <a:off x="247402" y="6136225"/>
              <a:ext cx="360795" cy="360000"/>
              <a:chOff x="6985000" y="3492499"/>
              <a:chExt cx="360795" cy="360000"/>
            </a:xfrm>
          </p:grpSpPr>
          <p:cxnSp>
            <p:nvCxnSpPr>
              <p:cNvPr id="185" name="Straight Arrow Connector 184">
                <a:extLst>
                  <a:ext uri="{FF2B5EF4-FFF2-40B4-BE49-F238E27FC236}">
                    <a16:creationId xmlns:a16="http://schemas.microsoft.com/office/drawing/2014/main" id="{12642F95-7FB0-63BE-FCC4-EB60C544F9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85000" y="3492499"/>
                <a:ext cx="0" cy="36000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Arrow Connector 186">
                <a:extLst>
                  <a:ext uri="{FF2B5EF4-FFF2-40B4-BE49-F238E27FC236}">
                    <a16:creationId xmlns:a16="http://schemas.microsoft.com/office/drawing/2014/main" id="{648B3D12-F338-4A90-46B6-31836852DB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5795" y="3842169"/>
                <a:ext cx="3600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3288637E-DD8E-5A7F-588A-C041D958E223}"/>
                    </a:ext>
                  </a:extLst>
                </p:cNvPr>
                <p:cNvSpPr txBox="1"/>
                <p:nvPr/>
              </p:nvSpPr>
              <p:spPr>
                <a:xfrm>
                  <a:off x="584475" y="6378173"/>
                  <a:ext cx="169469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3288637E-DD8E-5A7F-588A-C041D958E2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475" y="6378173"/>
                  <a:ext cx="169469" cy="215444"/>
                </a:xfrm>
                <a:prstGeom prst="rect">
                  <a:avLst/>
                </a:prstGeom>
                <a:blipFill>
                  <a:blip r:embed="rId6"/>
                  <a:stretch>
                    <a:fillRect l="-21429" r="-17857" b="-555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2B2CF7A6-1344-7848-1973-C59289423306}"/>
                    </a:ext>
                  </a:extLst>
                </p:cNvPr>
                <p:cNvSpPr txBox="1"/>
                <p:nvPr/>
              </p:nvSpPr>
              <p:spPr>
                <a:xfrm>
                  <a:off x="166675" y="5888872"/>
                  <a:ext cx="16145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2B2CF7A6-1344-7848-1973-C592894233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675" y="5888872"/>
                  <a:ext cx="161454" cy="215444"/>
                </a:xfrm>
                <a:prstGeom prst="rect">
                  <a:avLst/>
                </a:prstGeom>
                <a:blipFill>
                  <a:blip r:embed="rId7"/>
                  <a:stretch>
                    <a:fillRect l="-22222" r="-14815" b="-857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6" name="TextBox 255">
            <a:extLst>
              <a:ext uri="{FF2B5EF4-FFF2-40B4-BE49-F238E27FC236}">
                <a16:creationId xmlns:a16="http://schemas.microsoft.com/office/drawing/2014/main" id="{5857766C-4D9B-F56D-17C9-39C6F9C4B1E7}"/>
              </a:ext>
            </a:extLst>
          </p:cNvPr>
          <p:cNvSpPr txBox="1"/>
          <p:nvPr/>
        </p:nvSpPr>
        <p:spPr>
          <a:xfrm>
            <a:off x="1748214" y="2476236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pt-BR" dirty="0"/>
          </a:p>
        </p:txBody>
      </p: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93E83666-26D7-2FBA-4DBB-A0F153105FE6}"/>
              </a:ext>
            </a:extLst>
          </p:cNvPr>
          <p:cNvGrpSpPr/>
          <p:nvPr/>
        </p:nvGrpSpPr>
        <p:grpSpPr>
          <a:xfrm>
            <a:off x="2789794" y="2499198"/>
            <a:ext cx="180000" cy="421824"/>
            <a:chOff x="2098009" y="2702430"/>
            <a:chExt cx="180000" cy="421824"/>
          </a:xfrm>
        </p:grpSpPr>
        <p:sp>
          <p:nvSpPr>
            <p:cNvPr id="257" name="Arc 256">
              <a:extLst>
                <a:ext uri="{FF2B5EF4-FFF2-40B4-BE49-F238E27FC236}">
                  <a16:creationId xmlns:a16="http://schemas.microsoft.com/office/drawing/2014/main" id="{01773A89-C303-4DEF-6FAA-4F4BA57D6F1D}"/>
                </a:ext>
              </a:extLst>
            </p:cNvPr>
            <p:cNvSpPr/>
            <p:nvPr/>
          </p:nvSpPr>
          <p:spPr>
            <a:xfrm rot="18310592">
              <a:off x="2098009" y="2944254"/>
              <a:ext cx="180000" cy="180000"/>
            </a:xfrm>
            <a:prstGeom prst="arc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258" name="Straight Arrow Connector 257">
              <a:extLst>
                <a:ext uri="{FF2B5EF4-FFF2-40B4-BE49-F238E27FC236}">
                  <a16:creationId xmlns:a16="http://schemas.microsoft.com/office/drawing/2014/main" id="{34025ACE-537D-5B5F-8F40-72132C6B6D00}"/>
                </a:ext>
              </a:extLst>
            </p:cNvPr>
            <p:cNvCxnSpPr>
              <a:cxnSpLocks/>
            </p:cNvCxnSpPr>
            <p:nvPr/>
          </p:nvCxnSpPr>
          <p:spPr>
            <a:xfrm>
              <a:off x="2221093" y="2956467"/>
              <a:ext cx="51909" cy="304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1" name="TextBox 260">
                  <a:extLst>
                    <a:ext uri="{FF2B5EF4-FFF2-40B4-BE49-F238E27FC236}">
                      <a16:creationId xmlns:a16="http://schemas.microsoft.com/office/drawing/2014/main" id="{C304CCC3-77B9-110A-AADC-0698453B6A0C}"/>
                    </a:ext>
                  </a:extLst>
                </p:cNvPr>
                <p:cNvSpPr txBox="1"/>
                <p:nvPr/>
              </p:nvSpPr>
              <p:spPr>
                <a:xfrm>
                  <a:off x="2123778" y="2702430"/>
                  <a:ext cx="152285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sz="1400" i="1" smtClean="0">
                            <a:latin typeface="Cambria Math" panose="02040503050406030204" pitchFamily="18" charset="0"/>
                          </a:rPr>
                          <m:t>α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61" name="TextBox 260">
                  <a:extLst>
                    <a:ext uri="{FF2B5EF4-FFF2-40B4-BE49-F238E27FC236}">
                      <a16:creationId xmlns:a16="http://schemas.microsoft.com/office/drawing/2014/main" id="{C304CCC3-77B9-110A-AADC-0698453B6A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3778" y="2702430"/>
                  <a:ext cx="152285" cy="215444"/>
                </a:xfrm>
                <a:prstGeom prst="rect">
                  <a:avLst/>
                </a:prstGeom>
                <a:blipFill>
                  <a:blip r:embed="rId8"/>
                  <a:stretch>
                    <a:fillRect l="-16000" r="-12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BEE29D18-6993-F2A1-3E8E-0E46A4076969}"/>
                  </a:ext>
                </a:extLst>
              </p:cNvPr>
              <p:cNvSpPr txBox="1"/>
              <p:nvPr/>
            </p:nvSpPr>
            <p:spPr>
              <a:xfrm>
                <a:off x="2861996" y="3413324"/>
                <a:ext cx="28642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BEE29D18-6993-F2A1-3E8E-0E46A4076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996" y="3413324"/>
                <a:ext cx="286424" cy="215444"/>
              </a:xfrm>
              <a:prstGeom prst="rect">
                <a:avLst/>
              </a:prstGeom>
              <a:blipFill>
                <a:blip r:embed="rId9"/>
                <a:stretch>
                  <a:fillRect l="-12766" b="-171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1E78376E-91AD-23BC-AE94-511E42F12438}"/>
                  </a:ext>
                </a:extLst>
              </p:cNvPr>
              <p:cNvSpPr txBox="1"/>
              <p:nvPr/>
            </p:nvSpPr>
            <p:spPr>
              <a:xfrm rot="17019569">
                <a:off x="2300756" y="4379678"/>
                <a:ext cx="32848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𝐿𝑂𝐴</m:t>
                      </m:r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1E78376E-91AD-23BC-AE94-511E42F12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019569">
                <a:off x="2300756" y="4379678"/>
                <a:ext cx="328488" cy="184666"/>
              </a:xfrm>
              <a:prstGeom prst="rect">
                <a:avLst/>
              </a:prstGeom>
              <a:blipFill>
                <a:blip r:embed="rId10"/>
                <a:stretch>
                  <a:fillRect t="-4918" r="-6977" b="-81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3" name="Group 292">
            <a:extLst>
              <a:ext uri="{FF2B5EF4-FFF2-40B4-BE49-F238E27FC236}">
                <a16:creationId xmlns:a16="http://schemas.microsoft.com/office/drawing/2014/main" id="{CF2658B4-EA4B-5A4E-1759-07BB0CBE9D46}"/>
              </a:ext>
            </a:extLst>
          </p:cNvPr>
          <p:cNvGrpSpPr/>
          <p:nvPr/>
        </p:nvGrpSpPr>
        <p:grpSpPr>
          <a:xfrm rot="222480">
            <a:off x="1968255" y="3191898"/>
            <a:ext cx="308144" cy="623787"/>
            <a:chOff x="2000564" y="3191869"/>
            <a:chExt cx="308144" cy="623787"/>
          </a:xfrm>
        </p:grpSpPr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431A1541-C6D2-A2B3-70CE-6BA92A6AA8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3184" y="3191869"/>
              <a:ext cx="155524" cy="623787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7" name="TextBox 276">
                  <a:extLst>
                    <a:ext uri="{FF2B5EF4-FFF2-40B4-BE49-F238E27FC236}">
                      <a16:creationId xmlns:a16="http://schemas.microsoft.com/office/drawing/2014/main" id="{BCC8C094-421B-EA65-1A16-49B85A24B38E}"/>
                    </a:ext>
                  </a:extLst>
                </p:cNvPr>
                <p:cNvSpPr txBox="1"/>
                <p:nvPr/>
              </p:nvSpPr>
              <p:spPr>
                <a:xfrm rot="17076563">
                  <a:off x="1935610" y="3331242"/>
                  <a:ext cx="345351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1400" i="1" smtClean="0">
                                <a:latin typeface="Cambria Math" panose="02040503050406030204" pitchFamily="18" charset="0"/>
                              </a:rPr>
                              <m:t>η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𝑟𝑒𝑙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77" name="TextBox 276">
                  <a:extLst>
                    <a:ext uri="{FF2B5EF4-FFF2-40B4-BE49-F238E27FC236}">
                      <a16:creationId xmlns:a16="http://schemas.microsoft.com/office/drawing/2014/main" id="{BCC8C094-421B-EA65-1A16-49B85A24B3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7076563">
                  <a:off x="1935610" y="3331242"/>
                  <a:ext cx="345351" cy="215444"/>
                </a:xfrm>
                <a:prstGeom prst="rect">
                  <a:avLst/>
                </a:prstGeom>
                <a:blipFill>
                  <a:blip r:embed="rId11"/>
                  <a:stretch>
                    <a:fillRect r="-11538" b="-1212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2E8A996A-4158-F439-00F8-56FF226F79E7}"/>
              </a:ext>
            </a:extLst>
          </p:cNvPr>
          <p:cNvGrpSpPr/>
          <p:nvPr/>
        </p:nvGrpSpPr>
        <p:grpSpPr>
          <a:xfrm rot="152301">
            <a:off x="2246312" y="3330304"/>
            <a:ext cx="294612" cy="623787"/>
            <a:chOff x="2290096" y="3330304"/>
            <a:chExt cx="294612" cy="623787"/>
          </a:xfrm>
        </p:grpSpPr>
        <p:cxnSp>
          <p:nvCxnSpPr>
            <p:cNvPr id="280" name="Straight Arrow Connector 279">
              <a:extLst>
                <a:ext uri="{FF2B5EF4-FFF2-40B4-BE49-F238E27FC236}">
                  <a16:creationId xmlns:a16="http://schemas.microsoft.com/office/drawing/2014/main" id="{9D3D10E4-816C-7FE5-81C7-A88584CA58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29184" y="3330304"/>
              <a:ext cx="155524" cy="623787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1" name="TextBox 280">
                  <a:extLst>
                    <a:ext uri="{FF2B5EF4-FFF2-40B4-BE49-F238E27FC236}">
                      <a16:creationId xmlns:a16="http://schemas.microsoft.com/office/drawing/2014/main" id="{5950A3B9-14C4-83E8-51DE-7F7168B52079}"/>
                    </a:ext>
                  </a:extLst>
                </p:cNvPr>
                <p:cNvSpPr txBox="1"/>
                <p:nvPr/>
              </p:nvSpPr>
              <p:spPr>
                <a:xfrm rot="17043925">
                  <a:off x="2222738" y="3486236"/>
                  <a:ext cx="350160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𝑟𝑒𝑙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81" name="TextBox 280">
                  <a:extLst>
                    <a:ext uri="{FF2B5EF4-FFF2-40B4-BE49-F238E27FC236}">
                      <a16:creationId xmlns:a16="http://schemas.microsoft.com/office/drawing/2014/main" id="{5950A3B9-14C4-83E8-51DE-7F7168B520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7043925">
                  <a:off x="2222738" y="3486236"/>
                  <a:ext cx="350160" cy="215444"/>
                </a:xfrm>
                <a:prstGeom prst="rect">
                  <a:avLst/>
                </a:prstGeom>
                <a:blipFill>
                  <a:blip r:embed="rId12"/>
                  <a:stretch>
                    <a:fillRect r="-9804" b="-454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EFF2EF5E-750C-97B8-9B47-415E8D1251E7}"/>
              </a:ext>
            </a:extLst>
          </p:cNvPr>
          <p:cNvGrpSpPr/>
          <p:nvPr/>
        </p:nvGrpSpPr>
        <p:grpSpPr>
          <a:xfrm rot="227353">
            <a:off x="1365550" y="3052138"/>
            <a:ext cx="571512" cy="352389"/>
            <a:chOff x="1388980" y="3059411"/>
            <a:chExt cx="571512" cy="352389"/>
          </a:xfrm>
        </p:grpSpPr>
        <p:cxnSp>
          <p:nvCxnSpPr>
            <p:cNvPr id="282" name="Straight Arrow Connector 281">
              <a:extLst>
                <a:ext uri="{FF2B5EF4-FFF2-40B4-BE49-F238E27FC236}">
                  <a16:creationId xmlns:a16="http://schemas.microsoft.com/office/drawing/2014/main" id="{1EADEBE2-718E-FA77-F27B-68AAE512AC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88980" y="3226477"/>
              <a:ext cx="571512" cy="185323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3" name="TextBox 282">
                  <a:extLst>
                    <a:ext uri="{FF2B5EF4-FFF2-40B4-BE49-F238E27FC236}">
                      <a16:creationId xmlns:a16="http://schemas.microsoft.com/office/drawing/2014/main" id="{11192FFD-DCC4-63DF-9684-9D5A53838BA8}"/>
                    </a:ext>
                  </a:extLst>
                </p:cNvPr>
                <p:cNvSpPr txBox="1"/>
                <p:nvPr/>
              </p:nvSpPr>
              <p:spPr>
                <a:xfrm rot="1105776">
                  <a:off x="1532376" y="3059411"/>
                  <a:ext cx="345351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1400" i="1">
                                <a:latin typeface="Cambria Math" panose="02040503050406030204" pitchFamily="18" charset="0"/>
                              </a:rPr>
                              <m:t>ξ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𝑟𝑒𝑙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83" name="TextBox 282">
                  <a:extLst>
                    <a:ext uri="{FF2B5EF4-FFF2-40B4-BE49-F238E27FC236}">
                      <a16:creationId xmlns:a16="http://schemas.microsoft.com/office/drawing/2014/main" id="{11192FFD-DCC4-63DF-9684-9D5A53838B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105776">
                  <a:off x="1532376" y="3059411"/>
                  <a:ext cx="345351" cy="215444"/>
                </a:xfrm>
                <a:prstGeom prst="rect">
                  <a:avLst/>
                </a:prstGeom>
                <a:blipFill>
                  <a:blip r:embed="rId13"/>
                  <a:stretch>
                    <a:fillRect l="-16418" t="-1818" b="-909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6" name="Straight Arrow Connector 285">
            <a:extLst>
              <a:ext uri="{FF2B5EF4-FFF2-40B4-BE49-F238E27FC236}">
                <a16:creationId xmlns:a16="http://schemas.microsoft.com/office/drawing/2014/main" id="{36BC0603-0CB4-DC25-D0DF-0D82EDD75C2F}"/>
              </a:ext>
            </a:extLst>
          </p:cNvPr>
          <p:cNvCxnSpPr>
            <a:cxnSpLocks/>
          </p:cNvCxnSpPr>
          <p:nvPr/>
        </p:nvCxnSpPr>
        <p:spPr>
          <a:xfrm flipH="1">
            <a:off x="2981149" y="3717484"/>
            <a:ext cx="86596" cy="37466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5AB7CB54-A6EC-C022-6002-C9F091C6EA9E}"/>
                  </a:ext>
                </a:extLst>
              </p:cNvPr>
              <p:cNvSpPr txBox="1"/>
              <p:nvPr/>
            </p:nvSpPr>
            <p:spPr>
              <a:xfrm>
                <a:off x="3033044" y="3824152"/>
                <a:ext cx="14427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400" i="1" smtClean="0">
                          <a:latin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5AB7CB54-A6EC-C022-6002-C9F091C6E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044" y="3824152"/>
                <a:ext cx="144270" cy="215444"/>
              </a:xfrm>
              <a:prstGeom prst="rect">
                <a:avLst/>
              </a:prstGeom>
              <a:blipFill>
                <a:blip r:embed="rId14"/>
                <a:stretch>
                  <a:fillRect l="-30435" r="-26087" b="-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2" name="Group 311">
            <a:extLst>
              <a:ext uri="{FF2B5EF4-FFF2-40B4-BE49-F238E27FC236}">
                <a16:creationId xmlns:a16="http://schemas.microsoft.com/office/drawing/2014/main" id="{5E0F66A6-DDEC-027D-801E-8B056DF73E6B}"/>
              </a:ext>
            </a:extLst>
          </p:cNvPr>
          <p:cNvGrpSpPr/>
          <p:nvPr/>
        </p:nvGrpSpPr>
        <p:grpSpPr>
          <a:xfrm>
            <a:off x="155650" y="4083675"/>
            <a:ext cx="2377056" cy="2518392"/>
            <a:chOff x="155650" y="4083675"/>
            <a:chExt cx="2377056" cy="2518392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E4810B9-13D2-F13B-06E3-892F59E9D0CA}"/>
                </a:ext>
              </a:extLst>
            </p:cNvPr>
            <p:cNvSpPr/>
            <p:nvPr/>
          </p:nvSpPr>
          <p:spPr>
            <a:xfrm>
              <a:off x="991758" y="4269486"/>
              <a:ext cx="1440000" cy="1440000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9660168D-0A9B-E291-45C6-EEFBAA3A7239}"/>
                </a:ext>
              </a:extLst>
            </p:cNvPr>
            <p:cNvGrpSpPr/>
            <p:nvPr/>
          </p:nvGrpSpPr>
          <p:grpSpPr>
            <a:xfrm rot="10800000">
              <a:off x="155650" y="4712835"/>
              <a:ext cx="1564242" cy="507677"/>
              <a:chOff x="3393009" y="2411648"/>
              <a:chExt cx="1795377" cy="577342"/>
            </a:xfrm>
          </p:grpSpPr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5D2A6579-F915-07E1-4958-FEB936C41EE3}"/>
                  </a:ext>
                </a:extLst>
              </p:cNvPr>
              <p:cNvGrpSpPr/>
              <p:nvPr/>
            </p:nvGrpSpPr>
            <p:grpSpPr>
              <a:xfrm>
                <a:off x="4312595" y="2448037"/>
                <a:ext cx="523809" cy="456431"/>
                <a:chOff x="6417749" y="2353562"/>
                <a:chExt cx="713448" cy="556303"/>
              </a:xfrm>
            </p:grpSpPr>
            <p:sp>
              <p:nvSpPr>
                <p:cNvPr id="146" name="Rectangle 145">
                  <a:extLst>
                    <a:ext uri="{FF2B5EF4-FFF2-40B4-BE49-F238E27FC236}">
                      <a16:creationId xmlns:a16="http://schemas.microsoft.com/office/drawing/2014/main" id="{5473684C-3739-E7BB-B6A0-681009863D66}"/>
                    </a:ext>
                  </a:extLst>
                </p:cNvPr>
                <p:cNvSpPr/>
                <p:nvPr/>
              </p:nvSpPr>
              <p:spPr>
                <a:xfrm>
                  <a:off x="6434493" y="2353562"/>
                  <a:ext cx="682626" cy="55630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grpSp>
              <p:nvGrpSpPr>
                <p:cNvPr id="147" name="Group 146">
                  <a:extLst>
                    <a:ext uri="{FF2B5EF4-FFF2-40B4-BE49-F238E27FC236}">
                      <a16:creationId xmlns:a16="http://schemas.microsoft.com/office/drawing/2014/main" id="{F22DD48C-FAB1-D49D-0E34-3347C55FF68D}"/>
                    </a:ext>
                  </a:extLst>
                </p:cNvPr>
                <p:cNvGrpSpPr/>
                <p:nvPr/>
              </p:nvGrpSpPr>
              <p:grpSpPr>
                <a:xfrm>
                  <a:off x="6417749" y="2385872"/>
                  <a:ext cx="713448" cy="486942"/>
                  <a:chOff x="5886500" y="4441099"/>
                  <a:chExt cx="713448" cy="486942"/>
                </a:xfrm>
              </p:grpSpPr>
              <p:cxnSp>
                <p:nvCxnSpPr>
                  <p:cNvPr id="148" name="Straight Connector 147">
                    <a:extLst>
                      <a:ext uri="{FF2B5EF4-FFF2-40B4-BE49-F238E27FC236}">
                        <a16:creationId xmlns:a16="http://schemas.microsoft.com/office/drawing/2014/main" id="{A0EA67C5-B163-96C7-2D52-F2EDDE8010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974814" y="4441099"/>
                    <a:ext cx="164049" cy="480003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9" name="Straight Connector 148">
                    <a:extLst>
                      <a:ext uri="{FF2B5EF4-FFF2-40B4-BE49-F238E27FC236}">
                        <a16:creationId xmlns:a16="http://schemas.microsoft.com/office/drawing/2014/main" id="{CFC88140-242D-9C62-6ED1-5A5FA64C1E0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138863" y="4448038"/>
                    <a:ext cx="187287" cy="480003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" name="Straight Connector 149">
                    <a:extLst>
                      <a:ext uri="{FF2B5EF4-FFF2-40B4-BE49-F238E27FC236}">
                        <a16:creationId xmlns:a16="http://schemas.microsoft.com/office/drawing/2014/main" id="{4B9CE5DF-8FC3-A684-A544-9D77D128CC6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4949640" flipH="1" flipV="1">
                    <a:off x="6411879" y="4737372"/>
                    <a:ext cx="253496" cy="122643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1" name="Straight Connector 150">
                    <a:extLst>
                      <a:ext uri="{FF2B5EF4-FFF2-40B4-BE49-F238E27FC236}">
                        <a16:creationId xmlns:a16="http://schemas.microsoft.com/office/drawing/2014/main" id="{B8E13994-94D3-133C-66CF-5E7E95B9AE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4949640" flipH="1" flipV="1">
                    <a:off x="5814673" y="4518719"/>
                    <a:ext cx="248659" cy="10500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" name="Straight Connector 151">
                    <a:extLst>
                      <a:ext uri="{FF2B5EF4-FFF2-40B4-BE49-F238E27FC236}">
                        <a16:creationId xmlns:a16="http://schemas.microsoft.com/office/drawing/2014/main" id="{C4296520-2E2F-3929-0CB9-861661105D2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26150" y="4448038"/>
                    <a:ext cx="164049" cy="480003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F5DB1B69-2565-7BDB-947E-53E007ABD7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93009" y="2671460"/>
                <a:ext cx="928184" cy="4793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8" name="Group 137">
                <a:extLst>
                  <a:ext uri="{FF2B5EF4-FFF2-40B4-BE49-F238E27FC236}">
                    <a16:creationId xmlns:a16="http://schemas.microsoft.com/office/drawing/2014/main" id="{EC6907EC-BEB1-6565-6A6B-CA81DFCAB7F3}"/>
                  </a:ext>
                </a:extLst>
              </p:cNvPr>
              <p:cNvGrpSpPr/>
              <p:nvPr/>
            </p:nvGrpSpPr>
            <p:grpSpPr>
              <a:xfrm>
                <a:off x="4813416" y="2411648"/>
                <a:ext cx="374970" cy="577342"/>
                <a:chOff x="4813416" y="2411648"/>
                <a:chExt cx="374970" cy="577342"/>
              </a:xfrm>
            </p:grpSpPr>
            <p:cxnSp>
              <p:nvCxnSpPr>
                <p:cNvPr id="139" name="Straight Connector 138">
                  <a:extLst>
                    <a:ext uri="{FF2B5EF4-FFF2-40B4-BE49-F238E27FC236}">
                      <a16:creationId xmlns:a16="http://schemas.microsoft.com/office/drawing/2014/main" id="{8F7799AB-E23D-39A4-6DE6-74DA248ACB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13416" y="2666938"/>
                  <a:ext cx="260452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Connector 139">
                  <a:extLst>
                    <a:ext uri="{FF2B5EF4-FFF2-40B4-BE49-F238E27FC236}">
                      <a16:creationId xmlns:a16="http://schemas.microsoft.com/office/drawing/2014/main" id="{D8D9AB52-5B10-33EB-A0CC-967134188F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73868" y="2411648"/>
                  <a:ext cx="0" cy="51058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Connector 140">
                  <a:extLst>
                    <a:ext uri="{FF2B5EF4-FFF2-40B4-BE49-F238E27FC236}">
                      <a16:creationId xmlns:a16="http://schemas.microsoft.com/office/drawing/2014/main" id="{965D8E4C-D12F-DC4C-DFD7-DF4346C85C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73868" y="2425995"/>
                  <a:ext cx="108168" cy="8674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Connector 141">
                  <a:extLst>
                    <a:ext uri="{FF2B5EF4-FFF2-40B4-BE49-F238E27FC236}">
                      <a16:creationId xmlns:a16="http://schemas.microsoft.com/office/drawing/2014/main" id="{24B8EEAC-CC50-D8C8-FB6D-EF6EDD1F0E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67518" y="2546645"/>
                  <a:ext cx="108168" cy="8674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>
                  <a:extLst>
                    <a:ext uri="{FF2B5EF4-FFF2-40B4-BE49-F238E27FC236}">
                      <a16:creationId xmlns:a16="http://schemas.microsoft.com/office/drawing/2014/main" id="{847A330A-4A8D-EC96-178E-29219D17BB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73868" y="2679995"/>
                  <a:ext cx="108168" cy="8674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>
                  <a:extLst>
                    <a:ext uri="{FF2B5EF4-FFF2-40B4-BE49-F238E27FC236}">
                      <a16:creationId xmlns:a16="http://schemas.microsoft.com/office/drawing/2014/main" id="{6AB213A0-5C50-4A3B-56FB-714F7CEAB6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80218" y="2794295"/>
                  <a:ext cx="108168" cy="8674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>
                  <a:extLst>
                    <a:ext uri="{FF2B5EF4-FFF2-40B4-BE49-F238E27FC236}">
                      <a16:creationId xmlns:a16="http://schemas.microsoft.com/office/drawing/2014/main" id="{BA13035B-FAD3-C060-96ED-9DD110ED14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67518" y="2902245"/>
                  <a:ext cx="108168" cy="8674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C17A8AD3-9D41-4449-15AE-D3CB9F054E0F}"/>
                </a:ext>
              </a:extLst>
            </p:cNvPr>
            <p:cNvGrpSpPr/>
            <p:nvPr/>
          </p:nvGrpSpPr>
          <p:grpSpPr>
            <a:xfrm rot="5400000">
              <a:off x="890812" y="5539507"/>
              <a:ext cx="1622104" cy="503016"/>
              <a:chOff x="3343691" y="2411648"/>
              <a:chExt cx="1844695" cy="577342"/>
            </a:xfrm>
          </p:grpSpPr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E4F2E193-2AB9-7477-C998-E954AE18D566}"/>
                  </a:ext>
                </a:extLst>
              </p:cNvPr>
              <p:cNvGrpSpPr/>
              <p:nvPr/>
            </p:nvGrpSpPr>
            <p:grpSpPr>
              <a:xfrm>
                <a:off x="4312595" y="2448037"/>
                <a:ext cx="523809" cy="456431"/>
                <a:chOff x="6417749" y="2353562"/>
                <a:chExt cx="713448" cy="556303"/>
              </a:xfrm>
            </p:grpSpPr>
            <p:sp>
              <p:nvSpPr>
                <p:cNvPr id="164" name="Rectangle 163">
                  <a:extLst>
                    <a:ext uri="{FF2B5EF4-FFF2-40B4-BE49-F238E27FC236}">
                      <a16:creationId xmlns:a16="http://schemas.microsoft.com/office/drawing/2014/main" id="{F3C02A69-7C39-8AD8-E474-7C24E7F54ACD}"/>
                    </a:ext>
                  </a:extLst>
                </p:cNvPr>
                <p:cNvSpPr/>
                <p:nvPr/>
              </p:nvSpPr>
              <p:spPr>
                <a:xfrm>
                  <a:off x="6434493" y="2353562"/>
                  <a:ext cx="682626" cy="55630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C65836D1-6CA3-2DDB-276C-DBBA970BD51D}"/>
                    </a:ext>
                  </a:extLst>
                </p:cNvPr>
                <p:cNvGrpSpPr/>
                <p:nvPr/>
              </p:nvGrpSpPr>
              <p:grpSpPr>
                <a:xfrm>
                  <a:off x="6417749" y="2385872"/>
                  <a:ext cx="713448" cy="486942"/>
                  <a:chOff x="5886500" y="4441099"/>
                  <a:chExt cx="713448" cy="486942"/>
                </a:xfrm>
              </p:grpSpPr>
              <p:cxnSp>
                <p:nvCxnSpPr>
                  <p:cNvPr id="166" name="Straight Connector 165">
                    <a:extLst>
                      <a:ext uri="{FF2B5EF4-FFF2-40B4-BE49-F238E27FC236}">
                        <a16:creationId xmlns:a16="http://schemas.microsoft.com/office/drawing/2014/main" id="{2DE72289-B390-3DE5-3CDE-D7416E8D1E4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974814" y="4441099"/>
                    <a:ext cx="164049" cy="480003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7" name="Straight Connector 166">
                    <a:extLst>
                      <a:ext uri="{FF2B5EF4-FFF2-40B4-BE49-F238E27FC236}">
                        <a16:creationId xmlns:a16="http://schemas.microsoft.com/office/drawing/2014/main" id="{FBEA6346-DAAC-DD1E-6087-50BD2E2420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138863" y="4448038"/>
                    <a:ext cx="187287" cy="480003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8" name="Straight Connector 167">
                    <a:extLst>
                      <a:ext uri="{FF2B5EF4-FFF2-40B4-BE49-F238E27FC236}">
                        <a16:creationId xmlns:a16="http://schemas.microsoft.com/office/drawing/2014/main" id="{03FFE1F8-0AA0-711B-0624-70F290843A5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4949640" flipH="1" flipV="1">
                    <a:off x="6411879" y="4737372"/>
                    <a:ext cx="253496" cy="122643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9" name="Straight Connector 168">
                    <a:extLst>
                      <a:ext uri="{FF2B5EF4-FFF2-40B4-BE49-F238E27FC236}">
                        <a16:creationId xmlns:a16="http://schemas.microsoft.com/office/drawing/2014/main" id="{AF688865-A10F-21F7-F00D-DE01B1E2F41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4949640" flipH="1" flipV="1">
                    <a:off x="5814673" y="4518719"/>
                    <a:ext cx="248659" cy="10500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" name="Straight Connector 169">
                    <a:extLst>
                      <a:ext uri="{FF2B5EF4-FFF2-40B4-BE49-F238E27FC236}">
                        <a16:creationId xmlns:a16="http://schemas.microsoft.com/office/drawing/2014/main" id="{FC8BEC84-2468-7EC9-123A-3D3EC1094FA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26150" y="4448038"/>
                    <a:ext cx="164049" cy="480003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11C7516F-FA83-FFEF-143C-EFEDAE47132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826631" y="2188520"/>
                <a:ext cx="11621" cy="977501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5557A575-C592-4EBF-D5AD-E0A72563DA02}"/>
                  </a:ext>
                </a:extLst>
              </p:cNvPr>
              <p:cNvGrpSpPr/>
              <p:nvPr/>
            </p:nvGrpSpPr>
            <p:grpSpPr>
              <a:xfrm>
                <a:off x="4813416" y="2411648"/>
                <a:ext cx="374970" cy="577342"/>
                <a:chOff x="4813416" y="2411648"/>
                <a:chExt cx="374970" cy="577342"/>
              </a:xfrm>
            </p:grpSpPr>
            <p:cxnSp>
              <p:nvCxnSpPr>
                <p:cNvPr id="157" name="Straight Connector 156">
                  <a:extLst>
                    <a:ext uri="{FF2B5EF4-FFF2-40B4-BE49-F238E27FC236}">
                      <a16:creationId xmlns:a16="http://schemas.microsoft.com/office/drawing/2014/main" id="{B3273F4C-4A01-61FB-E0D3-217F935039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13416" y="2666938"/>
                  <a:ext cx="260452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Straight Connector 157">
                  <a:extLst>
                    <a:ext uri="{FF2B5EF4-FFF2-40B4-BE49-F238E27FC236}">
                      <a16:creationId xmlns:a16="http://schemas.microsoft.com/office/drawing/2014/main" id="{3AA8F76A-132A-EFA8-78C0-3ED72318C7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73868" y="2411648"/>
                  <a:ext cx="0" cy="51058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Straight Connector 158">
                  <a:extLst>
                    <a:ext uri="{FF2B5EF4-FFF2-40B4-BE49-F238E27FC236}">
                      <a16:creationId xmlns:a16="http://schemas.microsoft.com/office/drawing/2014/main" id="{49D91605-EC9B-7C52-1D97-C150F7445C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73868" y="2425995"/>
                  <a:ext cx="108168" cy="8674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Connector 159">
                  <a:extLst>
                    <a:ext uri="{FF2B5EF4-FFF2-40B4-BE49-F238E27FC236}">
                      <a16:creationId xmlns:a16="http://schemas.microsoft.com/office/drawing/2014/main" id="{E7FEDBEB-0CBD-7945-BA9D-B64277B8CC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67518" y="2546645"/>
                  <a:ext cx="108168" cy="8674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E05BD0EC-6820-4B4F-9D18-41AF1C823A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73868" y="2679995"/>
                  <a:ext cx="108168" cy="8674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Straight Connector 161">
                  <a:extLst>
                    <a:ext uri="{FF2B5EF4-FFF2-40B4-BE49-F238E27FC236}">
                      <a16:creationId xmlns:a16="http://schemas.microsoft.com/office/drawing/2014/main" id="{BFA1A1F8-EB68-8963-136F-FB333D3A7F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80218" y="2794295"/>
                  <a:ext cx="108168" cy="8674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Straight Connector 162">
                  <a:extLst>
                    <a:ext uri="{FF2B5EF4-FFF2-40B4-BE49-F238E27FC236}">
                      <a16:creationId xmlns:a16="http://schemas.microsoft.com/office/drawing/2014/main" id="{718083DD-4DF2-63E6-D425-55D5E5ED7E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67518" y="2902245"/>
                  <a:ext cx="108168" cy="8674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546BB880-5F39-D59B-27B4-684C4817D6E3}"/>
                </a:ext>
              </a:extLst>
            </p:cNvPr>
            <p:cNvGrpSpPr/>
            <p:nvPr/>
          </p:nvGrpSpPr>
          <p:grpSpPr>
            <a:xfrm>
              <a:off x="532559" y="5300847"/>
              <a:ext cx="362684" cy="277461"/>
              <a:chOff x="532559" y="5319897"/>
              <a:chExt cx="362684" cy="27746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5" name="TextBox 194">
                    <a:extLst>
                      <a:ext uri="{FF2B5EF4-FFF2-40B4-BE49-F238E27FC236}">
                        <a16:creationId xmlns:a16="http://schemas.microsoft.com/office/drawing/2014/main" id="{A4EFA350-B435-3676-F4DC-43EB1D2F4853}"/>
                      </a:ext>
                    </a:extLst>
                  </p:cNvPr>
                  <p:cNvSpPr txBox="1"/>
                  <p:nvPr/>
                </p:nvSpPr>
                <p:spPr>
                  <a:xfrm>
                    <a:off x="557834" y="5381914"/>
                    <a:ext cx="222753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195" name="TextBox 194">
                    <a:extLst>
                      <a:ext uri="{FF2B5EF4-FFF2-40B4-BE49-F238E27FC236}">
                        <a16:creationId xmlns:a16="http://schemas.microsoft.com/office/drawing/2014/main" id="{A4EFA350-B435-3676-F4DC-43EB1D2F48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7834" y="5381914"/>
                    <a:ext cx="222753" cy="215444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11111" r="-2778" b="-17143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04" name="Straight Arrow Connector 203">
                <a:extLst>
                  <a:ext uri="{FF2B5EF4-FFF2-40B4-BE49-F238E27FC236}">
                    <a16:creationId xmlns:a16="http://schemas.microsoft.com/office/drawing/2014/main" id="{0E0002FC-AB72-56A2-D1C2-270544FDD1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5243" y="5419179"/>
                <a:ext cx="36000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Straight Connector 206">
                <a:extLst>
                  <a:ext uri="{FF2B5EF4-FFF2-40B4-BE49-F238E27FC236}">
                    <a16:creationId xmlns:a16="http://schemas.microsoft.com/office/drawing/2014/main" id="{C52550D9-79A7-69F2-6041-33B14D66E090}"/>
                  </a:ext>
                </a:extLst>
              </p:cNvPr>
              <p:cNvCxnSpPr/>
              <p:nvPr/>
            </p:nvCxnSpPr>
            <p:spPr>
              <a:xfrm>
                <a:off x="532559" y="5319897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73677BF8-AB4E-0FFF-EDA4-F8799CE7697F}"/>
                </a:ext>
              </a:extLst>
            </p:cNvPr>
            <p:cNvGrpSpPr/>
            <p:nvPr/>
          </p:nvGrpSpPr>
          <p:grpSpPr>
            <a:xfrm rot="16200000">
              <a:off x="1087495" y="5859336"/>
              <a:ext cx="362684" cy="338757"/>
              <a:chOff x="532559" y="5319897"/>
              <a:chExt cx="362684" cy="33875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4" name="TextBox 213">
                    <a:extLst>
                      <a:ext uri="{FF2B5EF4-FFF2-40B4-BE49-F238E27FC236}">
                        <a16:creationId xmlns:a16="http://schemas.microsoft.com/office/drawing/2014/main" id="{F0B43CF4-3294-2402-4BC0-609EB9FBD2C8}"/>
                      </a:ext>
                    </a:extLst>
                  </p:cNvPr>
                  <p:cNvSpPr txBox="1"/>
                  <p:nvPr/>
                </p:nvSpPr>
                <p:spPr>
                  <a:xfrm rot="5400000">
                    <a:off x="634100" y="5439011"/>
                    <a:ext cx="223843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214" name="TextBox 213">
                    <a:extLst>
                      <a:ext uri="{FF2B5EF4-FFF2-40B4-BE49-F238E27FC236}">
                        <a16:creationId xmlns:a16="http://schemas.microsoft.com/office/drawing/2014/main" id="{F0B43CF4-3294-2402-4BC0-609EB9FBD2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5400000">
                    <a:off x="634100" y="5439011"/>
                    <a:ext cx="223843" cy="215444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16216" b="-28571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15" name="Straight Arrow Connector 214">
                <a:extLst>
                  <a:ext uri="{FF2B5EF4-FFF2-40B4-BE49-F238E27FC236}">
                    <a16:creationId xmlns:a16="http://schemas.microsoft.com/office/drawing/2014/main" id="{CF943224-C1D4-B937-93E2-22C3771227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5243" y="5419179"/>
                <a:ext cx="36000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5B1F7B29-51B6-03DC-7DFD-5F600062DA99}"/>
                  </a:ext>
                </a:extLst>
              </p:cNvPr>
              <p:cNvCxnSpPr/>
              <p:nvPr/>
            </p:nvCxnSpPr>
            <p:spPr>
              <a:xfrm>
                <a:off x="532559" y="5319897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8" name="TextBox 217">
                  <a:extLst>
                    <a:ext uri="{FF2B5EF4-FFF2-40B4-BE49-F238E27FC236}">
                      <a16:creationId xmlns:a16="http://schemas.microsoft.com/office/drawing/2014/main" id="{592AEF0F-2D2E-12A7-FC01-2425FA859802}"/>
                    </a:ext>
                  </a:extLst>
                </p:cNvPr>
                <p:cNvSpPr txBox="1"/>
                <p:nvPr/>
              </p:nvSpPr>
              <p:spPr>
                <a:xfrm>
                  <a:off x="597957" y="4541723"/>
                  <a:ext cx="180178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18" name="TextBox 217">
                  <a:extLst>
                    <a:ext uri="{FF2B5EF4-FFF2-40B4-BE49-F238E27FC236}">
                      <a16:creationId xmlns:a16="http://schemas.microsoft.com/office/drawing/2014/main" id="{592AEF0F-2D2E-12A7-FC01-2425FA8598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957" y="4541723"/>
                  <a:ext cx="180178" cy="215444"/>
                </a:xfrm>
                <a:prstGeom prst="rect">
                  <a:avLst/>
                </a:prstGeom>
                <a:blipFill>
                  <a:blip r:embed="rId17"/>
                  <a:stretch>
                    <a:fillRect l="-20000" r="-13333" b="-857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9" name="TextBox 218">
                  <a:extLst>
                    <a:ext uri="{FF2B5EF4-FFF2-40B4-BE49-F238E27FC236}">
                      <a16:creationId xmlns:a16="http://schemas.microsoft.com/office/drawing/2014/main" id="{29FEC0BD-2F6E-DE7D-DF44-97AC0AA79BD4}"/>
                    </a:ext>
                  </a:extLst>
                </p:cNvPr>
                <p:cNvSpPr txBox="1"/>
                <p:nvPr/>
              </p:nvSpPr>
              <p:spPr>
                <a:xfrm>
                  <a:off x="1931812" y="5934960"/>
                  <a:ext cx="180178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19" name="TextBox 218">
                  <a:extLst>
                    <a:ext uri="{FF2B5EF4-FFF2-40B4-BE49-F238E27FC236}">
                      <a16:creationId xmlns:a16="http://schemas.microsoft.com/office/drawing/2014/main" id="{29FEC0BD-2F6E-DE7D-DF44-97AC0AA79B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1812" y="5934960"/>
                  <a:ext cx="180178" cy="215444"/>
                </a:xfrm>
                <a:prstGeom prst="rect">
                  <a:avLst/>
                </a:prstGeom>
                <a:blipFill>
                  <a:blip r:embed="rId17"/>
                  <a:stretch>
                    <a:fillRect l="-20690" r="-17241" b="-857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6F90CA11-B4FE-BDB7-2380-D28F545952DD}"/>
                </a:ext>
              </a:extLst>
            </p:cNvPr>
            <p:cNvGrpSpPr/>
            <p:nvPr/>
          </p:nvGrpSpPr>
          <p:grpSpPr>
            <a:xfrm>
              <a:off x="839214" y="4083675"/>
              <a:ext cx="1693492" cy="1623789"/>
              <a:chOff x="818866" y="4100806"/>
              <a:chExt cx="1693492" cy="1623789"/>
            </a:xfrm>
          </p:grpSpPr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C9D90CEF-9D85-6C53-16DE-CE911945A1ED}"/>
                  </a:ext>
                </a:extLst>
              </p:cNvPr>
              <p:cNvGrpSpPr/>
              <p:nvPr/>
            </p:nvGrpSpPr>
            <p:grpSpPr>
              <a:xfrm rot="18288061">
                <a:off x="892358" y="4104595"/>
                <a:ext cx="1620000" cy="1620000"/>
                <a:chOff x="7534275" y="3213300"/>
                <a:chExt cx="1440000" cy="1440000"/>
              </a:xfrm>
            </p:grpSpPr>
            <p:sp>
              <p:nvSpPr>
                <p:cNvPr id="247" name="Arc 246">
                  <a:extLst>
                    <a:ext uri="{FF2B5EF4-FFF2-40B4-BE49-F238E27FC236}">
                      <a16:creationId xmlns:a16="http://schemas.microsoft.com/office/drawing/2014/main" id="{5AA93995-3668-9C43-A22F-CC56E7DE6F0F}"/>
                    </a:ext>
                  </a:extLst>
                </p:cNvPr>
                <p:cNvSpPr/>
                <p:nvPr/>
              </p:nvSpPr>
              <p:spPr>
                <a:xfrm>
                  <a:off x="7534275" y="3213300"/>
                  <a:ext cx="1440000" cy="1440000"/>
                </a:xfrm>
                <a:prstGeom prst="arc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cxnSp>
              <p:nvCxnSpPr>
                <p:cNvPr id="248" name="Straight Arrow Connector 247">
                  <a:extLst>
                    <a:ext uri="{FF2B5EF4-FFF2-40B4-BE49-F238E27FC236}">
                      <a16:creationId xmlns:a16="http://schemas.microsoft.com/office/drawing/2014/main" id="{7FB82277-34C6-128B-818A-CF8CEE1584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187600" y="3213300"/>
                  <a:ext cx="66675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6" name="TextBox 245">
                    <a:extLst>
                      <a:ext uri="{FF2B5EF4-FFF2-40B4-BE49-F238E27FC236}">
                        <a16:creationId xmlns:a16="http://schemas.microsoft.com/office/drawing/2014/main" id="{0B19610E-B7E4-7613-EBF4-61D0C0285A3B}"/>
                      </a:ext>
                    </a:extLst>
                  </p:cNvPr>
                  <p:cNvSpPr txBox="1"/>
                  <p:nvPr/>
                </p:nvSpPr>
                <p:spPr>
                  <a:xfrm>
                    <a:off x="818866" y="4100806"/>
                    <a:ext cx="226088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l-G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1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246" name="TextBox 245">
                    <a:extLst>
                      <a:ext uri="{FF2B5EF4-FFF2-40B4-BE49-F238E27FC236}">
                        <a16:creationId xmlns:a16="http://schemas.microsoft.com/office/drawing/2014/main" id="{0B19610E-B7E4-7613-EBF4-61D0C0285A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8866" y="4100806"/>
                    <a:ext cx="226088" cy="215444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18919" r="-2703" b="-17143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9E51E954-E867-FED3-2029-86C047A4B1ED}"/>
                </a:ext>
              </a:extLst>
            </p:cNvPr>
            <p:cNvCxnSpPr>
              <a:cxnSpLocks/>
              <a:endCxn id="10" idx="6"/>
            </p:cNvCxnSpPr>
            <p:nvPr/>
          </p:nvCxnSpPr>
          <p:spPr>
            <a:xfrm flipV="1">
              <a:off x="1707357" y="4989486"/>
              <a:ext cx="72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3" name="TextBox 302">
                  <a:extLst>
                    <a:ext uri="{FF2B5EF4-FFF2-40B4-BE49-F238E27FC236}">
                      <a16:creationId xmlns:a16="http://schemas.microsoft.com/office/drawing/2014/main" id="{2FE87540-863A-E20F-0448-E8D187DF27E8}"/>
                    </a:ext>
                  </a:extLst>
                </p:cNvPr>
                <p:cNvSpPr txBox="1"/>
                <p:nvPr/>
              </p:nvSpPr>
              <p:spPr>
                <a:xfrm>
                  <a:off x="1993450" y="4725561"/>
                  <a:ext cx="239040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03" name="TextBox 302">
                  <a:extLst>
                    <a:ext uri="{FF2B5EF4-FFF2-40B4-BE49-F238E27FC236}">
                      <a16:creationId xmlns:a16="http://schemas.microsoft.com/office/drawing/2014/main" id="{2FE87540-863A-E20F-0448-E8D187DF27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3450" y="4725561"/>
                  <a:ext cx="239040" cy="215444"/>
                </a:xfrm>
                <a:prstGeom prst="rect">
                  <a:avLst/>
                </a:prstGeom>
                <a:blipFill>
                  <a:blip r:embed="rId19"/>
                  <a:stretch>
                    <a:fillRect l="-15385" r="-2564" b="-13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340D2E9E-2A4A-4AE5-8720-C1B5390781DD}"/>
              </a:ext>
            </a:extLst>
          </p:cNvPr>
          <p:cNvGrpSpPr/>
          <p:nvPr/>
        </p:nvGrpSpPr>
        <p:grpSpPr>
          <a:xfrm>
            <a:off x="2923647" y="999713"/>
            <a:ext cx="2366959" cy="2570692"/>
            <a:chOff x="2923647" y="999713"/>
            <a:chExt cx="2366959" cy="2570692"/>
          </a:xfrm>
        </p:grpSpPr>
        <p:grpSp>
          <p:nvGrpSpPr>
            <p:cNvPr id="309" name="Group 308">
              <a:extLst>
                <a:ext uri="{FF2B5EF4-FFF2-40B4-BE49-F238E27FC236}">
                  <a16:creationId xmlns:a16="http://schemas.microsoft.com/office/drawing/2014/main" id="{5F5D9963-D3F6-43DE-C495-72709DED0A16}"/>
                </a:ext>
              </a:extLst>
            </p:cNvPr>
            <p:cNvGrpSpPr/>
            <p:nvPr/>
          </p:nvGrpSpPr>
          <p:grpSpPr>
            <a:xfrm>
              <a:off x="2923647" y="999713"/>
              <a:ext cx="2366959" cy="2570692"/>
              <a:chOff x="2923647" y="999713"/>
              <a:chExt cx="2366959" cy="2570692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8FDA969-92FD-D821-1B57-665C050E30AF}"/>
                  </a:ext>
                </a:extLst>
              </p:cNvPr>
              <p:cNvSpPr/>
              <p:nvPr/>
            </p:nvSpPr>
            <p:spPr>
              <a:xfrm>
                <a:off x="3018967" y="1924902"/>
                <a:ext cx="1440000" cy="144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130D6664-6C55-7AB2-6F48-94C50FD2A5D8}"/>
                  </a:ext>
                </a:extLst>
              </p:cNvPr>
              <p:cNvGrpSpPr/>
              <p:nvPr/>
            </p:nvGrpSpPr>
            <p:grpSpPr>
              <a:xfrm>
                <a:off x="3726364" y="2402654"/>
                <a:ext cx="1564242" cy="531814"/>
                <a:chOff x="3393009" y="2411648"/>
                <a:chExt cx="1795377" cy="577342"/>
              </a:xfrm>
            </p:grpSpPr>
            <p:grpSp>
              <p:nvGrpSpPr>
                <p:cNvPr id="70" name="Group 69">
                  <a:extLst>
                    <a:ext uri="{FF2B5EF4-FFF2-40B4-BE49-F238E27FC236}">
                      <a16:creationId xmlns:a16="http://schemas.microsoft.com/office/drawing/2014/main" id="{B7E82ACC-A629-FB52-20FA-47717535D304}"/>
                    </a:ext>
                  </a:extLst>
                </p:cNvPr>
                <p:cNvGrpSpPr/>
                <p:nvPr/>
              </p:nvGrpSpPr>
              <p:grpSpPr>
                <a:xfrm>
                  <a:off x="4312595" y="2448037"/>
                  <a:ext cx="523809" cy="456431"/>
                  <a:chOff x="6417749" y="2353562"/>
                  <a:chExt cx="713448" cy="556303"/>
                </a:xfrm>
              </p:grpSpPr>
              <p:sp>
                <p:nvSpPr>
                  <p:cNvPr id="71" name="Rectangle 70">
                    <a:extLst>
                      <a:ext uri="{FF2B5EF4-FFF2-40B4-BE49-F238E27FC236}">
                        <a16:creationId xmlns:a16="http://schemas.microsoft.com/office/drawing/2014/main" id="{2F9681C7-F7D1-E87B-C2B8-63BCEF01D8F7}"/>
                      </a:ext>
                    </a:extLst>
                  </p:cNvPr>
                  <p:cNvSpPr/>
                  <p:nvPr/>
                </p:nvSpPr>
                <p:spPr>
                  <a:xfrm>
                    <a:off x="6434493" y="2353562"/>
                    <a:ext cx="682626" cy="556303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grpSp>
                <p:nvGrpSpPr>
                  <p:cNvPr id="72" name="Group 71">
                    <a:extLst>
                      <a:ext uri="{FF2B5EF4-FFF2-40B4-BE49-F238E27FC236}">
                        <a16:creationId xmlns:a16="http://schemas.microsoft.com/office/drawing/2014/main" id="{5EA4722E-D18F-30FB-0974-B2088E5C96CD}"/>
                      </a:ext>
                    </a:extLst>
                  </p:cNvPr>
                  <p:cNvGrpSpPr/>
                  <p:nvPr/>
                </p:nvGrpSpPr>
                <p:grpSpPr>
                  <a:xfrm>
                    <a:off x="6417749" y="2385872"/>
                    <a:ext cx="713448" cy="486942"/>
                    <a:chOff x="5886500" y="4441099"/>
                    <a:chExt cx="713448" cy="486942"/>
                  </a:xfrm>
                </p:grpSpPr>
                <p:cxnSp>
                  <p:nvCxnSpPr>
                    <p:cNvPr id="73" name="Straight Connector 72">
                      <a:extLst>
                        <a:ext uri="{FF2B5EF4-FFF2-40B4-BE49-F238E27FC236}">
                          <a16:creationId xmlns:a16="http://schemas.microsoft.com/office/drawing/2014/main" id="{7B4E1F19-6467-2EE9-FA11-0C2730A6569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974814" y="4441099"/>
                      <a:ext cx="164049" cy="48000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4" name="Straight Connector 73">
                      <a:extLst>
                        <a:ext uri="{FF2B5EF4-FFF2-40B4-BE49-F238E27FC236}">
                          <a16:creationId xmlns:a16="http://schemas.microsoft.com/office/drawing/2014/main" id="{EE641691-1C1E-2DC6-B968-7AC36E3B506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6138863" y="4448038"/>
                      <a:ext cx="187287" cy="48000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5" name="Straight Connector 74">
                      <a:extLst>
                        <a:ext uri="{FF2B5EF4-FFF2-40B4-BE49-F238E27FC236}">
                          <a16:creationId xmlns:a16="http://schemas.microsoft.com/office/drawing/2014/main" id="{0141F7E6-C81C-30D1-DAAF-3DC725A8211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4949640" flipH="1" flipV="1">
                      <a:off x="6411879" y="4737372"/>
                      <a:ext cx="253496" cy="12264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6" name="Straight Connector 75">
                      <a:extLst>
                        <a:ext uri="{FF2B5EF4-FFF2-40B4-BE49-F238E27FC236}">
                          <a16:creationId xmlns:a16="http://schemas.microsoft.com/office/drawing/2014/main" id="{EEBAC545-BC2C-DD4D-E4DA-D32FC41F978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4949640" flipH="1" flipV="1">
                      <a:off x="5814673" y="4518719"/>
                      <a:ext cx="248659" cy="10500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" name="Straight Connector 76">
                      <a:extLst>
                        <a:ext uri="{FF2B5EF4-FFF2-40B4-BE49-F238E27FC236}">
                          <a16:creationId xmlns:a16="http://schemas.microsoft.com/office/drawing/2014/main" id="{2D429FED-EE47-5C39-28BA-B7CB97AF045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326150" y="4448038"/>
                      <a:ext cx="164049" cy="48000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31E76A23-C602-CED7-63D1-6D680B8152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93009" y="2671460"/>
                  <a:ext cx="928184" cy="479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55135DAC-3AA2-9DE1-B215-FCE02B5C7D4A}"/>
                    </a:ext>
                  </a:extLst>
                </p:cNvPr>
                <p:cNvGrpSpPr/>
                <p:nvPr/>
              </p:nvGrpSpPr>
              <p:grpSpPr>
                <a:xfrm>
                  <a:off x="4813416" y="2411648"/>
                  <a:ext cx="374970" cy="577342"/>
                  <a:chOff x="4813416" y="2411648"/>
                  <a:chExt cx="374970" cy="577342"/>
                </a:xfrm>
              </p:grpSpPr>
              <p:cxnSp>
                <p:nvCxnSpPr>
                  <p:cNvPr id="88" name="Straight Connector 87">
                    <a:extLst>
                      <a:ext uri="{FF2B5EF4-FFF2-40B4-BE49-F238E27FC236}">
                        <a16:creationId xmlns:a16="http://schemas.microsoft.com/office/drawing/2014/main" id="{EEEBC75A-A622-1417-6E81-E633556137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13416" y="2666938"/>
                    <a:ext cx="260452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" name="Straight Connector 90">
                    <a:extLst>
                      <a:ext uri="{FF2B5EF4-FFF2-40B4-BE49-F238E27FC236}">
                        <a16:creationId xmlns:a16="http://schemas.microsoft.com/office/drawing/2014/main" id="{F59E54AD-A843-B2CB-0F0C-15EE3065BD5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73868" y="2411648"/>
                    <a:ext cx="0" cy="51058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Straight Connector 93">
                    <a:extLst>
                      <a:ext uri="{FF2B5EF4-FFF2-40B4-BE49-F238E27FC236}">
                        <a16:creationId xmlns:a16="http://schemas.microsoft.com/office/drawing/2014/main" id="{3139C3F9-F636-0A65-BC18-B42221448A7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73868" y="242599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Straight Connector 101">
                    <a:extLst>
                      <a:ext uri="{FF2B5EF4-FFF2-40B4-BE49-F238E27FC236}">
                        <a16:creationId xmlns:a16="http://schemas.microsoft.com/office/drawing/2014/main" id="{AE50BD56-68B1-C64A-1240-D0B547EFF95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67518" y="254664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Straight Connector 102">
                    <a:extLst>
                      <a:ext uri="{FF2B5EF4-FFF2-40B4-BE49-F238E27FC236}">
                        <a16:creationId xmlns:a16="http://schemas.microsoft.com/office/drawing/2014/main" id="{E28D2717-0284-0097-BD23-F46EAFB8D59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73868" y="267999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84AA2B1C-7F23-1DD3-1031-F0A6367AF7C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80218" y="279429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" name="Straight Connector 104">
                    <a:extLst>
                      <a:ext uri="{FF2B5EF4-FFF2-40B4-BE49-F238E27FC236}">
                        <a16:creationId xmlns:a16="http://schemas.microsoft.com/office/drawing/2014/main" id="{E9984F91-BAEB-CC49-2F0E-95C3557BCF8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67518" y="290224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DDB05513-21C5-F968-FFBD-3240F3D7164D}"/>
                  </a:ext>
                </a:extLst>
              </p:cNvPr>
              <p:cNvGrpSpPr/>
              <p:nvPr/>
            </p:nvGrpSpPr>
            <p:grpSpPr>
              <a:xfrm rot="16200000">
                <a:off x="2921667" y="1575104"/>
                <a:ext cx="1653798" cy="503016"/>
                <a:chOff x="3393009" y="2411648"/>
                <a:chExt cx="1795377" cy="577342"/>
              </a:xfrm>
            </p:grpSpPr>
            <p:grpSp>
              <p:nvGrpSpPr>
                <p:cNvPr id="118" name="Group 117">
                  <a:extLst>
                    <a:ext uri="{FF2B5EF4-FFF2-40B4-BE49-F238E27FC236}">
                      <a16:creationId xmlns:a16="http://schemas.microsoft.com/office/drawing/2014/main" id="{989D35E1-B523-C2CF-2D98-A718682B9E69}"/>
                    </a:ext>
                  </a:extLst>
                </p:cNvPr>
                <p:cNvGrpSpPr/>
                <p:nvPr/>
              </p:nvGrpSpPr>
              <p:grpSpPr>
                <a:xfrm>
                  <a:off x="4312595" y="2448037"/>
                  <a:ext cx="523809" cy="456431"/>
                  <a:chOff x="6417749" y="2353562"/>
                  <a:chExt cx="713448" cy="556303"/>
                </a:xfrm>
              </p:grpSpPr>
              <p:sp>
                <p:nvSpPr>
                  <p:cNvPr id="128" name="Rectangle 127">
                    <a:extLst>
                      <a:ext uri="{FF2B5EF4-FFF2-40B4-BE49-F238E27FC236}">
                        <a16:creationId xmlns:a16="http://schemas.microsoft.com/office/drawing/2014/main" id="{CB09F5B5-1491-433F-856E-F49B67F60268}"/>
                      </a:ext>
                    </a:extLst>
                  </p:cNvPr>
                  <p:cNvSpPr/>
                  <p:nvPr/>
                </p:nvSpPr>
                <p:spPr>
                  <a:xfrm>
                    <a:off x="6434493" y="2353562"/>
                    <a:ext cx="682626" cy="556303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grpSp>
                <p:nvGrpSpPr>
                  <p:cNvPr id="129" name="Group 128">
                    <a:extLst>
                      <a:ext uri="{FF2B5EF4-FFF2-40B4-BE49-F238E27FC236}">
                        <a16:creationId xmlns:a16="http://schemas.microsoft.com/office/drawing/2014/main" id="{3C9235C5-279C-6007-3798-AA54F84A3889}"/>
                      </a:ext>
                    </a:extLst>
                  </p:cNvPr>
                  <p:cNvGrpSpPr/>
                  <p:nvPr/>
                </p:nvGrpSpPr>
                <p:grpSpPr>
                  <a:xfrm>
                    <a:off x="6417749" y="2385872"/>
                    <a:ext cx="713448" cy="486942"/>
                    <a:chOff x="5886500" y="4441099"/>
                    <a:chExt cx="713448" cy="486942"/>
                  </a:xfrm>
                </p:grpSpPr>
                <p:cxnSp>
                  <p:nvCxnSpPr>
                    <p:cNvPr id="130" name="Straight Connector 129">
                      <a:extLst>
                        <a:ext uri="{FF2B5EF4-FFF2-40B4-BE49-F238E27FC236}">
                          <a16:creationId xmlns:a16="http://schemas.microsoft.com/office/drawing/2014/main" id="{5EC22DC5-A00A-58C7-14B9-8EB06D964A9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974814" y="4441099"/>
                      <a:ext cx="164049" cy="48000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1" name="Straight Connector 130">
                      <a:extLst>
                        <a:ext uri="{FF2B5EF4-FFF2-40B4-BE49-F238E27FC236}">
                          <a16:creationId xmlns:a16="http://schemas.microsoft.com/office/drawing/2014/main" id="{24E5E423-15AD-FE4F-629A-7731E959CD1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6138863" y="4448038"/>
                      <a:ext cx="187287" cy="48000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2" name="Straight Connector 131">
                      <a:extLst>
                        <a:ext uri="{FF2B5EF4-FFF2-40B4-BE49-F238E27FC236}">
                          <a16:creationId xmlns:a16="http://schemas.microsoft.com/office/drawing/2014/main" id="{74CB6200-6E0E-5A38-72C8-11A2BAFE0C8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4949640" flipH="1" flipV="1">
                      <a:off x="6411879" y="4737372"/>
                      <a:ext cx="253496" cy="12264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3" name="Straight Connector 132">
                      <a:extLst>
                        <a:ext uri="{FF2B5EF4-FFF2-40B4-BE49-F238E27FC236}">
                          <a16:creationId xmlns:a16="http://schemas.microsoft.com/office/drawing/2014/main" id="{7C816B9F-8BD4-B214-7D4A-BEEB63817D1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4949640" flipH="1" flipV="1">
                      <a:off x="5814673" y="4518719"/>
                      <a:ext cx="248659" cy="10500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4" name="Straight Connector 133">
                      <a:extLst>
                        <a:ext uri="{FF2B5EF4-FFF2-40B4-BE49-F238E27FC236}">
                          <a16:creationId xmlns:a16="http://schemas.microsoft.com/office/drawing/2014/main" id="{DC65E500-F49B-51C0-1E8C-56FAA667561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326150" y="4448038"/>
                      <a:ext cx="164049" cy="48000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19" name="Straight Connector 118">
                  <a:extLst>
                    <a:ext uri="{FF2B5EF4-FFF2-40B4-BE49-F238E27FC236}">
                      <a16:creationId xmlns:a16="http://schemas.microsoft.com/office/drawing/2014/main" id="{4CF00526-07CB-A5B4-C5E4-CC4501847F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93009" y="2671460"/>
                  <a:ext cx="928184" cy="479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0" name="Group 119">
                  <a:extLst>
                    <a:ext uri="{FF2B5EF4-FFF2-40B4-BE49-F238E27FC236}">
                      <a16:creationId xmlns:a16="http://schemas.microsoft.com/office/drawing/2014/main" id="{D32AEB4D-4DE7-45B2-7E3D-976E3CAF83C2}"/>
                    </a:ext>
                  </a:extLst>
                </p:cNvPr>
                <p:cNvGrpSpPr/>
                <p:nvPr/>
              </p:nvGrpSpPr>
              <p:grpSpPr>
                <a:xfrm>
                  <a:off x="4813416" y="2411648"/>
                  <a:ext cx="374970" cy="577342"/>
                  <a:chOff x="4813416" y="2411648"/>
                  <a:chExt cx="374970" cy="577342"/>
                </a:xfrm>
              </p:grpSpPr>
              <p:cxnSp>
                <p:nvCxnSpPr>
                  <p:cNvPr id="121" name="Straight Connector 120">
                    <a:extLst>
                      <a:ext uri="{FF2B5EF4-FFF2-40B4-BE49-F238E27FC236}">
                        <a16:creationId xmlns:a16="http://schemas.microsoft.com/office/drawing/2014/main" id="{C283C192-BC25-EFBE-7DB0-2A512587C88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13416" y="2666938"/>
                    <a:ext cx="260452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2" name="Straight Connector 121">
                    <a:extLst>
                      <a:ext uri="{FF2B5EF4-FFF2-40B4-BE49-F238E27FC236}">
                        <a16:creationId xmlns:a16="http://schemas.microsoft.com/office/drawing/2014/main" id="{337AD5A8-AF48-A809-19C9-8B0A76EA839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73868" y="2411648"/>
                    <a:ext cx="0" cy="51058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3" name="Straight Connector 122">
                    <a:extLst>
                      <a:ext uri="{FF2B5EF4-FFF2-40B4-BE49-F238E27FC236}">
                        <a16:creationId xmlns:a16="http://schemas.microsoft.com/office/drawing/2014/main" id="{6A4B29D0-2F15-52A2-129E-A3895BAEECF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73868" y="242599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" name="Straight Connector 123">
                    <a:extLst>
                      <a:ext uri="{FF2B5EF4-FFF2-40B4-BE49-F238E27FC236}">
                        <a16:creationId xmlns:a16="http://schemas.microsoft.com/office/drawing/2014/main" id="{1C52BE82-7D46-CB81-4FC4-6B8619CB31D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67518" y="254664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" name="Straight Connector 124">
                    <a:extLst>
                      <a:ext uri="{FF2B5EF4-FFF2-40B4-BE49-F238E27FC236}">
                        <a16:creationId xmlns:a16="http://schemas.microsoft.com/office/drawing/2014/main" id="{EE205B52-E325-322E-06FD-21983E17704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73868" y="267999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" name="Straight Connector 125">
                    <a:extLst>
                      <a:ext uri="{FF2B5EF4-FFF2-40B4-BE49-F238E27FC236}">
                        <a16:creationId xmlns:a16="http://schemas.microsoft.com/office/drawing/2014/main" id="{6489E7A3-48D3-AE38-DD1C-9800563E0C1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80218" y="279429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7" name="Straight Connector 126">
                    <a:extLst>
                      <a:ext uri="{FF2B5EF4-FFF2-40B4-BE49-F238E27FC236}">
                        <a16:creationId xmlns:a16="http://schemas.microsoft.com/office/drawing/2014/main" id="{C86C3A87-2CF9-6B12-CE7F-94450912B76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67518" y="290224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7" name="TextBox 196">
                    <a:extLst>
                      <a:ext uri="{FF2B5EF4-FFF2-40B4-BE49-F238E27FC236}">
                        <a16:creationId xmlns:a16="http://schemas.microsoft.com/office/drawing/2014/main" id="{15F2765A-0475-5C82-EAC4-53E5FE51E0C9}"/>
                      </a:ext>
                    </a:extLst>
                  </p:cNvPr>
                  <p:cNvSpPr txBox="1"/>
                  <p:nvPr/>
                </p:nvSpPr>
                <p:spPr>
                  <a:xfrm>
                    <a:off x="4730055" y="2890745"/>
                    <a:ext cx="180178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197" name="TextBox 196">
                    <a:extLst>
                      <a:ext uri="{FF2B5EF4-FFF2-40B4-BE49-F238E27FC236}">
                        <a16:creationId xmlns:a16="http://schemas.microsoft.com/office/drawing/2014/main" id="{15F2765A-0475-5C82-EAC4-53E5FE51E0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30055" y="2890745"/>
                    <a:ext cx="180178" cy="215444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20690" r="-17241" b="-5556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09" name="Group 208">
                <a:extLst>
                  <a:ext uri="{FF2B5EF4-FFF2-40B4-BE49-F238E27FC236}">
                    <a16:creationId xmlns:a16="http://schemas.microsoft.com/office/drawing/2014/main" id="{369AB61C-73C1-5C18-257F-706CDA012CC4}"/>
                  </a:ext>
                </a:extLst>
              </p:cNvPr>
              <p:cNvGrpSpPr/>
              <p:nvPr/>
            </p:nvGrpSpPr>
            <p:grpSpPr>
              <a:xfrm>
                <a:off x="4664605" y="2063729"/>
                <a:ext cx="362684" cy="277461"/>
                <a:chOff x="532559" y="5319897"/>
                <a:chExt cx="362684" cy="27746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0" name="TextBox 209">
                      <a:extLst>
                        <a:ext uri="{FF2B5EF4-FFF2-40B4-BE49-F238E27FC236}">
                          <a16:creationId xmlns:a16="http://schemas.microsoft.com/office/drawing/2014/main" id="{866300DB-637F-3441-FEF9-AD3A99E3571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7834" y="5381914"/>
                      <a:ext cx="226921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pt-BR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pt-BR" sz="1400" dirty="0"/>
                    </a:p>
                  </p:txBody>
                </p:sp>
              </mc:Choice>
              <mc:Fallback xmlns="">
                <p:sp>
                  <p:nvSpPr>
                    <p:cNvPr id="210" name="TextBox 209">
                      <a:extLst>
                        <a:ext uri="{FF2B5EF4-FFF2-40B4-BE49-F238E27FC236}">
                          <a16:creationId xmlns:a16="http://schemas.microsoft.com/office/drawing/2014/main" id="{866300DB-637F-3441-FEF9-AD3A99E3571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7834" y="5381914"/>
                      <a:ext cx="226921" cy="215444"/>
                    </a:xfrm>
                    <a:prstGeom prst="rect">
                      <a:avLst/>
                    </a:prstGeom>
                    <a:blipFill>
                      <a:blip r:embed="rId20"/>
                      <a:stretch>
                        <a:fillRect l="-7895" b="-171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11" name="Straight Arrow Connector 210">
                  <a:extLst>
                    <a:ext uri="{FF2B5EF4-FFF2-40B4-BE49-F238E27FC236}">
                      <a16:creationId xmlns:a16="http://schemas.microsoft.com/office/drawing/2014/main" id="{36292BEF-99A1-0D17-2287-55DAE8A5B6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5243" y="5419179"/>
                  <a:ext cx="36000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>
                  <a:extLst>
                    <a:ext uri="{FF2B5EF4-FFF2-40B4-BE49-F238E27FC236}">
                      <a16:creationId xmlns:a16="http://schemas.microsoft.com/office/drawing/2014/main" id="{9CA7F4CC-B00B-1062-999F-7131A2B1C267}"/>
                    </a:ext>
                  </a:extLst>
                </p:cNvPr>
                <p:cNvCxnSpPr/>
                <p:nvPr/>
              </p:nvCxnSpPr>
              <p:spPr>
                <a:xfrm>
                  <a:off x="532559" y="5319897"/>
                  <a:ext cx="0" cy="18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7" name="TextBox 216">
                    <a:extLst>
                      <a:ext uri="{FF2B5EF4-FFF2-40B4-BE49-F238E27FC236}">
                        <a16:creationId xmlns:a16="http://schemas.microsoft.com/office/drawing/2014/main" id="{FCEB1908-4C0A-9753-6AB9-33549975A7EA}"/>
                      </a:ext>
                    </a:extLst>
                  </p:cNvPr>
                  <p:cNvSpPr txBox="1"/>
                  <p:nvPr/>
                </p:nvSpPr>
                <p:spPr>
                  <a:xfrm>
                    <a:off x="3337033" y="1441281"/>
                    <a:ext cx="180178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217" name="TextBox 216">
                    <a:extLst>
                      <a:ext uri="{FF2B5EF4-FFF2-40B4-BE49-F238E27FC236}">
                        <a16:creationId xmlns:a16="http://schemas.microsoft.com/office/drawing/2014/main" id="{FCEB1908-4C0A-9753-6AB9-33549975A7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37033" y="1441281"/>
                    <a:ext cx="180178" cy="215444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20000" r="-13333" b="-5556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20" name="Group 219">
                <a:extLst>
                  <a:ext uri="{FF2B5EF4-FFF2-40B4-BE49-F238E27FC236}">
                    <a16:creationId xmlns:a16="http://schemas.microsoft.com/office/drawing/2014/main" id="{745043F1-9DEB-DC98-E7AD-299633AB62E8}"/>
                  </a:ext>
                </a:extLst>
              </p:cNvPr>
              <p:cNvGrpSpPr/>
              <p:nvPr/>
            </p:nvGrpSpPr>
            <p:grpSpPr>
              <a:xfrm rot="16200000">
                <a:off x="3957114" y="1394901"/>
                <a:ext cx="362684" cy="342926"/>
                <a:chOff x="532559" y="5319897"/>
                <a:chExt cx="362684" cy="34292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1" name="TextBox 220">
                      <a:extLst>
                        <a:ext uri="{FF2B5EF4-FFF2-40B4-BE49-F238E27FC236}">
                          <a16:creationId xmlns:a16="http://schemas.microsoft.com/office/drawing/2014/main" id="{7FC096F0-F210-83D0-84AD-25126894ABE2}"/>
                        </a:ext>
                      </a:extLst>
                    </p:cNvPr>
                    <p:cNvSpPr txBox="1"/>
                    <p:nvPr/>
                  </p:nvSpPr>
                  <p:spPr>
                    <a:xfrm rot="5400000">
                      <a:off x="632015" y="5441096"/>
                      <a:ext cx="228011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pt-BR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pt-BR" dirty="0"/>
                    </a:p>
                  </p:txBody>
                </p:sp>
              </mc:Choice>
              <mc:Fallback xmlns="">
                <p:sp>
                  <p:nvSpPr>
                    <p:cNvPr id="221" name="TextBox 220">
                      <a:extLst>
                        <a:ext uri="{FF2B5EF4-FFF2-40B4-BE49-F238E27FC236}">
                          <a16:creationId xmlns:a16="http://schemas.microsoft.com/office/drawing/2014/main" id="{7FC096F0-F210-83D0-84AD-25126894ABE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5400000">
                      <a:off x="632015" y="5441096"/>
                      <a:ext cx="228011" cy="215444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 l="-18919" r="-2703" b="-2857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22" name="Straight Arrow Connector 221">
                  <a:extLst>
                    <a:ext uri="{FF2B5EF4-FFF2-40B4-BE49-F238E27FC236}">
                      <a16:creationId xmlns:a16="http://schemas.microsoft.com/office/drawing/2014/main" id="{767E5CC0-FA09-8F80-8730-D7BADA8D2D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5243" y="5419179"/>
                  <a:ext cx="36000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Straight Connector 222">
                  <a:extLst>
                    <a:ext uri="{FF2B5EF4-FFF2-40B4-BE49-F238E27FC236}">
                      <a16:creationId xmlns:a16="http://schemas.microsoft.com/office/drawing/2014/main" id="{4A014515-E17E-1273-E6F5-BF057A6B2C4F}"/>
                    </a:ext>
                  </a:extLst>
                </p:cNvPr>
                <p:cNvCxnSpPr/>
                <p:nvPr/>
              </p:nvCxnSpPr>
              <p:spPr>
                <a:xfrm>
                  <a:off x="532559" y="5319897"/>
                  <a:ext cx="0" cy="18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>
                <a:extLst>
                  <a:ext uri="{FF2B5EF4-FFF2-40B4-BE49-F238E27FC236}">
                    <a16:creationId xmlns:a16="http://schemas.microsoft.com/office/drawing/2014/main" id="{15BFE070-8B3D-ABE7-91CB-C4E5F39A935A}"/>
                  </a:ext>
                </a:extLst>
              </p:cNvPr>
              <p:cNvGrpSpPr/>
              <p:nvPr/>
            </p:nvGrpSpPr>
            <p:grpSpPr>
              <a:xfrm rot="10800000">
                <a:off x="2923647" y="1950405"/>
                <a:ext cx="1620000" cy="1620000"/>
                <a:chOff x="892358" y="4104595"/>
                <a:chExt cx="1620000" cy="1620000"/>
              </a:xfrm>
            </p:grpSpPr>
            <p:grpSp>
              <p:nvGrpSpPr>
                <p:cNvPr id="237" name="Group 236">
                  <a:extLst>
                    <a:ext uri="{FF2B5EF4-FFF2-40B4-BE49-F238E27FC236}">
                      <a16:creationId xmlns:a16="http://schemas.microsoft.com/office/drawing/2014/main" id="{BA9A7079-DF9A-F12C-658A-CB5B7FE6B4C8}"/>
                    </a:ext>
                  </a:extLst>
                </p:cNvPr>
                <p:cNvGrpSpPr/>
                <p:nvPr/>
              </p:nvGrpSpPr>
              <p:grpSpPr>
                <a:xfrm rot="18288061">
                  <a:off x="892358" y="4104595"/>
                  <a:ext cx="1620000" cy="1620000"/>
                  <a:chOff x="7534275" y="3213300"/>
                  <a:chExt cx="1440000" cy="1440000"/>
                </a:xfrm>
              </p:grpSpPr>
              <p:sp>
                <p:nvSpPr>
                  <p:cNvPr id="230" name="Arc 229">
                    <a:extLst>
                      <a:ext uri="{FF2B5EF4-FFF2-40B4-BE49-F238E27FC236}">
                        <a16:creationId xmlns:a16="http://schemas.microsoft.com/office/drawing/2014/main" id="{E1679693-050F-854C-B8A2-B56E27DE2640}"/>
                      </a:ext>
                    </a:extLst>
                  </p:cNvPr>
                  <p:cNvSpPr/>
                  <p:nvPr/>
                </p:nvSpPr>
                <p:spPr>
                  <a:xfrm>
                    <a:off x="7534275" y="3213300"/>
                    <a:ext cx="1440000" cy="1440000"/>
                  </a:xfrm>
                  <a:prstGeom prst="arc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 dirty="0"/>
                  </a:p>
                </p:txBody>
              </p:sp>
              <p:cxnSp>
                <p:nvCxnSpPr>
                  <p:cNvPr id="234" name="Straight Arrow Connector 233">
                    <a:extLst>
                      <a:ext uri="{FF2B5EF4-FFF2-40B4-BE49-F238E27FC236}">
                        <a16:creationId xmlns:a16="http://schemas.microsoft.com/office/drawing/2014/main" id="{2F3E577E-B917-2599-78F3-3C7DF2FA8FC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187600" y="3213300"/>
                    <a:ext cx="66675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2" name="TextBox 241">
                      <a:extLst>
                        <a:ext uri="{FF2B5EF4-FFF2-40B4-BE49-F238E27FC236}">
                          <a16:creationId xmlns:a16="http://schemas.microsoft.com/office/drawing/2014/main" id="{C37A941E-1978-4A5A-E490-3FD12B7B1B78}"/>
                        </a:ext>
                      </a:extLst>
                    </p:cNvPr>
                    <p:cNvSpPr txBox="1"/>
                    <p:nvPr/>
                  </p:nvSpPr>
                  <p:spPr>
                    <a:xfrm rot="10800000">
                      <a:off x="895831" y="4162432"/>
                      <a:ext cx="230255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l-GR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sz="1400" i="1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pt-BR" dirty="0"/>
                    </a:p>
                  </p:txBody>
                </p:sp>
              </mc:Choice>
              <mc:Fallback xmlns="">
                <p:sp>
                  <p:nvSpPr>
                    <p:cNvPr id="242" name="TextBox 241">
                      <a:extLst>
                        <a:ext uri="{FF2B5EF4-FFF2-40B4-BE49-F238E27FC236}">
                          <a16:creationId xmlns:a16="http://schemas.microsoft.com/office/drawing/2014/main" id="{C37A941E-1978-4A5A-E490-3FD12B7B1B7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0800000">
                      <a:off x="895831" y="4162432"/>
                      <a:ext cx="230255" cy="215444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 l="-15789" r="-2632" b="-171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1A3229BB-0489-B7D4-AA1F-5E774F3E3B23}"/>
                </a:ext>
              </a:extLst>
            </p:cNvPr>
            <p:cNvCxnSpPr>
              <a:cxnSpLocks/>
              <a:endCxn id="17" idx="2"/>
            </p:cNvCxnSpPr>
            <p:nvPr/>
          </p:nvCxnSpPr>
          <p:spPr>
            <a:xfrm flipH="1" flipV="1">
              <a:off x="3018966" y="2644902"/>
              <a:ext cx="72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5" name="TextBox 304">
                  <a:extLst>
                    <a:ext uri="{FF2B5EF4-FFF2-40B4-BE49-F238E27FC236}">
                      <a16:creationId xmlns:a16="http://schemas.microsoft.com/office/drawing/2014/main" id="{D3E2A92C-A8AE-35ED-E2C4-00C7F61AE56B}"/>
                    </a:ext>
                  </a:extLst>
                </p:cNvPr>
                <p:cNvSpPr txBox="1"/>
                <p:nvPr/>
              </p:nvSpPr>
              <p:spPr>
                <a:xfrm>
                  <a:off x="3276731" y="2403261"/>
                  <a:ext cx="239040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05" name="TextBox 304">
                  <a:extLst>
                    <a:ext uri="{FF2B5EF4-FFF2-40B4-BE49-F238E27FC236}">
                      <a16:creationId xmlns:a16="http://schemas.microsoft.com/office/drawing/2014/main" id="{D3E2A92C-A8AE-35ED-E2C4-00C7F61AE5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6731" y="2403261"/>
                  <a:ext cx="239040" cy="215444"/>
                </a:xfrm>
                <a:prstGeom prst="rect">
                  <a:avLst/>
                </a:prstGeom>
                <a:blipFill>
                  <a:blip r:embed="rId23"/>
                  <a:stretch>
                    <a:fillRect l="-15385" r="-5128" b="-13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95DA4E28-84CF-7C25-7C18-A0235F5F68F9}"/>
              </a:ext>
            </a:extLst>
          </p:cNvPr>
          <p:cNvGrpSpPr/>
          <p:nvPr/>
        </p:nvGrpSpPr>
        <p:grpSpPr>
          <a:xfrm rot="17130630">
            <a:off x="2716837" y="3904805"/>
            <a:ext cx="820346" cy="771605"/>
            <a:chOff x="35360" y="5987441"/>
            <a:chExt cx="820346" cy="771605"/>
          </a:xfrm>
        </p:grpSpPr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58EC334C-CCE3-F6CE-9DB4-7755CCE0717C}"/>
                </a:ext>
              </a:extLst>
            </p:cNvPr>
            <p:cNvGrpSpPr/>
            <p:nvPr/>
          </p:nvGrpSpPr>
          <p:grpSpPr>
            <a:xfrm>
              <a:off x="247402" y="6136225"/>
              <a:ext cx="360794" cy="360000"/>
              <a:chOff x="6985000" y="3492499"/>
              <a:chExt cx="360794" cy="360000"/>
            </a:xfrm>
          </p:grpSpPr>
          <p:cxnSp>
            <p:nvCxnSpPr>
              <p:cNvPr id="323" name="Straight Arrow Connector 322">
                <a:extLst>
                  <a:ext uri="{FF2B5EF4-FFF2-40B4-BE49-F238E27FC236}">
                    <a16:creationId xmlns:a16="http://schemas.microsoft.com/office/drawing/2014/main" id="{41F33D76-E4A0-536C-FC6D-C6D5F84E136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85000" y="3492499"/>
                <a:ext cx="0" cy="36000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Straight Arrow Connector 323">
                <a:extLst>
                  <a:ext uri="{FF2B5EF4-FFF2-40B4-BE49-F238E27FC236}">
                    <a16:creationId xmlns:a16="http://schemas.microsoft.com/office/drawing/2014/main" id="{D0C3B2CE-DF43-674A-871F-293C3ACFE9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5794" y="3842169"/>
                <a:ext cx="3600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1" name="TextBox 320">
                  <a:extLst>
                    <a:ext uri="{FF2B5EF4-FFF2-40B4-BE49-F238E27FC236}">
                      <a16:creationId xmlns:a16="http://schemas.microsoft.com/office/drawing/2014/main" id="{A78B2A05-C593-4293-0166-46879EAB91ED}"/>
                    </a:ext>
                  </a:extLst>
                </p:cNvPr>
                <p:cNvSpPr txBox="1"/>
                <p:nvPr/>
              </p:nvSpPr>
              <p:spPr>
                <a:xfrm rot="4464623">
                  <a:off x="539978" y="6443319"/>
                  <a:ext cx="416011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𝐿𝑂𝐴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321" name="TextBox 320">
                  <a:extLst>
                    <a:ext uri="{FF2B5EF4-FFF2-40B4-BE49-F238E27FC236}">
                      <a16:creationId xmlns:a16="http://schemas.microsoft.com/office/drawing/2014/main" id="{A78B2A05-C593-4293-0166-46879EAB91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4464623">
                  <a:off x="539978" y="6443319"/>
                  <a:ext cx="416011" cy="215444"/>
                </a:xfrm>
                <a:prstGeom prst="rect">
                  <a:avLst/>
                </a:prstGeom>
                <a:blipFill>
                  <a:blip r:embed="rId24"/>
                  <a:stretch>
                    <a:fillRect l="-8696" r="-1449" b="-1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2" name="TextBox 321">
                  <a:extLst>
                    <a:ext uri="{FF2B5EF4-FFF2-40B4-BE49-F238E27FC236}">
                      <a16:creationId xmlns:a16="http://schemas.microsoft.com/office/drawing/2014/main" id="{0F01E634-A3F4-A805-8447-950F89A1CFA7}"/>
                    </a:ext>
                  </a:extLst>
                </p:cNvPr>
                <p:cNvSpPr txBox="1"/>
                <p:nvPr/>
              </p:nvSpPr>
              <p:spPr>
                <a:xfrm rot="4464623">
                  <a:off x="-50144" y="6072945"/>
                  <a:ext cx="386451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𝐿𝑂𝐴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322" name="TextBox 321">
                  <a:extLst>
                    <a:ext uri="{FF2B5EF4-FFF2-40B4-BE49-F238E27FC236}">
                      <a16:creationId xmlns:a16="http://schemas.microsoft.com/office/drawing/2014/main" id="{0F01E634-A3F4-A805-8447-950F89A1CF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4464623">
                  <a:off x="-50144" y="6072945"/>
                  <a:ext cx="386451" cy="215444"/>
                </a:xfrm>
                <a:prstGeom prst="rect">
                  <a:avLst/>
                </a:prstGeom>
                <a:blipFill>
                  <a:blip r:embed="rId25"/>
                  <a:stretch>
                    <a:fillRect l="-7813" r="-1563" b="-1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35B0066-40E2-4DEB-E9FF-330F9E36869E}"/>
              </a:ext>
            </a:extLst>
          </p:cNvPr>
          <p:cNvSpPr txBox="1"/>
          <p:nvPr/>
        </p:nvSpPr>
        <p:spPr>
          <a:xfrm>
            <a:off x="5821680" y="2564764"/>
            <a:ext cx="58852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/>
              <a:t>Resolução do probela de autovalores e autovetores e aplicando os valores do artigo para se obter as requências naturais</a:t>
            </a:r>
            <a:endParaRPr lang="en-GB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174E54-B19D-0D54-85FE-B11717D4A02D}"/>
                  </a:ext>
                </a:extLst>
              </p:cNvPr>
              <p:cNvSpPr txBox="1"/>
              <p:nvPr/>
            </p:nvSpPr>
            <p:spPr>
              <a:xfrm>
                <a:off x="3966171" y="4247378"/>
                <a:ext cx="1882828" cy="24622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600" i="1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=1448 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𝑟𝑝𝑚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174E54-B19D-0D54-85FE-B11717D4A0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6171" y="4247378"/>
                <a:ext cx="1882828" cy="246221"/>
              </a:xfrm>
              <a:prstGeom prst="rect">
                <a:avLst/>
              </a:prstGeom>
              <a:blipFill>
                <a:blip r:embed="rId27"/>
                <a:stretch>
                  <a:fillRect b="-238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19F7EC-5F2F-639A-C1A6-D2CFBB6F4D19}"/>
                  </a:ext>
                </a:extLst>
              </p:cNvPr>
              <p:cNvSpPr txBox="1"/>
              <p:nvPr/>
            </p:nvSpPr>
            <p:spPr>
              <a:xfrm>
                <a:off x="3989482" y="4865512"/>
                <a:ext cx="1882828" cy="24622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600" i="1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=1862 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𝑟𝑝𝑚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19F7EC-5F2F-639A-C1A6-D2CFBB6F4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9482" y="4865512"/>
                <a:ext cx="1882828" cy="246221"/>
              </a:xfrm>
              <a:prstGeom prst="rect">
                <a:avLst/>
              </a:prstGeom>
              <a:blipFill>
                <a:blip r:embed="rId28"/>
                <a:stretch>
                  <a:fillRect b="-2093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6420A6-9969-0D4A-E886-4F1F2FCAE26D}"/>
                  </a:ext>
                </a:extLst>
              </p:cNvPr>
              <p:cNvSpPr txBox="1"/>
              <p:nvPr/>
            </p:nvSpPr>
            <p:spPr>
              <a:xfrm>
                <a:off x="3989482" y="5605846"/>
                <a:ext cx="1882828" cy="24622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600" i="1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=9551 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𝑟𝑝𝑚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6420A6-9969-0D4A-E886-4F1F2FCAE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9482" y="5605846"/>
                <a:ext cx="1882828" cy="246221"/>
              </a:xfrm>
              <a:prstGeom prst="rect">
                <a:avLst/>
              </a:prstGeom>
              <a:blipFill>
                <a:blip r:embed="rId29"/>
                <a:stretch>
                  <a:fillRect b="-238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FE5B437-51A9-372B-BD81-A4BB93DBC671}"/>
                  </a:ext>
                </a:extLst>
              </p:cNvPr>
              <p:cNvSpPr txBox="1"/>
              <p:nvPr/>
            </p:nvSpPr>
            <p:spPr>
              <a:xfrm>
                <a:off x="5866131" y="4210680"/>
                <a:ext cx="605772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pt-BR" sz="1600" dirty="0"/>
                  <a:t>Associada à translação na linha de ação (LOA)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600" i="1" smtClean="0">
                            <a:latin typeface="Cambria Math" panose="02040503050406030204" pitchFamily="18" charset="0"/>
                          </a:rPr>
                          <m:t>η</m:t>
                        </m:r>
                      </m:e>
                      <m:sub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𝑟𝑒𝑙</m:t>
                        </m:r>
                      </m:sub>
                    </m:sSub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FE5B437-51A9-372B-BD81-A4BB93DBC6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6131" y="4210680"/>
                <a:ext cx="6057721" cy="338554"/>
              </a:xfrm>
              <a:prstGeom prst="rect">
                <a:avLst/>
              </a:prstGeom>
              <a:blipFill>
                <a:blip r:embed="rId30"/>
                <a:stretch>
                  <a:fillRect l="-503" t="-5455" b="-2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44E669-F410-19BA-F055-5D14860C03C6}"/>
                  </a:ext>
                </a:extLst>
              </p:cNvPr>
              <p:cNvSpPr txBox="1"/>
              <p:nvPr/>
            </p:nvSpPr>
            <p:spPr>
              <a:xfrm>
                <a:off x="5866131" y="4833365"/>
                <a:ext cx="613850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pt-BR" sz="1600" dirty="0"/>
                  <a:t>Associada à translação perpendicular à linha de ação (LOA)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600" i="1">
                            <a:latin typeface="Cambria Math" panose="02040503050406030204" pitchFamily="18" charset="0"/>
                          </a:rPr>
                          <m:t>ξ</m:t>
                        </m:r>
                      </m:e>
                      <m:sub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𝑟𝑒𝑙</m:t>
                        </m:r>
                      </m:sub>
                    </m:sSub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44E669-F410-19BA-F055-5D14860C0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6131" y="4833365"/>
                <a:ext cx="6138503" cy="338554"/>
              </a:xfrm>
              <a:prstGeom prst="rect">
                <a:avLst/>
              </a:prstGeom>
              <a:blipFill>
                <a:blip r:embed="rId31"/>
                <a:stretch>
                  <a:fillRect l="-497" t="-5455" b="-2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2E11AC9-8BDB-FE97-52DF-6321A40C16B6}"/>
                  </a:ext>
                </a:extLst>
              </p:cNvPr>
              <p:cNvSpPr txBox="1"/>
              <p:nvPr/>
            </p:nvSpPr>
            <p:spPr>
              <a:xfrm>
                <a:off x="5866131" y="5540209"/>
                <a:ext cx="655125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pt-BR" sz="1600" dirty="0"/>
                  <a:t>Associada à rotação das engrenagens na linha de ação (LOA)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𝑟𝑒𝑙</m:t>
                        </m:r>
                      </m:sub>
                    </m:sSub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2E11AC9-8BDB-FE97-52DF-6321A40C1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6131" y="5540209"/>
                <a:ext cx="6551251" cy="338554"/>
              </a:xfrm>
              <a:prstGeom prst="rect">
                <a:avLst/>
              </a:prstGeom>
              <a:blipFill>
                <a:blip r:embed="rId32"/>
                <a:stretch>
                  <a:fillRect l="-465" t="-5455" b="-2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7584D36B-0E8D-6F37-E490-5424109502E3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601354" y="1229132"/>
            <a:ext cx="6325869" cy="93512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043316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4CEE5-E865-5833-E36E-08CAB066B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CD1484BE-0673-E454-9FDB-C1E196EFCD53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55CD0807-C16A-1958-DC12-1268A6029D68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5D8A3E27-BC68-6B69-3958-DFAB3CB927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B2C56000-97BB-DDDB-AB76-BE441499C2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78D08F7D-EE69-6D90-DEC9-1A51ABBF26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1CD16AF7-FAB8-7BB1-641A-75FEE0BA30FE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Expansão do modelo de acordo com Yi et al 2019</a:t>
            </a:r>
            <a:endParaRPr lang="pt-BR" sz="2400" b="1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262041-762A-5F64-F145-2FF80FCF6B64}"/>
              </a:ext>
            </a:extLst>
          </p:cNvPr>
          <p:cNvGrpSpPr/>
          <p:nvPr/>
        </p:nvGrpSpPr>
        <p:grpSpPr>
          <a:xfrm>
            <a:off x="2342877" y="955263"/>
            <a:ext cx="9527066" cy="5635502"/>
            <a:chOff x="2342877" y="955263"/>
            <a:chExt cx="9527066" cy="563550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2D98577-756C-2027-CD86-8FC981F3C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42877" y="955263"/>
              <a:ext cx="9527066" cy="563550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8B856F6-7A08-89B4-4228-CD362DA3DEF4}"/>
                </a:ext>
              </a:extLst>
            </p:cNvPr>
            <p:cNvSpPr txBox="1"/>
            <p:nvPr/>
          </p:nvSpPr>
          <p:spPr>
            <a:xfrm>
              <a:off x="3512329" y="1845725"/>
              <a:ext cx="8082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1.2 Krpm</a:t>
              </a:r>
              <a:endParaRPr lang="pt-BR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FFA792C-D1E1-04B6-AF4A-5BED1722024D}"/>
                </a:ext>
              </a:extLst>
            </p:cNvPr>
            <p:cNvSpPr txBox="1"/>
            <p:nvPr/>
          </p:nvSpPr>
          <p:spPr>
            <a:xfrm>
              <a:off x="4270657" y="2289791"/>
              <a:ext cx="8082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1.8 Krpm</a:t>
              </a:r>
              <a:endParaRPr lang="pt-BR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F60F2AB-DDD7-10B9-6244-B2C7557A1E0E}"/>
                </a:ext>
              </a:extLst>
            </p:cNvPr>
            <p:cNvSpPr txBox="1"/>
            <p:nvPr/>
          </p:nvSpPr>
          <p:spPr>
            <a:xfrm>
              <a:off x="10813252" y="2428290"/>
              <a:ext cx="8082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9.3 Krpm</a:t>
              </a:r>
              <a:endParaRPr lang="pt-BR" dirty="0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C313806-DC36-2FF6-ACA8-2F498728AF71}"/>
                </a:ext>
              </a:extLst>
            </p:cNvPr>
            <p:cNvCxnSpPr>
              <a:cxnSpLocks/>
            </p:cNvCxnSpPr>
            <p:nvPr/>
          </p:nvCxnSpPr>
          <p:spPr>
            <a:xfrm>
              <a:off x="11176507" y="2705289"/>
              <a:ext cx="0" cy="46756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DB9E9D7-D329-7D40-8772-E842E3855EC6}"/>
                </a:ext>
              </a:extLst>
            </p:cNvPr>
            <p:cNvSpPr txBox="1"/>
            <p:nvPr/>
          </p:nvSpPr>
          <p:spPr>
            <a:xfrm>
              <a:off x="5944638" y="2588824"/>
              <a:ext cx="8082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4.3 Krpm</a:t>
              </a:r>
              <a:endParaRPr lang="pt-BR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D55AB2C-4EDC-D067-FF8A-0D49693BE7C2}"/>
                </a:ext>
              </a:extLst>
            </p:cNvPr>
            <p:cNvCxnSpPr>
              <a:cxnSpLocks/>
            </p:cNvCxnSpPr>
            <p:nvPr/>
          </p:nvCxnSpPr>
          <p:spPr>
            <a:xfrm>
              <a:off x="6464361" y="2859335"/>
              <a:ext cx="339808" cy="37228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A36267-78D8-0B5D-5C96-FFBEF3A7721C}"/>
                  </a:ext>
                </a:extLst>
              </p:cNvPr>
              <p:cNvSpPr txBox="1"/>
              <p:nvPr/>
            </p:nvSpPr>
            <p:spPr>
              <a:xfrm>
                <a:off x="322057" y="2705289"/>
                <a:ext cx="188282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600" i="1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=1448 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𝑟𝑝𝑚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A36267-78D8-0B5D-5C96-FFBEF3A77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057" y="2705289"/>
                <a:ext cx="1882828" cy="246221"/>
              </a:xfrm>
              <a:prstGeom prst="rect">
                <a:avLst/>
              </a:prstGeom>
              <a:blipFill>
                <a:blip r:embed="rId7"/>
                <a:stretch>
                  <a:fillRect b="-27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01FC0D0-3111-2F5C-D6C5-F407C0326340}"/>
                  </a:ext>
                </a:extLst>
              </p:cNvPr>
              <p:cNvSpPr txBox="1"/>
              <p:nvPr/>
            </p:nvSpPr>
            <p:spPr>
              <a:xfrm>
                <a:off x="345368" y="3323423"/>
                <a:ext cx="188282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600" i="1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=1862 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𝑟𝑝𝑚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01FC0D0-3111-2F5C-D6C5-F407C0326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68" y="3323423"/>
                <a:ext cx="1882828" cy="246221"/>
              </a:xfrm>
              <a:prstGeom prst="rect">
                <a:avLst/>
              </a:prstGeom>
              <a:blipFill>
                <a:blip r:embed="rId8"/>
                <a:stretch>
                  <a:fillRect b="-243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FF0C51D-BEEE-5D45-4B33-A74AADCA740E}"/>
                  </a:ext>
                </a:extLst>
              </p:cNvPr>
              <p:cNvSpPr txBox="1"/>
              <p:nvPr/>
            </p:nvSpPr>
            <p:spPr>
              <a:xfrm>
                <a:off x="345368" y="4063757"/>
                <a:ext cx="188282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600" i="1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=9551 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𝑟𝑝𝑚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FF0C51D-BEEE-5D45-4B33-A74AADCA7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68" y="4063757"/>
                <a:ext cx="1882828" cy="246221"/>
              </a:xfrm>
              <a:prstGeom prst="rect">
                <a:avLst/>
              </a:prstGeom>
              <a:blipFill>
                <a:blip r:embed="rId9"/>
                <a:stretch>
                  <a:fillRect b="-27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19769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9DFDC-CD4F-A2CB-9163-BC72DF307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7619F343-F4F6-6A7D-DC4A-5E8853BA9EAF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99FEFF29-6E33-19FC-FA18-1A5C29456E10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0EFF68F1-694F-9951-57A1-19C0705939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878BA346-CDC4-2162-8688-9DA06D5DDD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32DC798C-79D0-0E6A-AEDF-BD74798ED1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623363E1-D6DC-A39C-541F-297A162A55DF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Expansão do modelo de acordo com Yi et al 2019</a:t>
            </a:r>
            <a:endParaRPr lang="pt-BR" sz="2400" b="1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A7659F-4266-5F6E-7272-0AF4E44A0908}"/>
              </a:ext>
            </a:extLst>
          </p:cNvPr>
          <p:cNvSpPr txBox="1"/>
          <p:nvPr/>
        </p:nvSpPr>
        <p:spPr>
          <a:xfrm>
            <a:off x="0" y="1233889"/>
            <a:ext cx="21262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Evidencia que a frequencia de 1.8 krpm é devido à translação perpendicular à LOA. E, além disso a frequência de 1.2 krpm é devida a translação na LOA (menor </a:t>
            </a:r>
            <a:r>
              <a:rPr lang="pt-BR"/>
              <a:t>amplidute).</a:t>
            </a:r>
            <a:endParaRPr lang="pt-BR" dirty="0"/>
          </a:p>
          <a:p>
            <a:endParaRPr lang="pt-BR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15B6BC1-D233-D9C3-A368-A8B91E6242B6}"/>
              </a:ext>
            </a:extLst>
          </p:cNvPr>
          <p:cNvGrpSpPr/>
          <p:nvPr/>
        </p:nvGrpSpPr>
        <p:grpSpPr>
          <a:xfrm>
            <a:off x="2127515" y="984206"/>
            <a:ext cx="9668517" cy="5714331"/>
            <a:chOff x="2127515" y="984206"/>
            <a:chExt cx="9668517" cy="571433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AD5E421-FB6D-34E1-540D-09E9C9421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127515" y="984206"/>
              <a:ext cx="9668517" cy="571433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ED9D79A-C9E4-6497-106D-554823F8AE13}"/>
                </a:ext>
              </a:extLst>
            </p:cNvPr>
            <p:cNvSpPr txBox="1"/>
            <p:nvPr/>
          </p:nvSpPr>
          <p:spPr>
            <a:xfrm>
              <a:off x="3441169" y="5637524"/>
              <a:ext cx="8082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1.2 Krpm</a:t>
              </a:r>
              <a:endParaRPr lang="pt-BR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61E6741-AB36-9FA4-5E29-9743C16FBC30}"/>
                </a:ext>
              </a:extLst>
            </p:cNvPr>
            <p:cNvSpPr txBox="1"/>
            <p:nvPr/>
          </p:nvSpPr>
          <p:spPr>
            <a:xfrm>
              <a:off x="10813252" y="2064536"/>
              <a:ext cx="8082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9.3 Krpm</a:t>
              </a:r>
              <a:endParaRPr lang="pt-BR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E810015-8CBC-BEA5-BF83-0D846277624B}"/>
                </a:ext>
              </a:extLst>
            </p:cNvPr>
            <p:cNvCxnSpPr>
              <a:cxnSpLocks/>
            </p:cNvCxnSpPr>
            <p:nvPr/>
          </p:nvCxnSpPr>
          <p:spPr>
            <a:xfrm>
              <a:off x="11106648" y="2341535"/>
              <a:ext cx="0" cy="7895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EA94692-3374-90CE-32F3-7305A0FC1746}"/>
                </a:ext>
              </a:extLst>
            </p:cNvPr>
            <p:cNvSpPr txBox="1"/>
            <p:nvPr/>
          </p:nvSpPr>
          <p:spPr>
            <a:xfrm>
              <a:off x="5833798" y="2630389"/>
              <a:ext cx="8082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4.3 Krpm</a:t>
              </a:r>
              <a:endParaRPr lang="pt-BR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514DBAA-9455-2A94-9DEB-0E57276A675F}"/>
                </a:ext>
              </a:extLst>
            </p:cNvPr>
            <p:cNvCxnSpPr>
              <a:cxnSpLocks/>
            </p:cNvCxnSpPr>
            <p:nvPr/>
          </p:nvCxnSpPr>
          <p:spPr>
            <a:xfrm>
              <a:off x="6353521" y="2900900"/>
              <a:ext cx="339808" cy="37228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621663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2AC0F-2D81-DEF9-52DA-59B657DCC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1F8EFB83-2D73-6159-4B15-905494E8883E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FBF65770-AF8F-66A4-5327-940400A09BA5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307839A0-7292-47AB-22FF-9D352CE31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DC1DECFF-6BF7-2720-3F71-223CF78B8D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4F471C31-38C6-2769-DFF9-DC0EB45F07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99E400F1-AD62-2ECE-22E2-439EB6C97342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Expansão do modelo de acordo com Yi et al 2019</a:t>
            </a:r>
            <a:endParaRPr lang="pt-BR" sz="2400" b="1" noProof="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14EB5AA-3A65-40E6-2278-BE2F82717C92}"/>
              </a:ext>
            </a:extLst>
          </p:cNvPr>
          <p:cNvGrpSpPr/>
          <p:nvPr/>
        </p:nvGrpSpPr>
        <p:grpSpPr>
          <a:xfrm>
            <a:off x="2342877" y="878485"/>
            <a:ext cx="9527066" cy="5630729"/>
            <a:chOff x="2342877" y="878485"/>
            <a:chExt cx="9527066" cy="563072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6A0BE2B-DB5C-22C7-B244-39FB2FC2A5A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42877" y="878485"/>
              <a:ext cx="9527066" cy="5630729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BF49C89-E5AC-F5BC-19C4-62AB96CB8905}"/>
                </a:ext>
              </a:extLst>
            </p:cNvPr>
            <p:cNvSpPr txBox="1"/>
            <p:nvPr/>
          </p:nvSpPr>
          <p:spPr>
            <a:xfrm>
              <a:off x="6809169" y="1074545"/>
              <a:ext cx="8931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24.3 Krpm</a:t>
              </a:r>
            </a:p>
            <a:p>
              <a:r>
                <a:rPr lang="pt-BR" sz="1200" dirty="0"/>
                <a:t>(~20*1.2)</a:t>
              </a:r>
              <a:endParaRPr lang="pt-BR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26BBDF2-82BE-7ADE-CABA-DF8EA498C888}"/>
                </a:ext>
              </a:extLst>
            </p:cNvPr>
            <p:cNvSpPr txBox="1"/>
            <p:nvPr/>
          </p:nvSpPr>
          <p:spPr>
            <a:xfrm>
              <a:off x="8891579" y="2207446"/>
              <a:ext cx="8931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36.6 Krpm</a:t>
              </a:r>
            </a:p>
            <a:p>
              <a:r>
                <a:rPr lang="pt-BR" sz="1200" dirty="0"/>
                <a:t>(~20*1.8)</a:t>
              </a:r>
              <a:endParaRPr lang="pt-BR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CC4829F-ACB2-1C82-ED8A-27BA228EE6B5}"/>
              </a:ext>
            </a:extLst>
          </p:cNvPr>
          <p:cNvSpPr txBox="1"/>
          <p:nvPr/>
        </p:nvSpPr>
        <p:spPr>
          <a:xfrm>
            <a:off x="94140" y="2428290"/>
            <a:ext cx="22487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Expandindo para mais velocidades observa-se harmônicos dessas frequências com o multiplicador do número de dentes.</a:t>
            </a:r>
          </a:p>
          <a:p>
            <a:pPr algn="just"/>
            <a:r>
              <a:rPr lang="pt-BR" dirty="0"/>
              <a:t>Z = 20</a:t>
            </a:r>
          </a:p>
        </p:txBody>
      </p:sp>
    </p:spTree>
    <p:extLst>
      <p:ext uri="{BB962C8B-B14F-4D97-AF65-F5344CB8AC3E}">
        <p14:creationId xmlns:p14="http://schemas.microsoft.com/office/powerpoint/2010/main" val="39674830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01DB6-54CF-E8D8-1398-E582F8D4A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0" descr="A close up of a sink&#10;&#10;Description automatically generated">
            <a:extLst>
              <a:ext uri="{FF2B5EF4-FFF2-40B4-BE49-F238E27FC236}">
                <a16:creationId xmlns:a16="http://schemas.microsoft.com/office/drawing/2014/main" id="{AECD40AF-C554-565B-DA1B-67346D59997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19" b="5740"/>
          <a:stretch/>
        </p:blipFill>
        <p:spPr>
          <a:xfrm>
            <a:off x="7037140" y="0"/>
            <a:ext cx="5154860" cy="6867204"/>
          </a:xfrm>
          <a:prstGeom prst="rect">
            <a:avLst/>
          </a:prstGeom>
        </p:spPr>
      </p:pic>
      <p:sp>
        <p:nvSpPr>
          <p:cNvPr id="10" name="Rectangle 17">
            <a:extLst>
              <a:ext uri="{FF2B5EF4-FFF2-40B4-BE49-F238E27FC236}">
                <a16:creationId xmlns:a16="http://schemas.microsoft.com/office/drawing/2014/main" id="{85745C9E-E517-DB52-5577-219F2E2DFAB2}"/>
              </a:ext>
            </a:extLst>
          </p:cNvPr>
          <p:cNvSpPr/>
          <p:nvPr/>
        </p:nvSpPr>
        <p:spPr>
          <a:xfrm>
            <a:off x="7037140" y="0"/>
            <a:ext cx="5154860" cy="6867204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" name="TextBox 18">
            <a:extLst>
              <a:ext uri="{FF2B5EF4-FFF2-40B4-BE49-F238E27FC236}">
                <a16:creationId xmlns:a16="http://schemas.microsoft.com/office/drawing/2014/main" id="{ED9D0A4A-D862-1BF5-C9DA-150AC7D154FA}"/>
              </a:ext>
            </a:extLst>
          </p:cNvPr>
          <p:cNvSpPr txBox="1"/>
          <p:nvPr/>
        </p:nvSpPr>
        <p:spPr>
          <a:xfrm>
            <a:off x="245609" y="1452144"/>
            <a:ext cx="11946391" cy="2816156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  <a:lumMod val="0"/>
                  <a:lumOff val="100000"/>
                </a:schemeClr>
              </a:gs>
              <a:gs pos="100000">
                <a:schemeClr val="bg1">
                  <a:lumMod val="0"/>
                  <a:lumOff val="100000"/>
                  <a:alpha val="62000"/>
                </a:scheme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pt-BR" sz="3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Backlash Dinâmico com</a:t>
            </a:r>
          </a:p>
          <a:p>
            <a:r>
              <a:rPr lang="pt-BR" sz="3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Vibração do Eixo</a:t>
            </a:r>
            <a:endParaRPr lang="pt-BR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pt-BR" sz="150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pt-BR" sz="150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</a:rPr>
              <a:t>Eng. Murillo Álvaro Borges de Sousa</a:t>
            </a:r>
          </a:p>
          <a:p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</a:rPr>
              <a:t>Prof. Aldemir Aparecido Cavallini Jr.</a:t>
            </a:r>
          </a:p>
          <a:p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</a:rPr>
              <a:t>Prof. Valder Steffen Jr.</a:t>
            </a:r>
          </a:p>
          <a:p>
            <a:endParaRPr lang="pt-BR" sz="15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pt-BR" sz="150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56BEF11C-4905-8F53-1334-5D0611C91442}"/>
              </a:ext>
            </a:extLst>
          </p:cNvPr>
          <p:cNvSpPr txBox="1"/>
          <p:nvPr/>
        </p:nvSpPr>
        <p:spPr>
          <a:xfrm>
            <a:off x="245609" y="4828570"/>
            <a:ext cx="117916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LMEst-UFU –</a:t>
            </a:r>
            <a:r>
              <a:rPr lang="pt-BR" sz="1600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t-BR" sz="1400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Universidade Federal de Uberlândia, Faculdade de Engenharia Mecânica, </a:t>
            </a:r>
          </a:p>
          <a:p>
            <a:r>
              <a:rPr lang="pt-BR" sz="1400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          Laboratório de Mecânica de Estruturas “José Eduardo Tannús Reis”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4D1DBCD-2232-0504-C255-EED22B0DFE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4379" y="5617435"/>
            <a:ext cx="1422043" cy="1218894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106682BB-72AE-AA86-C7EA-9379CC3095AF}"/>
              </a:ext>
            </a:extLst>
          </p:cNvPr>
          <p:cNvGrpSpPr/>
          <p:nvPr/>
        </p:nvGrpSpPr>
        <p:grpSpPr>
          <a:xfrm>
            <a:off x="366438" y="5719051"/>
            <a:ext cx="2885542" cy="1015663"/>
            <a:chOff x="366438" y="5717539"/>
            <a:chExt cx="2885542" cy="1015663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9AD1D33-F11D-1DD4-6521-065D80786A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6438" y="5724213"/>
              <a:ext cx="945090" cy="937611"/>
            </a:xfrm>
            <a:prstGeom prst="rect">
              <a:avLst/>
            </a:prstGeom>
          </p:spPr>
        </p:pic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29640A65-F4D6-D026-06E4-DF1CA10DCB19}"/>
                </a:ext>
              </a:extLst>
            </p:cNvPr>
            <p:cNvSpPr txBox="1"/>
            <p:nvPr/>
          </p:nvSpPr>
          <p:spPr>
            <a:xfrm>
              <a:off x="1351573" y="5717539"/>
              <a:ext cx="1900407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2000" b="1" noProof="0" dirty="0">
                  <a:ea typeface="Verdana" panose="020B0604030504040204" pitchFamily="34" charset="0"/>
                  <a:cs typeface="Verdana" panose="020B0604030504040204" pitchFamily="34" charset="0"/>
                </a:rPr>
                <a:t>Universidade Federal de Uberlândia</a:t>
              </a:r>
              <a:endParaRPr lang="pt-BR" sz="2000" b="1" noProof="0" dirty="0"/>
            </a:p>
          </p:txBody>
        </p:sp>
      </p:grpSp>
      <p:pic>
        <p:nvPicPr>
          <p:cNvPr id="4" name="Imagem 6" descr="logo inct.jpg">
            <a:extLst>
              <a:ext uri="{FF2B5EF4-FFF2-40B4-BE49-F238E27FC236}">
                <a16:creationId xmlns:a16="http://schemas.microsoft.com/office/drawing/2014/main" id="{2E2634DD-098C-8699-73CA-A6785BAA0291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197636" y="5752746"/>
            <a:ext cx="657091" cy="948273"/>
          </a:xfrm>
          <a:prstGeom prst="rect">
            <a:avLst/>
          </a:prstGeom>
        </p:spPr>
      </p:pic>
      <p:sp>
        <p:nvSpPr>
          <p:cNvPr id="9" name="TextBox 7">
            <a:extLst>
              <a:ext uri="{FF2B5EF4-FFF2-40B4-BE49-F238E27FC236}">
                <a16:creationId xmlns:a16="http://schemas.microsoft.com/office/drawing/2014/main" id="{EF650914-C994-AB06-6E9A-23DFA127E347}"/>
              </a:ext>
            </a:extLst>
          </p:cNvPr>
          <p:cNvSpPr txBox="1"/>
          <p:nvPr/>
        </p:nvSpPr>
        <p:spPr>
          <a:xfrm>
            <a:off x="338827" y="296305"/>
            <a:ext cx="1142105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700" b="1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Inteligência Artificial Aplicada na Criação de Modelos Representativos de Mancais Hidrodinâmicos, Selos Anulares e Máquinas Rotativas </a:t>
            </a:r>
            <a:r>
              <a:rPr lang="pt-BR" sz="1700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(ROSS – Digital Twin)</a:t>
            </a:r>
          </a:p>
        </p:txBody>
      </p:sp>
    </p:spTree>
    <p:extLst>
      <p:ext uri="{BB962C8B-B14F-4D97-AF65-F5344CB8AC3E}">
        <p14:creationId xmlns:p14="http://schemas.microsoft.com/office/powerpoint/2010/main" val="25133740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écnica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1A9CD9F9ADE934B906A079AAE96E685" ma:contentTypeVersion="15" ma:contentTypeDescription="Crie um novo documento." ma:contentTypeScope="" ma:versionID="ea4848d648de9f22005987d26178aa72">
  <xsd:schema xmlns:xsd="http://www.w3.org/2001/XMLSchema" xmlns:xs="http://www.w3.org/2001/XMLSchema" xmlns:p="http://schemas.microsoft.com/office/2006/metadata/properties" xmlns:ns2="dae661f9-a2ae-4650-b836-a0eee9a7f58a" xmlns:ns3="477edc4c-7793-4b94-9ad6-89a71cb9e90b" targetNamespace="http://schemas.microsoft.com/office/2006/metadata/properties" ma:root="true" ma:fieldsID="3cddaa71295982a9c085584b889e4811" ns2:_="" ns3:_="">
    <xsd:import namespace="dae661f9-a2ae-4650-b836-a0eee9a7f58a"/>
    <xsd:import namespace="477edc4c-7793-4b94-9ad6-89a71cb9e9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e661f9-a2ae-4650-b836-a0eee9a7f5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Marcações de imagem" ma:readOnly="false" ma:fieldId="{5cf76f15-5ced-4ddc-b409-7134ff3c332f}" ma:taxonomyMulti="true" ma:sspId="e597c33c-ecc2-476f-a0fa-1296a3cd85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7edc4c-7793-4b94-9ad6-89a71cb9e90b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94953f5-a6f2-4e0b-a720-43467f320019}" ma:internalName="TaxCatchAll" ma:showField="CatchAllData" ma:web="477edc4c-7793-4b94-9ad6-89a71cb9e90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ae661f9-a2ae-4650-b836-a0eee9a7f58a">
      <Terms xmlns="http://schemas.microsoft.com/office/infopath/2007/PartnerControls"/>
    </lcf76f155ced4ddcb4097134ff3c332f>
    <TaxCatchAll xmlns="477edc4c-7793-4b94-9ad6-89a71cb9e90b" xsi:nil="true"/>
  </documentManagement>
</p:properties>
</file>

<file path=customXml/itemProps1.xml><?xml version="1.0" encoding="utf-8"?>
<ds:datastoreItem xmlns:ds="http://schemas.openxmlformats.org/officeDocument/2006/customXml" ds:itemID="{BEA15AEB-14F4-4845-A6D8-894FDC6F36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e661f9-a2ae-4650-b836-a0eee9a7f58a"/>
    <ds:schemaRef ds:uri="477edc4c-7793-4b94-9ad6-89a71cb9e9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F1E4FA5-FED8-4D96-808E-683ECDD52FB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A457B65-DF4C-498D-82C4-52CF22BACA0E}">
  <ds:schemaRefs>
    <ds:schemaRef ds:uri="http://purl.org/dc/elements/1.1/"/>
    <ds:schemaRef ds:uri="http://purl.org/dc/terms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477edc4c-7793-4b94-9ad6-89a71cb9e90b"/>
    <ds:schemaRef ds:uri="http://schemas.microsoft.com/office/infopath/2007/PartnerControls"/>
    <ds:schemaRef ds:uri="dae661f9-a2ae-4650-b836-a0eee9a7f58a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67198</TotalTime>
  <Words>1242</Words>
  <Application>Microsoft Office PowerPoint</Application>
  <PresentationFormat>Widescreen</PresentationFormat>
  <Paragraphs>220</Paragraphs>
  <Slides>31</Slides>
  <Notes>29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Cambria Math</vt:lpstr>
      <vt:lpstr>Franklin Gothic Book</vt:lpstr>
      <vt:lpstr>Verdana</vt:lpstr>
      <vt:lpstr>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murilloabs@ufu.br</dc:creator>
  <cp:lastModifiedBy>Murillo Álvaro Borges de Sousa</cp:lastModifiedBy>
  <cp:revision>883</cp:revision>
  <dcterms:created xsi:type="dcterms:W3CDTF">2014-11-12T16:15:13Z</dcterms:created>
  <dcterms:modified xsi:type="dcterms:W3CDTF">2026-06-12T12:39:33Z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0x01010041A9CD9F9ADE934B906A079AAE96E685</vt:lpwstr>
  </property>
</Properties>
</file>