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1"/>
  </p:notesMasterIdLst>
  <p:sldIdLst>
    <p:sldId id="292" r:id="rId5"/>
    <p:sldId id="1242" r:id="rId6"/>
    <p:sldId id="1247" r:id="rId7"/>
    <p:sldId id="1220" r:id="rId8"/>
    <p:sldId id="1281" r:id="rId9"/>
    <p:sldId id="1248" r:id="rId10"/>
    <p:sldId id="1274" r:id="rId11"/>
    <p:sldId id="1262" r:id="rId12"/>
    <p:sldId id="1249" r:id="rId13"/>
    <p:sldId id="1250" r:id="rId14"/>
    <p:sldId id="1251" r:id="rId15"/>
    <p:sldId id="1253" r:id="rId16"/>
    <p:sldId id="1252" r:id="rId17"/>
    <p:sldId id="1263" r:id="rId18"/>
    <p:sldId id="1254" r:id="rId19"/>
    <p:sldId id="1255" r:id="rId20"/>
    <p:sldId id="1256" r:id="rId21"/>
    <p:sldId id="1264" r:id="rId22"/>
    <p:sldId id="1257" r:id="rId23"/>
    <p:sldId id="1258" r:id="rId24"/>
    <p:sldId id="1259" r:id="rId25"/>
    <p:sldId id="1265" r:id="rId26"/>
    <p:sldId id="1260" r:id="rId27"/>
    <p:sldId id="1261" r:id="rId28"/>
    <p:sldId id="1266" r:id="rId29"/>
    <p:sldId id="1276" r:id="rId30"/>
    <p:sldId id="1275" r:id="rId31"/>
    <p:sldId id="1278" r:id="rId32"/>
    <p:sldId id="1272" r:id="rId33"/>
    <p:sldId id="1271" r:id="rId34"/>
    <p:sldId id="1273" r:id="rId35"/>
    <p:sldId id="1279" r:id="rId36"/>
    <p:sldId id="1282" r:id="rId37"/>
    <p:sldId id="1280" r:id="rId38"/>
    <p:sldId id="1283" r:id="rId39"/>
    <p:sldId id="1245" r:id="rId4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05BA2A-68FD-4032-AB64-23F701ED3CC2}" v="7" dt="2026-06-17T13:07:56.5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48" autoAdjust="0"/>
    <p:restoredTop sz="93969" autoAdjust="0"/>
  </p:normalViewPr>
  <p:slideViewPr>
    <p:cSldViewPr snapToGrid="0">
      <p:cViewPr varScale="1">
        <p:scale>
          <a:sx n="87" d="100"/>
          <a:sy n="87" d="100"/>
        </p:scale>
        <p:origin x="966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17T20:18:43.638" v="356" actId="2085"/>
      <pc:docMkLst>
        <pc:docMk/>
      </pc:docMkLst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  <pc:sldChg chg="modSp mod">
        <pc:chgData name="Murillo Álvaro Borges de Sousa" userId="02386067-c46f-46e6-bf61-8f6a774af0e5" providerId="ADAL" clId="{73C3FE35-BF7E-418C-A7F8-FA0AB4F63A6B}" dt="2026-06-17T20:16:51.532" v="355" actId="2085"/>
        <pc:sldMkLst>
          <pc:docMk/>
          <pc:sldMk cId="3760686510" sldId="1266"/>
        </pc:sldMkLst>
        <pc:picChg chg="mod">
          <ac:chgData name="Murillo Álvaro Borges de Sousa" userId="02386067-c46f-46e6-bf61-8f6a774af0e5" providerId="ADAL" clId="{73C3FE35-BF7E-418C-A7F8-FA0AB4F63A6B}" dt="2026-06-17T20:16:51.532" v="355" actId="2085"/>
          <ac:picMkLst>
            <pc:docMk/>
            <pc:sldMk cId="3760686510" sldId="1266"/>
            <ac:picMk id="12" creationId="{38758E16-BF50-6798-F73B-8A08956F9CB0}"/>
          </ac:picMkLst>
        </pc:picChg>
      </pc:sldChg>
      <pc:sldChg chg="modSp mod">
        <pc:chgData name="Murillo Álvaro Borges de Sousa" userId="02386067-c46f-46e6-bf61-8f6a774af0e5" providerId="ADAL" clId="{73C3FE35-BF7E-418C-A7F8-FA0AB4F63A6B}" dt="2026-06-17T20:18:43.638" v="356" actId="2085"/>
        <pc:sldMkLst>
          <pc:docMk/>
          <pc:sldMk cId="3862166320" sldId="1271"/>
        </pc:sldMkLst>
        <pc:picChg chg="mod">
          <ac:chgData name="Murillo Álvaro Borges de Sousa" userId="02386067-c46f-46e6-bf61-8f6a774af0e5" providerId="ADAL" clId="{73C3FE35-BF7E-418C-A7F8-FA0AB4F63A6B}" dt="2026-06-17T20:18:43.638" v="356" actId="2085"/>
          <ac:picMkLst>
            <pc:docMk/>
            <pc:sldMk cId="3862166320" sldId="1271"/>
            <ac:picMk id="5" creationId="{BAD5E421-FB6D-34E1-540D-09E9C94211E1}"/>
          </ac:picMkLst>
        </pc:picChg>
      </pc:sldChg>
      <pc:sldChg chg="addSp delSp modSp mod">
        <pc:chgData name="Murillo Álvaro Borges de Sousa" userId="02386067-c46f-46e6-bf61-8f6a774af0e5" providerId="ADAL" clId="{73C3FE35-BF7E-418C-A7F8-FA0AB4F63A6B}" dt="2026-06-17T12:08:31.340" v="125" actId="14100"/>
        <pc:sldMkLst>
          <pc:docMk/>
          <pc:sldMk cId="2052056007" sldId="1279"/>
        </pc:sldMkLst>
        <pc:picChg chg="del">
          <ac:chgData name="Murillo Álvaro Borges de Sousa" userId="02386067-c46f-46e6-bf61-8f6a774af0e5" providerId="ADAL" clId="{73C3FE35-BF7E-418C-A7F8-FA0AB4F63A6B}" dt="2026-06-17T12:07:09.847" v="105" actId="478"/>
          <ac:picMkLst>
            <pc:docMk/>
            <pc:sldMk cId="2052056007" sldId="1279"/>
            <ac:picMk id="5" creationId="{75D913B0-BF27-5EE3-0DE6-5BB46E86E082}"/>
          </ac:picMkLst>
        </pc:picChg>
        <pc:picChg chg="add mod">
          <ac:chgData name="Murillo Álvaro Borges de Sousa" userId="02386067-c46f-46e6-bf61-8f6a774af0e5" providerId="ADAL" clId="{73C3FE35-BF7E-418C-A7F8-FA0AB4F63A6B}" dt="2026-06-17T12:08:31.340" v="125" actId="14100"/>
          <ac:picMkLst>
            <pc:docMk/>
            <pc:sldMk cId="2052056007" sldId="1279"/>
            <ac:picMk id="6" creationId="{9EE50E07-EF0C-D171-37C8-DAD7BBD44A8E}"/>
          </ac:picMkLst>
        </pc:picChg>
        <pc:picChg chg="add mod">
          <ac:chgData name="Murillo Álvaro Borges de Sousa" userId="02386067-c46f-46e6-bf61-8f6a774af0e5" providerId="ADAL" clId="{73C3FE35-BF7E-418C-A7F8-FA0AB4F63A6B}" dt="2026-06-17T12:08:29.677" v="123" actId="14100"/>
          <ac:picMkLst>
            <pc:docMk/>
            <pc:sldMk cId="2052056007" sldId="1279"/>
            <ac:picMk id="8" creationId="{3380ECDE-64D8-FE8C-0D90-969093233BE8}"/>
          </ac:picMkLst>
        </pc:picChg>
        <pc:picChg chg="del mod">
          <ac:chgData name="Murillo Álvaro Borges de Sousa" userId="02386067-c46f-46e6-bf61-8f6a774af0e5" providerId="ADAL" clId="{73C3FE35-BF7E-418C-A7F8-FA0AB4F63A6B}" dt="2026-06-17T12:07:10.268" v="107" actId="478"/>
          <ac:picMkLst>
            <pc:docMk/>
            <pc:sldMk cId="2052056007" sldId="1279"/>
            <ac:picMk id="10" creationId="{C8ED1DC1-1E55-3C75-1F8F-F70B320E41E6}"/>
          </ac:picMkLst>
        </pc:picChg>
      </pc:sldChg>
      <pc:sldChg chg="addSp delSp modSp add mod">
        <pc:chgData name="Murillo Álvaro Borges de Sousa" userId="02386067-c46f-46e6-bf61-8f6a774af0e5" providerId="ADAL" clId="{73C3FE35-BF7E-418C-A7F8-FA0AB4F63A6B}" dt="2026-06-17T12:06:52.053" v="103" actId="1076"/>
        <pc:sldMkLst>
          <pc:docMk/>
          <pc:sldMk cId="1415717565" sldId="1281"/>
        </pc:sldMkLst>
        <pc:spChg chg="add mod">
          <ac:chgData name="Murillo Álvaro Borges de Sousa" userId="02386067-c46f-46e6-bf61-8f6a774af0e5" providerId="ADAL" clId="{73C3FE35-BF7E-418C-A7F8-FA0AB4F63A6B}" dt="2026-06-17T12:05:19.758" v="91" actId="1076"/>
          <ac:spMkLst>
            <pc:docMk/>
            <pc:sldMk cId="1415717565" sldId="1281"/>
            <ac:spMk id="9" creationId="{CC4D6C56-6A83-C36F-4748-9E747AD24D60}"/>
          </ac:spMkLst>
        </pc:spChg>
        <pc:spChg chg="add mod">
          <ac:chgData name="Murillo Álvaro Borges de Sousa" userId="02386067-c46f-46e6-bf61-8f6a774af0e5" providerId="ADAL" clId="{73C3FE35-BF7E-418C-A7F8-FA0AB4F63A6B}" dt="2026-06-17T12:06:24.238" v="94" actId="1076"/>
          <ac:spMkLst>
            <pc:docMk/>
            <pc:sldMk cId="1415717565" sldId="1281"/>
            <ac:spMk id="10" creationId="{85C7839B-1621-95AF-6F6E-BDCFBE481E66}"/>
          </ac:spMkLst>
        </pc:spChg>
        <pc:spChg chg="mod">
          <ac:chgData name="Murillo Álvaro Borges de Sousa" userId="02386067-c46f-46e6-bf61-8f6a774af0e5" providerId="ADAL" clId="{73C3FE35-BF7E-418C-A7F8-FA0AB4F63A6B}" dt="2026-06-17T12:00:27.899" v="52" actId="113"/>
          <ac:spMkLst>
            <pc:docMk/>
            <pc:sldMk cId="1415717565" sldId="1281"/>
            <ac:spMk id="12" creationId="{ED535B08-C79F-2BBA-212A-15B838A76047}"/>
          </ac:spMkLst>
        </pc:spChg>
        <pc:picChg chg="add mod">
          <ac:chgData name="Murillo Álvaro Borges de Sousa" userId="02386067-c46f-46e6-bf61-8f6a774af0e5" providerId="ADAL" clId="{73C3FE35-BF7E-418C-A7F8-FA0AB4F63A6B}" dt="2026-06-17T12:03:50.689" v="77" actId="1076"/>
          <ac:picMkLst>
            <pc:docMk/>
            <pc:sldMk cId="1415717565" sldId="1281"/>
            <ac:picMk id="4" creationId="{28EFD465-DAA9-0BF5-ED30-3E834F9E4902}"/>
          </ac:picMkLst>
        </pc:picChg>
        <pc:picChg chg="add mod">
          <ac:chgData name="Murillo Álvaro Borges de Sousa" userId="02386067-c46f-46e6-bf61-8f6a774af0e5" providerId="ADAL" clId="{73C3FE35-BF7E-418C-A7F8-FA0AB4F63A6B}" dt="2026-06-17T12:04:28.503" v="84" actId="1076"/>
          <ac:picMkLst>
            <pc:docMk/>
            <pc:sldMk cId="1415717565" sldId="1281"/>
            <ac:picMk id="6" creationId="{1006EC40-0D27-8142-BF6D-7CB0C5F05A47}"/>
          </ac:picMkLst>
        </pc:picChg>
        <pc:picChg chg="add mod">
          <ac:chgData name="Murillo Álvaro Borges de Sousa" userId="02386067-c46f-46e6-bf61-8f6a774af0e5" providerId="ADAL" clId="{73C3FE35-BF7E-418C-A7F8-FA0AB4F63A6B}" dt="2026-06-17T12:06:44.566" v="97" actId="1076"/>
          <ac:picMkLst>
            <pc:docMk/>
            <pc:sldMk cId="1415717565" sldId="1281"/>
            <ac:picMk id="8" creationId="{6879F003-8A1B-2B9B-C47B-A52489357983}"/>
          </ac:picMkLst>
        </pc:picChg>
        <pc:picChg chg="add mod">
          <ac:chgData name="Murillo Álvaro Borges de Sousa" userId="02386067-c46f-46e6-bf61-8f6a774af0e5" providerId="ADAL" clId="{73C3FE35-BF7E-418C-A7F8-FA0AB4F63A6B}" dt="2026-06-17T12:06:52.053" v="103" actId="1076"/>
          <ac:picMkLst>
            <pc:docMk/>
            <pc:sldMk cId="1415717565" sldId="1281"/>
            <ac:picMk id="13" creationId="{166C735E-C239-EE4F-A3A6-69B42184DF3F}"/>
          </ac:picMkLst>
        </pc:picChg>
        <pc:picChg chg="del mod">
          <ac:chgData name="Murillo Álvaro Borges de Sousa" userId="02386067-c46f-46e6-bf61-8f6a774af0e5" providerId="ADAL" clId="{73C3FE35-BF7E-418C-A7F8-FA0AB4F63A6B}" dt="2026-06-17T12:00:36.029" v="61" actId="478"/>
          <ac:picMkLst>
            <pc:docMk/>
            <pc:sldMk cId="1415717565" sldId="1281"/>
            <ac:picMk id="15" creationId="{7CF5879E-428F-7AB8-30E6-9FEDF407E521}"/>
          </ac:picMkLst>
        </pc:picChg>
        <pc:picChg chg="del">
          <ac:chgData name="Murillo Álvaro Borges de Sousa" userId="02386067-c46f-46e6-bf61-8f6a774af0e5" providerId="ADAL" clId="{73C3FE35-BF7E-418C-A7F8-FA0AB4F63A6B}" dt="2026-06-17T12:00:36.748" v="63" actId="478"/>
          <ac:picMkLst>
            <pc:docMk/>
            <pc:sldMk cId="1415717565" sldId="1281"/>
            <ac:picMk id="17" creationId="{E5F4AD44-72B2-117D-2CC4-03F29A7DF681}"/>
          </ac:picMkLst>
        </pc:picChg>
        <pc:picChg chg="del">
          <ac:chgData name="Murillo Álvaro Borges de Sousa" userId="02386067-c46f-46e6-bf61-8f6a774af0e5" providerId="ADAL" clId="{73C3FE35-BF7E-418C-A7F8-FA0AB4F63A6B}" dt="2026-06-17T12:00:34.940" v="58" actId="478"/>
          <ac:picMkLst>
            <pc:docMk/>
            <pc:sldMk cId="1415717565" sldId="1281"/>
            <ac:picMk id="19" creationId="{ED8BE2EA-F525-BAB6-C24B-F594E6F30774}"/>
          </ac:picMkLst>
        </pc:picChg>
        <pc:picChg chg="del">
          <ac:chgData name="Murillo Álvaro Borges de Sousa" userId="02386067-c46f-46e6-bf61-8f6a774af0e5" providerId="ADAL" clId="{73C3FE35-BF7E-418C-A7F8-FA0AB4F63A6B}" dt="2026-06-17T12:00:34.526" v="57" actId="478"/>
          <ac:picMkLst>
            <pc:docMk/>
            <pc:sldMk cId="1415717565" sldId="1281"/>
            <ac:picMk id="21" creationId="{AAAE3B69-D6D9-CE0F-AB39-60838E7438F5}"/>
          </ac:picMkLst>
        </pc:picChg>
        <pc:picChg chg="del mod">
          <ac:chgData name="Murillo Álvaro Borges de Sousa" userId="02386067-c46f-46e6-bf61-8f6a774af0e5" providerId="ADAL" clId="{73C3FE35-BF7E-418C-A7F8-FA0AB4F63A6B}" dt="2026-06-17T12:00:32.565" v="53" actId="478"/>
          <ac:picMkLst>
            <pc:docMk/>
            <pc:sldMk cId="1415717565" sldId="1281"/>
            <ac:picMk id="22" creationId="{6F5CADFE-40A2-A27C-420B-6D602A55800C}"/>
          </ac:picMkLst>
        </pc:picChg>
        <pc:picChg chg="del">
          <ac:chgData name="Murillo Álvaro Borges de Sousa" userId="02386067-c46f-46e6-bf61-8f6a774af0e5" providerId="ADAL" clId="{73C3FE35-BF7E-418C-A7F8-FA0AB4F63A6B}" dt="2026-06-17T12:00:34.172" v="56" actId="478"/>
          <ac:picMkLst>
            <pc:docMk/>
            <pc:sldMk cId="1415717565" sldId="1281"/>
            <ac:picMk id="34" creationId="{ED3E59C9-3B00-8A87-3126-3A6D4BFE0939}"/>
          </ac:picMkLst>
        </pc:picChg>
        <pc:picChg chg="del">
          <ac:chgData name="Murillo Álvaro Borges de Sousa" userId="02386067-c46f-46e6-bf61-8f6a774af0e5" providerId="ADAL" clId="{73C3FE35-BF7E-418C-A7F8-FA0AB4F63A6B}" dt="2026-06-17T12:00:35.356" v="59" actId="478"/>
          <ac:picMkLst>
            <pc:docMk/>
            <pc:sldMk cId="1415717565" sldId="1281"/>
            <ac:picMk id="36" creationId="{C98BDF55-6C18-D18B-C47D-682F217C3A57}"/>
          </ac:picMkLst>
        </pc:picChg>
        <pc:picChg chg="del">
          <ac:chgData name="Murillo Álvaro Borges de Sousa" userId="02386067-c46f-46e6-bf61-8f6a774af0e5" providerId="ADAL" clId="{73C3FE35-BF7E-418C-A7F8-FA0AB4F63A6B}" dt="2026-06-17T12:00:33.892" v="55" actId="478"/>
          <ac:picMkLst>
            <pc:docMk/>
            <pc:sldMk cId="1415717565" sldId="1281"/>
            <ac:picMk id="38" creationId="{386077DA-AE8C-537B-A1FD-14765C118F06}"/>
          </ac:picMkLst>
        </pc:picChg>
        <pc:picChg chg="del">
          <ac:chgData name="Murillo Álvaro Borges de Sousa" userId="02386067-c46f-46e6-bf61-8f6a774af0e5" providerId="ADAL" clId="{73C3FE35-BF7E-418C-A7F8-FA0AB4F63A6B}" dt="2026-06-17T12:00:32.996" v="54" actId="478"/>
          <ac:picMkLst>
            <pc:docMk/>
            <pc:sldMk cId="1415717565" sldId="1281"/>
            <ac:picMk id="40" creationId="{7C8B2B11-1316-76CC-E5D5-3644F7B7096A}"/>
          </ac:picMkLst>
        </pc:picChg>
        <pc:picChg chg="del">
          <ac:chgData name="Murillo Álvaro Borges de Sousa" userId="02386067-c46f-46e6-bf61-8f6a774af0e5" providerId="ADAL" clId="{73C3FE35-BF7E-418C-A7F8-FA0AB4F63A6B}" dt="2026-06-17T12:00:37.220" v="64" actId="478"/>
          <ac:picMkLst>
            <pc:docMk/>
            <pc:sldMk cId="1415717565" sldId="1281"/>
            <ac:picMk id="42" creationId="{4BE5217B-3544-4CE5-CA22-6FBA714A7ED4}"/>
          </ac:picMkLst>
        </pc:picChg>
        <pc:picChg chg="del">
          <ac:chgData name="Murillo Álvaro Borges de Sousa" userId="02386067-c46f-46e6-bf61-8f6a774af0e5" providerId="ADAL" clId="{73C3FE35-BF7E-418C-A7F8-FA0AB4F63A6B}" dt="2026-06-17T12:00:37.564" v="65" actId="478"/>
          <ac:picMkLst>
            <pc:docMk/>
            <pc:sldMk cId="1415717565" sldId="1281"/>
            <ac:picMk id="44" creationId="{B84A0822-721A-73CD-FB94-9AFAD02784D1}"/>
          </ac:picMkLst>
        </pc:picChg>
        <pc:picChg chg="del">
          <ac:chgData name="Murillo Álvaro Borges de Sousa" userId="02386067-c46f-46e6-bf61-8f6a774af0e5" providerId="ADAL" clId="{73C3FE35-BF7E-418C-A7F8-FA0AB4F63A6B}" dt="2026-06-17T12:00:36.460" v="62" actId="478"/>
          <ac:picMkLst>
            <pc:docMk/>
            <pc:sldMk cId="1415717565" sldId="1281"/>
            <ac:picMk id="46" creationId="{5384D2CB-F719-F340-E4AA-B0626720862F}"/>
          </ac:picMkLst>
        </pc:picChg>
        <pc:picChg chg="del">
          <ac:chgData name="Murillo Álvaro Borges de Sousa" userId="02386067-c46f-46e6-bf61-8f6a774af0e5" providerId="ADAL" clId="{73C3FE35-BF7E-418C-A7F8-FA0AB4F63A6B}" dt="2026-06-17T12:00:37.941" v="66" actId="478"/>
          <ac:picMkLst>
            <pc:docMk/>
            <pc:sldMk cId="1415717565" sldId="1281"/>
            <ac:picMk id="48" creationId="{DC2DDEB7-C626-86E8-12A3-D5D1AE92D819}"/>
          </ac:picMkLst>
        </pc:picChg>
      </pc:sldChg>
      <pc:sldChg chg="modSp add mod">
        <pc:chgData name="Murillo Álvaro Borges de Sousa" userId="02386067-c46f-46e6-bf61-8f6a774af0e5" providerId="ADAL" clId="{73C3FE35-BF7E-418C-A7F8-FA0AB4F63A6B}" dt="2026-06-17T12:08:53.790" v="129" actId="1076"/>
        <pc:sldMkLst>
          <pc:docMk/>
          <pc:sldMk cId="3841221381" sldId="1282"/>
        </pc:sldMkLst>
        <pc:picChg chg="mod">
          <ac:chgData name="Murillo Álvaro Borges de Sousa" userId="02386067-c46f-46e6-bf61-8f6a774af0e5" providerId="ADAL" clId="{73C3FE35-BF7E-418C-A7F8-FA0AB4F63A6B}" dt="2026-06-17T12:08:52.370" v="128" actId="1076"/>
          <ac:picMkLst>
            <pc:docMk/>
            <pc:sldMk cId="3841221381" sldId="1282"/>
            <ac:picMk id="5" creationId="{DE545B7C-A963-0059-1E21-D9E60515F8C4}"/>
          </ac:picMkLst>
        </pc:picChg>
        <pc:picChg chg="mod">
          <ac:chgData name="Murillo Álvaro Borges de Sousa" userId="02386067-c46f-46e6-bf61-8f6a774af0e5" providerId="ADAL" clId="{73C3FE35-BF7E-418C-A7F8-FA0AB4F63A6B}" dt="2026-06-17T12:08:53.790" v="129" actId="1076"/>
          <ac:picMkLst>
            <pc:docMk/>
            <pc:sldMk cId="3841221381" sldId="1282"/>
            <ac:picMk id="10" creationId="{252A09EC-F179-2DA6-1449-2EAE8BEE0397}"/>
          </ac:picMkLst>
        </pc:picChg>
      </pc:sldChg>
      <pc:sldChg chg="addSp delSp modSp add mod ord">
        <pc:chgData name="Murillo Álvaro Borges de Sousa" userId="02386067-c46f-46e6-bf61-8f6a774af0e5" providerId="ADAL" clId="{73C3FE35-BF7E-418C-A7F8-FA0AB4F63A6B}" dt="2026-06-17T13:09:36.594" v="354" actId="20577"/>
        <pc:sldMkLst>
          <pc:docMk/>
          <pc:sldMk cId="1886745028" sldId="1283"/>
        </pc:sldMkLst>
        <pc:spChg chg="mod">
          <ac:chgData name="Murillo Álvaro Borges de Sousa" userId="02386067-c46f-46e6-bf61-8f6a774af0e5" providerId="ADAL" clId="{73C3FE35-BF7E-418C-A7F8-FA0AB4F63A6B}" dt="2026-06-17T13:07:52.053" v="151" actId="20577"/>
          <ac:spMkLst>
            <pc:docMk/>
            <pc:sldMk cId="1886745028" sldId="1283"/>
            <ac:spMk id="2" creationId="{74393A20-F235-ABA2-F588-5F624FF4538A}"/>
          </ac:spMkLst>
        </pc:spChg>
        <pc:spChg chg="add mod">
          <ac:chgData name="Murillo Álvaro Borges de Sousa" userId="02386067-c46f-46e6-bf61-8f6a774af0e5" providerId="ADAL" clId="{73C3FE35-BF7E-418C-A7F8-FA0AB4F63A6B}" dt="2026-06-17T13:09:36.594" v="354" actId="20577"/>
          <ac:spMkLst>
            <pc:docMk/>
            <pc:sldMk cId="1886745028" sldId="1283"/>
            <ac:spMk id="4" creationId="{DD6A87A9-FB50-728B-BF02-2CB2D819DC2D}"/>
          </ac:spMkLst>
        </pc:spChg>
        <pc:picChg chg="del">
          <ac:chgData name="Murillo Álvaro Borges de Sousa" userId="02386067-c46f-46e6-bf61-8f6a774af0e5" providerId="ADAL" clId="{73C3FE35-BF7E-418C-A7F8-FA0AB4F63A6B}" dt="2026-06-17T13:07:42.002" v="134" actId="478"/>
          <ac:picMkLst>
            <pc:docMk/>
            <pc:sldMk cId="1886745028" sldId="1283"/>
            <ac:picMk id="5" creationId="{700C0575-5711-0A03-8C17-8EA74D46C69B}"/>
          </ac:picMkLst>
        </pc:picChg>
        <pc:picChg chg="del">
          <ac:chgData name="Murillo Álvaro Borges de Sousa" userId="02386067-c46f-46e6-bf61-8f6a774af0e5" providerId="ADAL" clId="{73C3FE35-BF7E-418C-A7F8-FA0AB4F63A6B}" dt="2026-06-17T13:07:41.650" v="133" actId="478"/>
          <ac:picMkLst>
            <pc:docMk/>
            <pc:sldMk cId="1886745028" sldId="1283"/>
            <ac:picMk id="10" creationId="{2E28AA9A-FF7A-5FA5-F04D-53163A7D0F4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17/06/2026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02F81-35A4-F92B-E479-A12CA8729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D959117-457C-2527-7666-7E7B6B336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6AD9195-4E1F-8D3A-2506-14DC8A667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93B293-6D42-6256-90EC-AFA02EB76A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0679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FC08E-A560-8963-31CC-6A28AD9B1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AD3FE38-8C8F-833A-D492-CCDCE49551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AF73883-33B5-716C-8301-C572C9532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217ADA-CDF7-4FEF-B557-34E26B7266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3102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41CF3-6239-3A6F-1ED6-192F1B62C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D2620E-AFE8-633D-5AA4-5E27B66AA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5DA663-D11E-0CC7-15B5-2DDAAFCB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AADFEE-64C2-6D20-3910-A30326F405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16779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996C4-5B5E-84B3-6FE4-9A31DFE28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DEF6B2F-4D98-BF26-C084-62DE177F13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A1FFFC-A2B3-B8AC-B37D-70EB8BAAC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59FC43E-A9BC-630C-B483-9A4965ECEE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73375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593C6-EAE2-DB89-7F31-0A10114BD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EACDE8D-E859-9C74-A2D5-D13FF6E7CB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0C7D79C-DF5D-EC1B-1F6A-1A759F939C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C26275D-204D-3164-BF93-C7F4282FAC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5717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17/06/2026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17/06/2026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17/06/2026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17/06/2026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17/06/2026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8.png"/><Relationship Id="rId10" Type="http://schemas.openxmlformats.org/officeDocument/2006/relationships/image" Target="../media/image4.jpeg"/><Relationship Id="rId4" Type="http://schemas.openxmlformats.org/officeDocument/2006/relationships/image" Target="../media/image8.png"/><Relationship Id="rId9" Type="http://schemas.openxmlformats.org/officeDocument/2006/relationships/image" Target="../media/image6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5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5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80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6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.png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6.png"/><Relationship Id="rId27" Type="http://schemas.openxmlformats.org/officeDocument/2006/relationships/image" Target="../media/image86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5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80.png"/><Relationship Id="rId2" Type="http://schemas.openxmlformats.org/officeDocument/2006/relationships/notesSlide" Target="../notesSlides/notesSlide27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6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5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jpe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5.png"/><Relationship Id="rId7" Type="http://schemas.openxmlformats.org/officeDocument/2006/relationships/image" Target="../media/image15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36C46-3C0D-7A0A-C951-9CE0192AB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4050A84-D00D-5A8D-549A-BE004D2CE52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D535B08-C79F-2BBA-212A-15B838A76047}"/>
              </a:ext>
            </a:extLst>
          </p:cNvPr>
          <p:cNvSpPr txBox="1"/>
          <p:nvPr/>
        </p:nvSpPr>
        <p:spPr>
          <a:xfrm>
            <a:off x="123359" y="104051"/>
            <a:ext cx="9535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Expansão do modelo de Yi et al 2019</a:t>
            </a:r>
          </a:p>
        </p:txBody>
      </p: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106332B-4644-6C80-D781-A6892D95AF1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FF22E58-3A5E-6147-DFBF-363836D8D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05DE44C-F6E6-A920-B2B7-89375628066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462EDCB-7F2B-E146-3873-13B679472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28EFD465-DAA9-0BF5-ED30-3E834F9E49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11187"/>
            <a:ext cx="5940992" cy="4632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006EC40-0D27-8142-BF6D-7CB0C5F05A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59" y="1341355"/>
            <a:ext cx="5732070" cy="7100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9F003-8A1B-2B9B-C47B-A524893579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170" y="3127713"/>
            <a:ext cx="6084545" cy="23995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C4D6C56-6A83-C36F-4748-9E747AD24D60}"/>
              </a:ext>
            </a:extLst>
          </p:cNvPr>
          <p:cNvSpPr txBox="1"/>
          <p:nvPr/>
        </p:nvSpPr>
        <p:spPr>
          <a:xfrm>
            <a:off x="508949" y="958549"/>
            <a:ext cx="39677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Kubur</a:t>
            </a:r>
            <a:r>
              <a:rPr lang="pt-BR" dirty="0"/>
              <a:t> et al. (2004) e </a:t>
            </a:r>
            <a:r>
              <a:rPr lang="pt-BR" dirty="0" err="1"/>
              <a:t>Mo</a:t>
            </a:r>
            <a:r>
              <a:rPr lang="pt-BR" dirty="0"/>
              <a:t> et al. (2025)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C7839B-1621-95AF-6F6E-BDCFBE481E66}"/>
              </a:ext>
            </a:extLst>
          </p:cNvPr>
          <p:cNvSpPr txBox="1"/>
          <p:nvPr/>
        </p:nvSpPr>
        <p:spPr>
          <a:xfrm>
            <a:off x="7832990" y="1030359"/>
            <a:ext cx="3651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Walha</a:t>
            </a:r>
            <a:r>
              <a:rPr lang="pt-BR" dirty="0"/>
              <a:t>, </a:t>
            </a:r>
            <a:r>
              <a:rPr lang="pt-BR" dirty="0" err="1"/>
              <a:t>Fakhfakh</a:t>
            </a:r>
            <a:r>
              <a:rPr lang="pt-BR" dirty="0"/>
              <a:t> e </a:t>
            </a:r>
            <a:r>
              <a:rPr lang="pt-BR" dirty="0" err="1"/>
              <a:t>Haddar</a:t>
            </a:r>
            <a:r>
              <a:rPr lang="pt-BR" dirty="0"/>
              <a:t> (2006)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6C735E-C239-EE4F-A3A6-69B42184DF3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83674" y="1723547"/>
            <a:ext cx="4775547" cy="108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717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54339" y="926798"/>
            <a:ext cx="5462948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4410" y="890330"/>
            <a:ext cx="5790800" cy="392973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24200" y="878484"/>
            <a:ext cx="5695008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142" y="878485"/>
            <a:ext cx="5639797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73345" y="889440"/>
            <a:ext cx="5619721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907610"/>
            <a:ext cx="5746586" cy="38951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7033" y="878485"/>
            <a:ext cx="5732063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26730" y="894541"/>
            <a:ext cx="5538538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6328" y="924730"/>
            <a:ext cx="5416059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0904" y="989150"/>
            <a:ext cx="541254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486" y="984467"/>
            <a:ext cx="5352151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4940" y="955263"/>
            <a:ext cx="522211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86253" y="882968"/>
            <a:ext cx="555036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929" y="1075701"/>
            <a:ext cx="530941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03941" y="1039949"/>
            <a:ext cx="5055177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2501" y="975988"/>
            <a:ext cx="5171851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87034" y="974161"/>
            <a:ext cx="502657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2580" y="1100092"/>
            <a:ext cx="510684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7144" y="955263"/>
            <a:ext cx="5375536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3047" y="1070667"/>
            <a:ext cx="5014838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9782" y="1108680"/>
            <a:ext cx="5092434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098863-3405-15DC-2ECF-32BF615DEFDB}"/>
              </a:ext>
            </a:extLst>
          </p:cNvPr>
          <p:cNvGrpSpPr/>
          <p:nvPr/>
        </p:nvGrpSpPr>
        <p:grpSpPr>
          <a:xfrm>
            <a:off x="44068" y="1465402"/>
            <a:ext cx="6644725" cy="3927195"/>
            <a:chOff x="44068" y="1465402"/>
            <a:chExt cx="6644725" cy="392719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758E16-BF50-6798-F73B-8A08956F9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4068" y="1465402"/>
              <a:ext cx="6644725" cy="3927195"/>
            </a:xfrm>
            <a:prstGeom prst="rect">
              <a:avLst/>
            </a:prstGeom>
            <a:ln>
              <a:noFill/>
            </a:ln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01D435C-D8CF-6BFB-7F44-F6359E12A8C6}"/>
                </a:ext>
              </a:extLst>
            </p:cNvPr>
            <p:cNvSpPr txBox="1"/>
            <p:nvPr/>
          </p:nvSpPr>
          <p:spPr>
            <a:xfrm>
              <a:off x="621350" y="201908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1395CA-9271-BDEE-B735-5A49CD84E877}"/>
                </a:ext>
              </a:extLst>
            </p:cNvPr>
            <p:cNvSpPr txBox="1"/>
            <p:nvPr/>
          </p:nvSpPr>
          <p:spPr>
            <a:xfrm>
              <a:off x="1203408" y="240691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5AAB963-97AE-3577-ACB9-C75DB4493BE0}"/>
                </a:ext>
              </a:extLst>
            </p:cNvPr>
            <p:cNvSpPr txBox="1"/>
            <p:nvPr/>
          </p:nvSpPr>
          <p:spPr>
            <a:xfrm>
              <a:off x="2587034" y="241340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8996B26-6F7B-1BB9-B78C-9F3077EABFD4}"/>
                </a:ext>
              </a:extLst>
            </p:cNvPr>
            <p:cNvCxnSpPr>
              <a:cxnSpLocks/>
            </p:cNvCxnSpPr>
            <p:nvPr/>
          </p:nvCxnSpPr>
          <p:spPr>
            <a:xfrm>
              <a:off x="3106757" y="2683918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262041-762A-5F64-F145-2FF80FCF6B64}"/>
              </a:ext>
            </a:extLst>
          </p:cNvPr>
          <p:cNvGrpSpPr/>
          <p:nvPr/>
        </p:nvGrpSpPr>
        <p:grpSpPr>
          <a:xfrm>
            <a:off x="2342877" y="955263"/>
            <a:ext cx="9527066" cy="5635502"/>
            <a:chOff x="2342877" y="955263"/>
            <a:chExt cx="9527066" cy="563550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D98577-756C-2027-CD86-8FC981F3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42877" y="955263"/>
              <a:ext cx="9527066" cy="563550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B856F6-7A08-89B4-4228-CD362DA3DEF4}"/>
                </a:ext>
              </a:extLst>
            </p:cNvPr>
            <p:cNvSpPr txBox="1"/>
            <p:nvPr/>
          </p:nvSpPr>
          <p:spPr>
            <a:xfrm>
              <a:off x="3512329" y="1845725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FA792C-D1E1-04B6-AF4A-5BED1722024D}"/>
                </a:ext>
              </a:extLst>
            </p:cNvPr>
            <p:cNvSpPr txBox="1"/>
            <p:nvPr/>
          </p:nvSpPr>
          <p:spPr>
            <a:xfrm>
              <a:off x="4270657" y="2289791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60F2AB-DDD7-10B9-6244-B2C7557A1E0E}"/>
                </a:ext>
              </a:extLst>
            </p:cNvPr>
            <p:cNvSpPr txBox="1"/>
            <p:nvPr/>
          </p:nvSpPr>
          <p:spPr>
            <a:xfrm>
              <a:off x="10813252" y="2428290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C313806-DC36-2FF6-ACA8-2F498728AF71}"/>
                </a:ext>
              </a:extLst>
            </p:cNvPr>
            <p:cNvCxnSpPr>
              <a:cxnSpLocks/>
            </p:cNvCxnSpPr>
            <p:nvPr/>
          </p:nvCxnSpPr>
          <p:spPr>
            <a:xfrm>
              <a:off x="11176507" y="2705289"/>
              <a:ext cx="0" cy="4675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B9E9D7-D329-7D40-8772-E842E3855EC6}"/>
                </a:ext>
              </a:extLst>
            </p:cNvPr>
            <p:cNvSpPr txBox="1"/>
            <p:nvPr/>
          </p:nvSpPr>
          <p:spPr>
            <a:xfrm>
              <a:off x="5944638" y="25888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D55AB2C-4EDC-D067-FF8A-0D49693BE7C2}"/>
                </a:ext>
              </a:extLst>
            </p:cNvPr>
            <p:cNvCxnSpPr>
              <a:cxnSpLocks/>
            </p:cNvCxnSpPr>
            <p:nvPr/>
          </p:nvCxnSpPr>
          <p:spPr>
            <a:xfrm>
              <a:off x="6464361" y="2859335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5B6BC1-D233-D9C3-A368-A8B91E6242B6}"/>
              </a:ext>
            </a:extLst>
          </p:cNvPr>
          <p:cNvGrpSpPr/>
          <p:nvPr/>
        </p:nvGrpSpPr>
        <p:grpSpPr>
          <a:xfrm>
            <a:off x="2127515" y="984206"/>
            <a:ext cx="9668517" cy="5714331"/>
            <a:chOff x="2127515" y="984206"/>
            <a:chExt cx="9668517" cy="57143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D5E421-FB6D-34E1-540D-09E9C9421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27515" y="984206"/>
              <a:ext cx="9668517" cy="5714331"/>
            </a:xfrm>
            <a:prstGeom prst="rect">
              <a:avLst/>
            </a:prstGeom>
            <a:ln>
              <a:noFill/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9D79A-C9E4-6497-106D-554823F8AE13}"/>
                </a:ext>
              </a:extLst>
            </p:cNvPr>
            <p:cNvSpPr txBox="1"/>
            <p:nvPr/>
          </p:nvSpPr>
          <p:spPr>
            <a:xfrm>
              <a:off x="3441169" y="56375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1E6741-AB36-9FA4-5E29-9743C16FBC30}"/>
                </a:ext>
              </a:extLst>
            </p:cNvPr>
            <p:cNvSpPr txBox="1"/>
            <p:nvPr/>
          </p:nvSpPr>
          <p:spPr>
            <a:xfrm>
              <a:off x="10813252" y="2064536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810015-8CBC-BEA5-BF83-0D846277624B}"/>
                </a:ext>
              </a:extLst>
            </p:cNvPr>
            <p:cNvCxnSpPr>
              <a:cxnSpLocks/>
            </p:cNvCxnSpPr>
            <p:nvPr/>
          </p:nvCxnSpPr>
          <p:spPr>
            <a:xfrm>
              <a:off x="11106648" y="2341535"/>
              <a:ext cx="0" cy="7895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94692-3374-90CE-32F3-7305A0FC1746}"/>
                </a:ext>
              </a:extLst>
            </p:cNvPr>
            <p:cNvSpPr txBox="1"/>
            <p:nvPr/>
          </p:nvSpPr>
          <p:spPr>
            <a:xfrm>
              <a:off x="5833798" y="263038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4DBAA-9455-2A94-9DEB-0E57276A675F}"/>
                </a:ext>
              </a:extLst>
            </p:cNvPr>
            <p:cNvCxnSpPr>
              <a:cxnSpLocks/>
            </p:cNvCxnSpPr>
            <p:nvPr/>
          </p:nvCxnSpPr>
          <p:spPr>
            <a:xfrm>
              <a:off x="6353521" y="2900900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4EB5AA-3A65-40E6-2278-BE2F82717C92}"/>
              </a:ext>
            </a:extLst>
          </p:cNvPr>
          <p:cNvGrpSpPr/>
          <p:nvPr/>
        </p:nvGrpSpPr>
        <p:grpSpPr>
          <a:xfrm>
            <a:off x="2342877" y="878485"/>
            <a:ext cx="9527066" cy="5630729"/>
            <a:chOff x="2342877" y="878485"/>
            <a:chExt cx="9527066" cy="563072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0BE2B-DB5C-22C7-B244-39FB2FC2A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2877" y="878485"/>
              <a:ext cx="9527066" cy="563072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F49C89-E5AC-F5BC-19C4-62AB96CB8905}"/>
                </a:ext>
              </a:extLst>
            </p:cNvPr>
            <p:cNvSpPr txBox="1"/>
            <p:nvPr/>
          </p:nvSpPr>
          <p:spPr>
            <a:xfrm>
              <a:off x="6809169" y="1074545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24.3 Krpm</a:t>
              </a:r>
            </a:p>
            <a:p>
              <a:r>
                <a:rPr lang="pt-BR" sz="1200" dirty="0"/>
                <a:t>(~20*1.2)</a:t>
              </a:r>
              <a:endParaRPr lang="pt-B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26BBDF2-82BE-7ADE-CABA-DF8EA498C888}"/>
                </a:ext>
              </a:extLst>
            </p:cNvPr>
            <p:cNvSpPr txBox="1"/>
            <p:nvPr/>
          </p:nvSpPr>
          <p:spPr>
            <a:xfrm>
              <a:off x="8891579" y="2207446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36.6 Krpm</a:t>
              </a:r>
            </a:p>
            <a:p>
              <a:r>
                <a:rPr lang="pt-BR" sz="1200" dirty="0"/>
                <a:t>(~20*1.8)</a:t>
              </a:r>
              <a:endParaRPr lang="pt-BR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D329B-FAE3-10B6-B654-5966AB284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648CAE1-BD2E-EB1E-2726-44DF500D20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B8CEF750-C5B6-81B0-1AB9-A357CF88655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4D45965-34D9-C4C3-9198-8CDE1EB4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7C87D340-BB79-DEB2-CD7B-0805AC3A701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BD0D9E0-1BB0-F485-E71A-17B12AEBC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566C29B-0706-72B8-F6BA-C441BB90315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E50E07-EF0C-D171-37C8-DAD7BBD44A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691" y="955263"/>
            <a:ext cx="6627885" cy="2545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80ECDE-64D8-FE8C-0D90-969093233B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7576" y="2851685"/>
            <a:ext cx="4726131" cy="384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0560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347F0-D0C0-D45C-53DA-2E55D1F85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3DACE9-1F91-0E20-4733-5C03A561C2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5C93835-9ADD-39C0-BD80-3440EE89A43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3D50FBE-0B29-D9A0-1C0B-3570522CB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4B25A0B-8789-7925-FB2B-57FEA84987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3CAB540-8732-748F-1EAF-12044A35E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B85E731A-FDB3-D63D-F5C5-BF7861E3AFF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545B7C-A963-0059-1E21-D9E60515F8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4484" y="878485"/>
            <a:ext cx="5375536" cy="5797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2A09EC-F179-2DA6-1449-2EAE8BEE03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883" y="964899"/>
            <a:ext cx="5208820" cy="573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2213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B9173-FA4B-C8B1-1FF3-CB7F8857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7159CDF-34DA-5307-799A-32D5838BB9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CD6800DB-1CA6-A085-8D53-15D1D5CD50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755EFF2-9EB3-A9D2-855C-A81875E380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E91DA30-E111-B517-99E3-AA5FEE3BD3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498FE14-43B7-721A-5648-E65933DC09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1FA4C89-15C4-5E61-D080-2A51E2B7EB4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Utilização da Implementação no modelo Replan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EDDBC53-538B-595E-C107-E6F78181B1E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93" y="872295"/>
            <a:ext cx="4101435" cy="24726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44BBDE4-1CA6-A736-1680-DF5398EEA8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011" y="3429000"/>
            <a:ext cx="3352800" cy="333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F4BF9-66CB-6B42-6502-CF34BFE674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5670" y="829488"/>
            <a:ext cx="5378037" cy="602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504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45876-D428-E6E7-DBE8-90B4E2FAE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F40613D-012F-3A40-A391-734641154AB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09552AF8-57E7-D83F-3047-DF5F793ECC6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2EAAE75-062B-1F9D-D7F4-12F6DCE78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EC0F2C5-B5AC-87DB-BAB4-B05ED244092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D0EB137-7B24-DD9C-5C3D-7DA372818F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4393A20-F235-ABA2-F588-5F624FF4538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Próximos Passos</a:t>
            </a:r>
            <a:endParaRPr lang="pt-BR" sz="2400" b="1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6A87A9-FB50-728B-BF02-2CB2D819DC2D}"/>
              </a:ext>
            </a:extLst>
          </p:cNvPr>
          <p:cNvSpPr txBox="1"/>
          <p:nvPr/>
        </p:nvSpPr>
        <p:spPr>
          <a:xfrm>
            <a:off x="520011" y="1410159"/>
            <a:ext cx="443589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Murillo &amp; Jessica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Implementação e Adaptação ao ROSS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Integração com </a:t>
            </a:r>
            <a:r>
              <a:rPr lang="pt-BR" dirty="0" err="1"/>
              <a:t>MultiRotor</a:t>
            </a:r>
            <a:r>
              <a:rPr lang="pt-BR" dirty="0"/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Classe do </a:t>
            </a:r>
            <a:r>
              <a:rPr lang="pt-BR" dirty="0" err="1"/>
              <a:t>Backlash</a:t>
            </a:r>
            <a:r>
              <a:rPr lang="pt-BR" dirty="0"/>
              <a:t> Dinâmico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/>
              <a:t>Integrador </a:t>
            </a:r>
            <a:r>
              <a:rPr lang="pt-BR" dirty="0" err="1"/>
              <a:t>Newmark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67450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Props1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67301</TotalTime>
  <Words>1316</Words>
  <Application>Microsoft Office PowerPoint</Application>
  <PresentationFormat>Widescreen</PresentationFormat>
  <Paragraphs>238</Paragraphs>
  <Slides>36</Slides>
  <Notes>34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884</cp:revision>
  <dcterms:created xsi:type="dcterms:W3CDTF">2014-11-12T16:15:13Z</dcterms:created>
  <dcterms:modified xsi:type="dcterms:W3CDTF">2026-06-17T20:18:56Z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