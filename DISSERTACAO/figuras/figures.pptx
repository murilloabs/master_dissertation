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64" d="100"/>
          <a:sy n="64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09/06/2026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43" b="643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30" r="830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603664" y="3492996"/>
            <a:ext cx="2984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8746</TotalTime>
  <Words>106</Words>
  <Application>Microsoft Office PowerPoint</Application>
  <PresentationFormat>Widescreen</PresentationFormat>
  <Paragraphs>69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6</cp:revision>
  <dcterms:created xsi:type="dcterms:W3CDTF">2026-05-11T18:50:17Z</dcterms:created>
  <dcterms:modified xsi:type="dcterms:W3CDTF">2026-06-10T02:04:39Z</dcterms:modified>
</cp:coreProperties>
</file>