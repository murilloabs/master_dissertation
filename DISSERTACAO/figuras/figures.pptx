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BA911E-600C-4CB8-961E-BEA32BCB8A9D}" v="73" dt="2026-05-11T20:34:18.7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30" autoAdjust="0"/>
  </p:normalViewPr>
  <p:slideViewPr>
    <p:cSldViewPr snapToGrid="0">
      <p:cViewPr>
        <p:scale>
          <a:sx n="66" d="100"/>
          <a:sy n="66" d="100"/>
        </p:scale>
        <p:origin x="876" y="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illo Álvaro Borges de Sousa" userId="02386067-c46f-46e6-bf61-8f6a774af0e5" providerId="ADAL" clId="{73C3FE35-BF7E-418C-A7F8-FA0AB4F63A6B}"/>
    <pc:docChg chg="undo custSel addSld modSld">
      <pc:chgData name="Murillo Álvaro Borges de Sousa" userId="02386067-c46f-46e6-bf61-8f6a774af0e5" providerId="ADAL" clId="{73C3FE35-BF7E-418C-A7F8-FA0AB4F63A6B}" dt="2026-05-11T20:34:18.701" v="212" actId="164"/>
      <pc:docMkLst>
        <pc:docMk/>
      </pc:docMkLst>
      <pc:sldChg chg="addSp delSp modSp new mod">
        <pc:chgData name="Murillo Álvaro Borges de Sousa" userId="02386067-c46f-46e6-bf61-8f6a774af0e5" providerId="ADAL" clId="{73C3FE35-BF7E-418C-A7F8-FA0AB4F63A6B}" dt="2026-05-11T19:16:03.560" v="49" actId="1076"/>
        <pc:sldMkLst>
          <pc:docMk/>
          <pc:sldMk cId="817646025" sldId="256"/>
        </pc:sldMkLst>
        <pc:spChg chg="del">
          <ac:chgData name="Murillo Álvaro Borges de Sousa" userId="02386067-c46f-46e6-bf61-8f6a774af0e5" providerId="ADAL" clId="{73C3FE35-BF7E-418C-A7F8-FA0AB4F63A6B}" dt="2026-05-11T18:50:27.489" v="1" actId="478"/>
          <ac:spMkLst>
            <pc:docMk/>
            <pc:sldMk cId="817646025" sldId="256"/>
            <ac:spMk id="2" creationId="{EBF6C91B-E1E2-364E-377E-D956AEB3A6A4}"/>
          </ac:spMkLst>
        </pc:spChg>
        <pc:spChg chg="del">
          <ac:chgData name="Murillo Álvaro Borges de Sousa" userId="02386067-c46f-46e6-bf61-8f6a774af0e5" providerId="ADAL" clId="{73C3FE35-BF7E-418C-A7F8-FA0AB4F63A6B}" dt="2026-05-11T18:50:27.489" v="1" actId="478"/>
          <ac:spMkLst>
            <pc:docMk/>
            <pc:sldMk cId="817646025" sldId="256"/>
            <ac:spMk id="3" creationId="{91098D57-10DF-6DCC-5C56-93444B738C3A}"/>
          </ac:spMkLst>
        </pc:spChg>
        <pc:spChg chg="mod topLvl">
          <ac:chgData name="Murillo Álvaro Borges de Sousa" userId="02386067-c46f-46e6-bf61-8f6a774af0e5" providerId="ADAL" clId="{73C3FE35-BF7E-418C-A7F8-FA0AB4F63A6B}" dt="2026-05-11T19:14:00.412" v="20" actId="165"/>
          <ac:spMkLst>
            <pc:docMk/>
            <pc:sldMk cId="817646025" sldId="256"/>
            <ac:spMk id="9" creationId="{27756945-9C9C-6397-ED0A-A39EC77A773B}"/>
          </ac:spMkLst>
        </pc:spChg>
        <pc:spChg chg="mod">
          <ac:chgData name="Murillo Álvaro Borges de Sousa" userId="02386067-c46f-46e6-bf61-8f6a774af0e5" providerId="ADAL" clId="{73C3FE35-BF7E-418C-A7F8-FA0AB4F63A6B}" dt="2026-05-11T18:51:35.155" v="4" actId="20577"/>
          <ac:spMkLst>
            <pc:docMk/>
            <pc:sldMk cId="817646025" sldId="256"/>
            <ac:spMk id="11" creationId="{FD3D8DC2-0DE9-D62A-2515-C6F8CF62B10D}"/>
          </ac:spMkLst>
        </pc:spChg>
        <pc:spChg chg="mod topLvl">
          <ac:chgData name="Murillo Álvaro Borges de Sousa" userId="02386067-c46f-46e6-bf61-8f6a774af0e5" providerId="ADAL" clId="{73C3FE35-BF7E-418C-A7F8-FA0AB4F63A6B}" dt="2026-05-11T19:14:00.412" v="20" actId="165"/>
          <ac:spMkLst>
            <pc:docMk/>
            <pc:sldMk cId="817646025" sldId="256"/>
            <ac:spMk id="12" creationId="{7E788BA7-8A32-C704-317F-F24A884BEF9A}"/>
          </ac:spMkLst>
        </pc:spChg>
        <pc:spChg chg="mod">
          <ac:chgData name="Murillo Álvaro Borges de Sousa" userId="02386067-c46f-46e6-bf61-8f6a774af0e5" providerId="ADAL" clId="{73C3FE35-BF7E-418C-A7F8-FA0AB4F63A6B}" dt="2026-05-11T19:14:00.412" v="20" actId="165"/>
          <ac:spMkLst>
            <pc:docMk/>
            <pc:sldMk cId="817646025" sldId="256"/>
            <ac:spMk id="22" creationId="{A231D860-7E67-B631-EC9F-53E30DBC5D92}"/>
          </ac:spMkLst>
        </pc:spChg>
        <pc:spChg chg="mod">
          <ac:chgData name="Murillo Álvaro Borges de Sousa" userId="02386067-c46f-46e6-bf61-8f6a774af0e5" providerId="ADAL" clId="{73C3FE35-BF7E-418C-A7F8-FA0AB4F63A6B}" dt="2026-05-11T19:14:00.412" v="20" actId="165"/>
          <ac:spMkLst>
            <pc:docMk/>
            <pc:sldMk cId="817646025" sldId="256"/>
            <ac:spMk id="34" creationId="{969DF101-8951-8DF4-165B-7EB981017614}"/>
          </ac:spMkLst>
        </pc:spChg>
        <pc:spChg chg="mod topLvl">
          <ac:chgData name="Murillo Álvaro Borges de Sousa" userId="02386067-c46f-46e6-bf61-8f6a774af0e5" providerId="ADAL" clId="{73C3FE35-BF7E-418C-A7F8-FA0AB4F63A6B}" dt="2026-05-11T19:13:59.800" v="19" actId="165"/>
          <ac:spMkLst>
            <pc:docMk/>
            <pc:sldMk cId="817646025" sldId="256"/>
            <ac:spMk id="81" creationId="{D2FBA894-EF1F-7327-7F5D-9C9EB21FFEDE}"/>
          </ac:spMkLst>
        </pc:spChg>
        <pc:spChg chg="mod topLvl">
          <ac:chgData name="Murillo Álvaro Borges de Sousa" userId="02386067-c46f-46e6-bf61-8f6a774af0e5" providerId="ADAL" clId="{73C3FE35-BF7E-418C-A7F8-FA0AB4F63A6B}" dt="2026-05-11T19:13:59.800" v="19" actId="165"/>
          <ac:spMkLst>
            <pc:docMk/>
            <pc:sldMk cId="817646025" sldId="256"/>
            <ac:spMk id="86" creationId="{AAE1EAD2-A6E5-C952-0C7A-111D9E1FEC3A}"/>
          </ac:spMkLst>
        </pc:spChg>
        <pc:spChg chg="mod topLvl">
          <ac:chgData name="Murillo Álvaro Borges de Sousa" userId="02386067-c46f-46e6-bf61-8f6a774af0e5" providerId="ADAL" clId="{73C3FE35-BF7E-418C-A7F8-FA0AB4F63A6B}" dt="2026-05-11T19:13:59.800" v="19" actId="165"/>
          <ac:spMkLst>
            <pc:docMk/>
            <pc:sldMk cId="817646025" sldId="256"/>
            <ac:spMk id="87" creationId="{551716F6-F9E6-9D4A-70EB-5A5311C39F81}"/>
          </ac:spMkLst>
        </pc:spChg>
        <pc:spChg chg="mod topLvl">
          <ac:chgData name="Murillo Álvaro Borges de Sousa" userId="02386067-c46f-46e6-bf61-8f6a774af0e5" providerId="ADAL" clId="{73C3FE35-BF7E-418C-A7F8-FA0AB4F63A6B}" dt="2026-05-11T19:13:59.800" v="19" actId="165"/>
          <ac:spMkLst>
            <pc:docMk/>
            <pc:sldMk cId="817646025" sldId="256"/>
            <ac:spMk id="90" creationId="{7D997586-1195-888B-957D-D9324716BFCC}"/>
          </ac:spMkLst>
        </pc:spChg>
        <pc:spChg chg="mod">
          <ac:chgData name="Murillo Álvaro Borges de Sousa" userId="02386067-c46f-46e6-bf61-8f6a774af0e5" providerId="ADAL" clId="{73C3FE35-BF7E-418C-A7F8-FA0AB4F63A6B}" dt="2026-05-11T19:14:00.412" v="20" actId="165"/>
          <ac:spMkLst>
            <pc:docMk/>
            <pc:sldMk cId="817646025" sldId="256"/>
            <ac:spMk id="92" creationId="{4232A545-10BE-2E71-0A00-3A61EE44806E}"/>
          </ac:spMkLst>
        </pc:spChg>
        <pc:spChg chg="mod">
          <ac:chgData name="Murillo Álvaro Borges de Sousa" userId="02386067-c46f-46e6-bf61-8f6a774af0e5" providerId="ADAL" clId="{73C3FE35-BF7E-418C-A7F8-FA0AB4F63A6B}" dt="2026-05-11T19:13:59.800" v="19" actId="165"/>
          <ac:spMkLst>
            <pc:docMk/>
            <pc:sldMk cId="817646025" sldId="256"/>
            <ac:spMk id="93" creationId="{0BBA8D42-C0BE-CA2A-546F-A48CBCCD07BD}"/>
          </ac:spMkLst>
        </pc:spChg>
        <pc:spChg chg="mod">
          <ac:chgData name="Murillo Álvaro Borges de Sousa" userId="02386067-c46f-46e6-bf61-8f6a774af0e5" providerId="ADAL" clId="{73C3FE35-BF7E-418C-A7F8-FA0AB4F63A6B}" dt="2026-05-11T19:13:59.800" v="19" actId="165"/>
          <ac:spMkLst>
            <pc:docMk/>
            <pc:sldMk cId="817646025" sldId="256"/>
            <ac:spMk id="95" creationId="{21A7698F-D2F3-654F-EFFD-C71FC8E5CE43}"/>
          </ac:spMkLst>
        </pc:spChg>
        <pc:spChg chg="mod">
          <ac:chgData name="Murillo Álvaro Borges de Sousa" userId="02386067-c46f-46e6-bf61-8f6a774af0e5" providerId="ADAL" clId="{73C3FE35-BF7E-418C-A7F8-FA0AB4F63A6B}" dt="2026-05-11T19:14:00.412" v="20" actId="165"/>
          <ac:spMkLst>
            <pc:docMk/>
            <pc:sldMk cId="817646025" sldId="256"/>
            <ac:spMk id="98" creationId="{C3FC6E25-7C4D-44FE-F5C4-03B0D05039DB}"/>
          </ac:spMkLst>
        </pc:spChg>
        <pc:spChg chg="mod">
          <ac:chgData name="Murillo Álvaro Borges de Sousa" userId="02386067-c46f-46e6-bf61-8f6a774af0e5" providerId="ADAL" clId="{73C3FE35-BF7E-418C-A7F8-FA0AB4F63A6B}" dt="2026-05-11T19:13:59.800" v="19" actId="165"/>
          <ac:spMkLst>
            <pc:docMk/>
            <pc:sldMk cId="817646025" sldId="256"/>
            <ac:spMk id="111" creationId="{7B03FCBB-9B88-7715-A5D4-C2A8ABD2EF6B}"/>
          </ac:spMkLst>
        </pc:spChg>
        <pc:spChg chg="mod">
          <ac:chgData name="Murillo Álvaro Borges de Sousa" userId="02386067-c46f-46e6-bf61-8f6a774af0e5" providerId="ADAL" clId="{73C3FE35-BF7E-418C-A7F8-FA0AB4F63A6B}" dt="2026-05-11T19:14:00.412" v="20" actId="165"/>
          <ac:spMkLst>
            <pc:docMk/>
            <pc:sldMk cId="817646025" sldId="256"/>
            <ac:spMk id="128" creationId="{10F55FD3-B1B9-2002-B7F9-00450CDB22CA}"/>
          </ac:spMkLst>
        </pc:spChg>
        <pc:spChg chg="mod">
          <ac:chgData name="Murillo Álvaro Borges de Sousa" userId="02386067-c46f-46e6-bf61-8f6a774af0e5" providerId="ADAL" clId="{73C3FE35-BF7E-418C-A7F8-FA0AB4F63A6B}" dt="2026-05-11T19:14:00.412" v="20" actId="165"/>
          <ac:spMkLst>
            <pc:docMk/>
            <pc:sldMk cId="817646025" sldId="256"/>
            <ac:spMk id="138" creationId="{9B3312CB-3529-A94C-3835-E63BCECEE60B}"/>
          </ac:spMkLst>
        </pc:spChg>
        <pc:spChg chg="mod">
          <ac:chgData name="Murillo Álvaro Borges de Sousa" userId="02386067-c46f-46e6-bf61-8f6a774af0e5" providerId="ADAL" clId="{73C3FE35-BF7E-418C-A7F8-FA0AB4F63A6B}" dt="2026-05-11T19:14:00.412" v="20" actId="165"/>
          <ac:spMkLst>
            <pc:docMk/>
            <pc:sldMk cId="817646025" sldId="256"/>
            <ac:spMk id="141" creationId="{BB228DE8-E7F3-DE62-A117-9FAF503E95AF}"/>
          </ac:spMkLst>
        </pc:spChg>
        <pc:spChg chg="mod">
          <ac:chgData name="Murillo Álvaro Borges de Sousa" userId="02386067-c46f-46e6-bf61-8f6a774af0e5" providerId="ADAL" clId="{73C3FE35-BF7E-418C-A7F8-FA0AB4F63A6B}" dt="2026-05-11T19:14:00.412" v="20" actId="165"/>
          <ac:spMkLst>
            <pc:docMk/>
            <pc:sldMk cId="817646025" sldId="256"/>
            <ac:spMk id="149" creationId="{5DB1E4AD-88AB-D2E3-DF0B-BD616732E35D}"/>
          </ac:spMkLst>
        </pc:spChg>
        <pc:spChg chg="add del">
          <ac:chgData name="Murillo Álvaro Borges de Sousa" userId="02386067-c46f-46e6-bf61-8f6a774af0e5" providerId="ADAL" clId="{73C3FE35-BF7E-418C-A7F8-FA0AB4F63A6B}" dt="2026-05-11T19:13:59.101" v="17" actId="11529"/>
          <ac:spMkLst>
            <pc:docMk/>
            <pc:sldMk cId="817646025" sldId="256"/>
            <ac:spMk id="156" creationId="{D3B17188-116D-16A9-B3A4-1CD035A5176F}"/>
          </ac:spMkLst>
        </pc:spChg>
        <pc:spChg chg="add mod ord">
          <ac:chgData name="Murillo Álvaro Borges de Sousa" userId="02386067-c46f-46e6-bf61-8f6a774af0e5" providerId="ADAL" clId="{73C3FE35-BF7E-418C-A7F8-FA0AB4F63A6B}" dt="2026-05-11T19:15:49.770" v="46" actId="2085"/>
          <ac:spMkLst>
            <pc:docMk/>
            <pc:sldMk cId="817646025" sldId="256"/>
            <ac:spMk id="157" creationId="{DAA0FE4F-788F-D3FE-5B5D-920F8FB00BB9}"/>
          </ac:spMkLst>
        </pc:spChg>
        <pc:grpChg chg="mod">
          <ac:chgData name="Murillo Álvaro Borges de Sousa" userId="02386067-c46f-46e6-bf61-8f6a774af0e5" providerId="ADAL" clId="{73C3FE35-BF7E-418C-A7F8-FA0AB4F63A6B}" dt="2026-05-11T19:15:29.028" v="45" actId="164"/>
          <ac:grpSpMkLst>
            <pc:docMk/>
            <pc:sldMk cId="817646025" sldId="256"/>
            <ac:grpSpMk id="4" creationId="{D905BE86-88F8-913F-5910-BE2F4F26F472}"/>
          </ac:grpSpMkLst>
        </pc:grpChg>
        <pc:grpChg chg="add del mod">
          <ac:chgData name="Murillo Álvaro Borges de Sousa" userId="02386067-c46f-46e6-bf61-8f6a774af0e5" providerId="ADAL" clId="{73C3FE35-BF7E-418C-A7F8-FA0AB4F63A6B}" dt="2026-05-11T19:13:59.495" v="18" actId="165"/>
          <ac:grpSpMkLst>
            <pc:docMk/>
            <pc:sldMk cId="817646025" sldId="256"/>
            <ac:grpSpMk id="82" creationId="{4436261A-39E8-63C4-B871-D850D577F64C}"/>
          </ac:grpSpMkLst>
        </pc:grpChg>
        <pc:grpChg chg="mod topLvl">
          <ac:chgData name="Murillo Álvaro Borges de Sousa" userId="02386067-c46f-46e6-bf61-8f6a774af0e5" providerId="ADAL" clId="{73C3FE35-BF7E-418C-A7F8-FA0AB4F63A6B}" dt="2026-05-11T19:13:59.495" v="18" actId="165"/>
          <ac:grpSpMkLst>
            <pc:docMk/>
            <pc:sldMk cId="817646025" sldId="256"/>
            <ac:grpSpMk id="118" creationId="{CAA13FC0-2A43-73C3-D7EB-443FC16599D1}"/>
          </ac:grpSpMkLst>
        </pc:grpChg>
        <pc:grpChg chg="mod topLvl">
          <ac:chgData name="Murillo Álvaro Borges de Sousa" userId="02386067-c46f-46e6-bf61-8f6a774af0e5" providerId="ADAL" clId="{73C3FE35-BF7E-418C-A7F8-FA0AB4F63A6B}" dt="2026-05-11T19:13:59.495" v="18" actId="165"/>
          <ac:grpSpMkLst>
            <pc:docMk/>
            <pc:sldMk cId="817646025" sldId="256"/>
            <ac:grpSpMk id="120" creationId="{03CE6F4C-484F-5B1D-69B7-319BEF51FA8A}"/>
          </ac:grpSpMkLst>
        </pc:grpChg>
        <pc:grpChg chg="mod">
          <ac:chgData name="Murillo Álvaro Borges de Sousa" userId="02386067-c46f-46e6-bf61-8f6a774af0e5" providerId="ADAL" clId="{73C3FE35-BF7E-418C-A7F8-FA0AB4F63A6B}" dt="2026-05-11T19:13:59.495" v="18" actId="165"/>
          <ac:grpSpMkLst>
            <pc:docMk/>
            <pc:sldMk cId="817646025" sldId="256"/>
            <ac:grpSpMk id="129" creationId="{7C13BA39-8A6E-3454-23F9-A831AEF58828}"/>
          </ac:grpSpMkLst>
        </pc:grpChg>
        <pc:grpChg chg="add mod">
          <ac:chgData name="Murillo Álvaro Borges de Sousa" userId="02386067-c46f-46e6-bf61-8f6a774af0e5" providerId="ADAL" clId="{73C3FE35-BF7E-418C-A7F8-FA0AB4F63A6B}" dt="2026-05-11T19:16:03.560" v="49" actId="1076"/>
          <ac:grpSpMkLst>
            <pc:docMk/>
            <pc:sldMk cId="817646025" sldId="256"/>
            <ac:grpSpMk id="158" creationId="{E25A32A8-2345-4162-64CF-3DD523D27CC9}"/>
          </ac:grpSpMkLst>
        </pc:grpChg>
        <pc:cxnChg chg="mod topLvl">
          <ac:chgData name="Murillo Álvaro Borges de Sousa" userId="02386067-c46f-46e6-bf61-8f6a774af0e5" providerId="ADAL" clId="{73C3FE35-BF7E-418C-A7F8-FA0AB4F63A6B}" dt="2026-05-11T19:13:59.495" v="18" actId="165"/>
          <ac:cxnSpMkLst>
            <pc:docMk/>
            <pc:sldMk cId="817646025" sldId="256"/>
            <ac:cxnSpMk id="119" creationId="{6F5A28C8-6ABC-1B95-7EEE-218FFACA966D}"/>
          </ac:cxnSpMkLst>
        </pc:cxnChg>
        <pc:cxnChg chg="mod">
          <ac:chgData name="Murillo Álvaro Borges de Sousa" userId="02386067-c46f-46e6-bf61-8f6a774af0e5" providerId="ADAL" clId="{73C3FE35-BF7E-418C-A7F8-FA0AB4F63A6B}" dt="2026-05-11T19:13:59.495" v="18" actId="165"/>
          <ac:cxnSpMkLst>
            <pc:docMk/>
            <pc:sldMk cId="817646025" sldId="256"/>
            <ac:cxnSpMk id="122" creationId="{3AE24472-A69F-9C82-0CAD-F6AA1633AFD4}"/>
          </ac:cxnSpMkLst>
        </pc:cxnChg>
        <pc:cxnChg chg="mod">
          <ac:chgData name="Murillo Álvaro Borges de Sousa" userId="02386067-c46f-46e6-bf61-8f6a774af0e5" providerId="ADAL" clId="{73C3FE35-BF7E-418C-A7F8-FA0AB4F63A6B}" dt="2026-05-11T19:13:59.495" v="18" actId="165"/>
          <ac:cxnSpMkLst>
            <pc:docMk/>
            <pc:sldMk cId="817646025" sldId="256"/>
            <ac:cxnSpMk id="124" creationId="{4144C77E-9849-6AF3-9212-9D1231AFD113}"/>
          </ac:cxnSpMkLst>
        </pc:cxnChg>
        <pc:cxnChg chg="mod">
          <ac:chgData name="Murillo Álvaro Borges de Sousa" userId="02386067-c46f-46e6-bf61-8f6a774af0e5" providerId="ADAL" clId="{73C3FE35-BF7E-418C-A7F8-FA0AB4F63A6B}" dt="2026-05-11T19:13:59.495" v="18" actId="165"/>
          <ac:cxnSpMkLst>
            <pc:docMk/>
            <pc:sldMk cId="817646025" sldId="256"/>
            <ac:cxnSpMk id="126" creationId="{8C0BA61C-638C-AE8F-DAA1-C049B0EC0E54}"/>
          </ac:cxnSpMkLst>
        </pc:cxnChg>
        <pc:cxnChg chg="mod">
          <ac:chgData name="Murillo Álvaro Borges de Sousa" userId="02386067-c46f-46e6-bf61-8f6a774af0e5" providerId="ADAL" clId="{73C3FE35-BF7E-418C-A7F8-FA0AB4F63A6B}" dt="2026-05-11T19:13:59.495" v="18" actId="165"/>
          <ac:cxnSpMkLst>
            <pc:docMk/>
            <pc:sldMk cId="817646025" sldId="256"/>
            <ac:cxnSpMk id="130" creationId="{16D88D55-E846-6623-6925-EB4583454BFB}"/>
          </ac:cxnSpMkLst>
        </pc:cxnChg>
      </pc:sldChg>
      <pc:sldChg chg="addSp modSp new mod">
        <pc:chgData name="Murillo Álvaro Borges de Sousa" userId="02386067-c46f-46e6-bf61-8f6a774af0e5" providerId="ADAL" clId="{73C3FE35-BF7E-418C-A7F8-FA0AB4F63A6B}" dt="2026-05-11T19:19:02.105" v="75" actId="164"/>
        <pc:sldMkLst>
          <pc:docMk/>
          <pc:sldMk cId="19872681" sldId="257"/>
        </pc:sldMkLst>
        <pc:spChg chg="add mod">
          <ac:chgData name="Murillo Álvaro Borges de Sousa" userId="02386067-c46f-46e6-bf61-8f6a774af0e5" providerId="ADAL" clId="{73C3FE35-BF7E-418C-A7F8-FA0AB4F63A6B}" dt="2026-05-11T19:19:02.105" v="75" actId="164"/>
          <ac:spMkLst>
            <pc:docMk/>
            <pc:sldMk cId="19872681" sldId="257"/>
            <ac:spMk id="4" creationId="{8772FE72-F531-2243-A5F5-B78A83223320}"/>
          </ac:spMkLst>
        </pc:spChg>
        <pc:spChg chg="add mod">
          <ac:chgData name="Murillo Álvaro Borges de Sousa" userId="02386067-c46f-46e6-bf61-8f6a774af0e5" providerId="ADAL" clId="{73C3FE35-BF7E-418C-A7F8-FA0AB4F63A6B}" dt="2026-05-11T19:19:02.105" v="75" actId="164"/>
          <ac:spMkLst>
            <pc:docMk/>
            <pc:sldMk cId="19872681" sldId="257"/>
            <ac:spMk id="5" creationId="{3BE9D2D0-BD32-E6BE-2D54-F5D725AED3F0}"/>
          </ac:spMkLst>
        </pc:spChg>
        <pc:grpChg chg="add mod">
          <ac:chgData name="Murillo Álvaro Borges de Sousa" userId="02386067-c46f-46e6-bf61-8f6a774af0e5" providerId="ADAL" clId="{73C3FE35-BF7E-418C-A7F8-FA0AB4F63A6B}" dt="2026-05-11T19:19:02.105" v="75" actId="164"/>
          <ac:grpSpMkLst>
            <pc:docMk/>
            <pc:sldMk cId="19872681" sldId="257"/>
            <ac:grpSpMk id="6" creationId="{D13EC567-EC28-8961-ED67-5BDA77A744C0}"/>
          </ac:grpSpMkLst>
        </pc:grpChg>
        <pc:picChg chg="add mod">
          <ac:chgData name="Murillo Álvaro Borges de Sousa" userId="02386067-c46f-46e6-bf61-8f6a774af0e5" providerId="ADAL" clId="{73C3FE35-BF7E-418C-A7F8-FA0AB4F63A6B}" dt="2026-05-11T19:19:02.105" v="75" actId="164"/>
          <ac:picMkLst>
            <pc:docMk/>
            <pc:sldMk cId="19872681" sldId="257"/>
            <ac:picMk id="3" creationId="{56E7E386-A7AE-9421-6A0F-7307670EB8DB}"/>
          </ac:picMkLst>
        </pc:picChg>
      </pc:sldChg>
      <pc:sldChg chg="addSp modSp new mod">
        <pc:chgData name="Murillo Álvaro Borges de Sousa" userId="02386067-c46f-46e6-bf61-8f6a774af0e5" providerId="ADAL" clId="{73C3FE35-BF7E-418C-A7F8-FA0AB4F63A6B}" dt="2026-05-11T20:28:19.103" v="129" actId="164"/>
        <pc:sldMkLst>
          <pc:docMk/>
          <pc:sldMk cId="981275175" sldId="258"/>
        </pc:sldMkLst>
        <pc:spChg chg="add mod">
          <ac:chgData name="Murillo Álvaro Borges de Sousa" userId="02386067-c46f-46e6-bf61-8f6a774af0e5" providerId="ADAL" clId="{73C3FE35-BF7E-418C-A7F8-FA0AB4F63A6B}" dt="2026-05-11T20:28:19.103" v="129" actId="164"/>
          <ac:spMkLst>
            <pc:docMk/>
            <pc:sldMk cId="981275175" sldId="258"/>
            <ac:spMk id="4" creationId="{6EBDA981-094C-97CC-30FE-AC55FEDCF1D0}"/>
          </ac:spMkLst>
        </pc:spChg>
        <pc:spChg chg="add mod">
          <ac:chgData name="Murillo Álvaro Borges de Sousa" userId="02386067-c46f-46e6-bf61-8f6a774af0e5" providerId="ADAL" clId="{73C3FE35-BF7E-418C-A7F8-FA0AB4F63A6B}" dt="2026-05-11T20:28:19.103" v="129" actId="164"/>
          <ac:spMkLst>
            <pc:docMk/>
            <pc:sldMk cId="981275175" sldId="258"/>
            <ac:spMk id="5" creationId="{A32A2DE3-FE65-7291-4809-A32F83CBE615}"/>
          </ac:spMkLst>
        </pc:spChg>
        <pc:spChg chg="add mod">
          <ac:chgData name="Murillo Álvaro Borges de Sousa" userId="02386067-c46f-46e6-bf61-8f6a774af0e5" providerId="ADAL" clId="{73C3FE35-BF7E-418C-A7F8-FA0AB4F63A6B}" dt="2026-05-11T20:28:19.103" v="129" actId="164"/>
          <ac:spMkLst>
            <pc:docMk/>
            <pc:sldMk cId="981275175" sldId="258"/>
            <ac:spMk id="6" creationId="{14846DD5-102B-ED53-FD06-CB47F901CE43}"/>
          </ac:spMkLst>
        </pc:spChg>
        <pc:grpChg chg="add mod">
          <ac:chgData name="Murillo Álvaro Borges de Sousa" userId="02386067-c46f-46e6-bf61-8f6a774af0e5" providerId="ADAL" clId="{73C3FE35-BF7E-418C-A7F8-FA0AB4F63A6B}" dt="2026-05-11T20:28:19.103" v="129" actId="164"/>
          <ac:grpSpMkLst>
            <pc:docMk/>
            <pc:sldMk cId="981275175" sldId="258"/>
            <ac:grpSpMk id="7" creationId="{B983E2C5-7602-7B88-8549-A15E1E61F2BA}"/>
          </ac:grpSpMkLst>
        </pc:grpChg>
        <pc:picChg chg="add mod">
          <ac:chgData name="Murillo Álvaro Borges de Sousa" userId="02386067-c46f-46e6-bf61-8f6a774af0e5" providerId="ADAL" clId="{73C3FE35-BF7E-418C-A7F8-FA0AB4F63A6B}" dt="2026-05-11T20:28:19.103" v="129" actId="164"/>
          <ac:picMkLst>
            <pc:docMk/>
            <pc:sldMk cId="981275175" sldId="258"/>
            <ac:picMk id="3" creationId="{50251957-5103-8F1E-7205-8FFCB8EF736E}"/>
          </ac:picMkLst>
        </pc:picChg>
      </pc:sldChg>
      <pc:sldChg chg="addSp delSp modSp new mod">
        <pc:chgData name="Murillo Álvaro Borges de Sousa" userId="02386067-c46f-46e6-bf61-8f6a774af0e5" providerId="ADAL" clId="{73C3FE35-BF7E-418C-A7F8-FA0AB4F63A6B}" dt="2026-05-11T20:34:18.701" v="212" actId="164"/>
        <pc:sldMkLst>
          <pc:docMk/>
          <pc:sldMk cId="712012867" sldId="259"/>
        </pc:sldMkLst>
        <pc:spChg chg="add mod">
          <ac:chgData name="Murillo Álvaro Borges de Sousa" userId="02386067-c46f-46e6-bf61-8f6a774af0e5" providerId="ADAL" clId="{73C3FE35-BF7E-418C-A7F8-FA0AB4F63A6B}" dt="2026-05-11T20:34:18.701" v="212" actId="164"/>
          <ac:spMkLst>
            <pc:docMk/>
            <pc:sldMk cId="712012867" sldId="259"/>
            <ac:spMk id="8" creationId="{6DAC74C6-D3A9-A1A4-98AC-3CBAC9AEE833}"/>
          </ac:spMkLst>
        </pc:spChg>
        <pc:spChg chg="add mod">
          <ac:chgData name="Murillo Álvaro Borges de Sousa" userId="02386067-c46f-46e6-bf61-8f6a774af0e5" providerId="ADAL" clId="{73C3FE35-BF7E-418C-A7F8-FA0AB4F63A6B}" dt="2026-05-11T20:34:18.701" v="212" actId="164"/>
          <ac:spMkLst>
            <pc:docMk/>
            <pc:sldMk cId="712012867" sldId="259"/>
            <ac:spMk id="9" creationId="{7EB69D80-226D-5D6C-D7B9-3CD632324C33}"/>
          </ac:spMkLst>
        </pc:spChg>
        <pc:spChg chg="add mod">
          <ac:chgData name="Murillo Álvaro Borges de Sousa" userId="02386067-c46f-46e6-bf61-8f6a774af0e5" providerId="ADAL" clId="{73C3FE35-BF7E-418C-A7F8-FA0AB4F63A6B}" dt="2026-05-11T20:34:18.701" v="212" actId="164"/>
          <ac:spMkLst>
            <pc:docMk/>
            <pc:sldMk cId="712012867" sldId="259"/>
            <ac:spMk id="10" creationId="{EAF2B49E-34E1-82F0-6B4A-07EDFC5023A9}"/>
          </ac:spMkLst>
        </pc:spChg>
        <pc:spChg chg="add mod">
          <ac:chgData name="Murillo Álvaro Borges de Sousa" userId="02386067-c46f-46e6-bf61-8f6a774af0e5" providerId="ADAL" clId="{73C3FE35-BF7E-418C-A7F8-FA0AB4F63A6B}" dt="2026-05-11T20:34:18.701" v="212" actId="164"/>
          <ac:spMkLst>
            <pc:docMk/>
            <pc:sldMk cId="712012867" sldId="259"/>
            <ac:spMk id="11" creationId="{DA688BD9-BF97-934B-37A4-E589084BAF0B}"/>
          </ac:spMkLst>
        </pc:spChg>
        <pc:spChg chg="add mod">
          <ac:chgData name="Murillo Álvaro Borges de Sousa" userId="02386067-c46f-46e6-bf61-8f6a774af0e5" providerId="ADAL" clId="{73C3FE35-BF7E-418C-A7F8-FA0AB4F63A6B}" dt="2026-05-11T20:34:18.701" v="212" actId="164"/>
          <ac:spMkLst>
            <pc:docMk/>
            <pc:sldMk cId="712012867" sldId="259"/>
            <ac:spMk id="12" creationId="{13848E9A-F1F6-AAEB-8CC8-D13447F243C7}"/>
          </ac:spMkLst>
        </pc:spChg>
        <pc:grpChg chg="add mod">
          <ac:chgData name="Murillo Álvaro Borges de Sousa" userId="02386067-c46f-46e6-bf61-8f6a774af0e5" providerId="ADAL" clId="{73C3FE35-BF7E-418C-A7F8-FA0AB4F63A6B}" dt="2026-05-11T20:34:18.701" v="212" actId="164"/>
          <ac:grpSpMkLst>
            <pc:docMk/>
            <pc:sldMk cId="712012867" sldId="259"/>
            <ac:grpSpMk id="31" creationId="{06EC4F63-524F-D4D3-6C38-4B6354175C18}"/>
          </ac:grpSpMkLst>
        </pc:grpChg>
        <pc:picChg chg="add mod">
          <ac:chgData name="Murillo Álvaro Borges de Sousa" userId="02386067-c46f-46e6-bf61-8f6a774af0e5" providerId="ADAL" clId="{73C3FE35-BF7E-418C-A7F8-FA0AB4F63A6B}" dt="2026-05-11T20:34:18.701" v="212" actId="164"/>
          <ac:picMkLst>
            <pc:docMk/>
            <pc:sldMk cId="712012867" sldId="259"/>
            <ac:picMk id="7" creationId="{27297451-97A2-EADE-0111-5BD94C194E76}"/>
          </ac:picMkLst>
        </pc:picChg>
        <pc:cxnChg chg="add del mod">
          <ac:chgData name="Murillo Álvaro Borges de Sousa" userId="02386067-c46f-46e6-bf61-8f6a774af0e5" providerId="ADAL" clId="{73C3FE35-BF7E-418C-A7F8-FA0AB4F63A6B}" dt="2026-05-11T20:29:26.595" v="143" actId="478"/>
          <ac:cxnSpMkLst>
            <pc:docMk/>
            <pc:sldMk cId="712012867" sldId="259"/>
            <ac:cxnSpMk id="3" creationId="{FFAA85B4-3037-04D6-634A-50FD64371CE9}"/>
          </ac:cxnSpMkLst>
        </pc:cxnChg>
        <pc:cxnChg chg="add del mod">
          <ac:chgData name="Murillo Álvaro Borges de Sousa" userId="02386067-c46f-46e6-bf61-8f6a774af0e5" providerId="ADAL" clId="{73C3FE35-BF7E-418C-A7F8-FA0AB4F63A6B}" dt="2026-05-11T20:29:26.595" v="143" actId="478"/>
          <ac:cxnSpMkLst>
            <pc:docMk/>
            <pc:sldMk cId="712012867" sldId="259"/>
            <ac:cxnSpMk id="5" creationId="{F14B0C05-9794-85C3-F50C-A3EF248EB8C2}"/>
          </ac:cxnSpMkLst>
        </pc:cxnChg>
        <pc:cxnChg chg="add mod">
          <ac:chgData name="Murillo Álvaro Borges de Sousa" userId="02386067-c46f-46e6-bf61-8f6a774af0e5" providerId="ADAL" clId="{73C3FE35-BF7E-418C-A7F8-FA0AB4F63A6B}" dt="2026-05-11T20:34:18.701" v="212" actId="164"/>
          <ac:cxnSpMkLst>
            <pc:docMk/>
            <pc:sldMk cId="712012867" sldId="259"/>
            <ac:cxnSpMk id="14" creationId="{93E4CDA4-4BB6-B4E1-1102-91FF2A57DE2C}"/>
          </ac:cxnSpMkLst>
        </pc:cxnChg>
        <pc:cxnChg chg="add mod">
          <ac:chgData name="Murillo Álvaro Borges de Sousa" userId="02386067-c46f-46e6-bf61-8f6a774af0e5" providerId="ADAL" clId="{73C3FE35-BF7E-418C-A7F8-FA0AB4F63A6B}" dt="2026-05-11T20:34:18.701" v="212" actId="164"/>
          <ac:cxnSpMkLst>
            <pc:docMk/>
            <pc:sldMk cId="712012867" sldId="259"/>
            <ac:cxnSpMk id="25" creationId="{67395EAC-DE11-2389-27D0-D8FCBFA8EFA0}"/>
          </ac:cxnSpMkLst>
        </pc:cxnChg>
        <pc:cxnChg chg="add mod">
          <ac:chgData name="Murillo Álvaro Borges de Sousa" userId="02386067-c46f-46e6-bf61-8f6a774af0e5" providerId="ADAL" clId="{73C3FE35-BF7E-418C-A7F8-FA0AB4F63A6B}" dt="2026-05-11T20:34:18.701" v="212" actId="164"/>
          <ac:cxnSpMkLst>
            <pc:docMk/>
            <pc:sldMk cId="712012867" sldId="259"/>
            <ac:cxnSpMk id="26" creationId="{1A65F0D0-A3EB-53B5-5269-29D7C805881C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E6A37-3420-40C1-9DE2-D7E9118C4CF6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D95E4F-059F-4D00-B9DE-D7E9490A393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95E4F-059F-4D00-B9DE-D7E9490A393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206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5B508-3E66-B302-7A1C-B5BC243DB3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6FBA4B-8D0D-BB88-79A8-82F04502A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ADBD3-59E8-500A-D867-448D08734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BC570-9881-4DD1-A666-BFFC3ABED69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2CA02-19FE-176B-136B-997BD630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41260-8AFD-1B30-A3C8-0382BB2B9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CFF6-C24C-4A85-BDDF-8952BE97A6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5831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BEA4F-50D2-56D2-58B6-89458D304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C5A38-49E0-B0B7-1BAA-ADC757768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CFA94-08C9-5373-7FC1-0A9CD9CB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BC570-9881-4DD1-A666-BFFC3ABED69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B1AC5-213F-C149-272B-3E3B6CD22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22998-8DDE-52CB-09BA-1030F35D7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CFF6-C24C-4A85-BDDF-8952BE97A6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0111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1996D-5EE4-88B6-CBA9-C81CD4D54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BFF15-F767-383A-EC97-83020CB73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FA43D-1CFA-C0BA-9CB3-26A1B0AB6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BC570-9881-4DD1-A666-BFFC3ABED69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613C9-F728-2FAB-5B85-7C516BC3C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274C8-9843-0E26-9FAD-B9D7C28F1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CFF6-C24C-4A85-BDDF-8952BE97A6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89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0E121-28DE-ECB2-48D6-8304771C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CF5CA-D560-4BF0-7F88-0ED482E70A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06A21C-ABBF-945E-EE19-BED10FDEF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5C770-AFE2-1C37-BCFC-7F765982F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BC570-9881-4DD1-A666-BFFC3ABED69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899FE-8C6E-8AA6-D393-B94861802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25812-9319-9AE6-E1CE-4ADD902F5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CFF6-C24C-4A85-BDDF-8952BE97A6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1287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8E0B-6E8E-2464-32D4-576109DA2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C3973-1D69-0F4A-828F-B9BD62813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3109D-861D-9452-EC02-4EFE8706FD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55FB81-F676-B2A1-34B5-8094F3E155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D7ACF8-2DFB-88CD-5217-9619919E5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1F2F37-8231-EAAF-D1CB-A1ECB8179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BC570-9881-4DD1-A666-BFFC3ABED69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B77E0E-2830-BC3F-A4F3-5CCBD39E1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9413E2-4C77-3FCB-B67E-B166102DF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CFF6-C24C-4A85-BDDF-8952BE97A6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8968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C307B-DCC7-A268-0B40-68E02C724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BD92D3-7E9D-A5A0-AA2E-86CBC093B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BC570-9881-4DD1-A666-BFFC3ABED69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21198-DF00-91E8-15EF-D8D206A0F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063270-058B-9332-A925-E204642CA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CFF6-C24C-4A85-BDDF-8952BE97A6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83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F5A5D2-8CE7-9CC6-F807-8549B0AE0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BC570-9881-4DD1-A666-BFFC3ABED69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49AD2F-7E47-E8C3-C319-B61E82B31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E248C-509B-4216-750D-C3206C6C0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CFF6-C24C-4A85-BDDF-8952BE97A6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3835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0227C-0649-6737-CB08-644FDD7D7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4DEB2-951C-C904-7171-A9461314E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C7C20A-6C80-820A-2364-39287C434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2E393-4378-51EC-54CA-8D83F371C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BC570-9881-4DD1-A666-BFFC3ABED69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57EFA-F510-1E71-1E9E-AECF754DB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8A371-CCF2-78E9-1508-69DB524B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CFF6-C24C-4A85-BDDF-8952BE97A6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8156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1AFDD-DEB1-EBD0-C464-5F0062D75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B2FFE1-EEAD-DBC6-E82E-BE6A538ED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5C141-D258-9A6C-BFE8-C7F433D12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17C49-9CD6-D4C0-7640-1774AD3DF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BC570-9881-4DD1-A666-BFFC3ABED69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792E45-3B4E-6DF7-66D7-AE5295E5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28C97-6021-F54E-4827-387E036A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CFF6-C24C-4A85-BDDF-8952BE97A6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2581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81624-5492-0F21-A9A9-2E7C8C46B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51A42-F30D-1E5F-7F01-F9D64AF9E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E3B2B-17AA-75DB-DEE8-FC6348FB0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BC570-9881-4DD1-A666-BFFC3ABED69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DFE66-72D7-7C77-ABA1-B66AF1264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DE976-7ABA-9F97-9E00-CD83AE6FA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CFF6-C24C-4A85-BDDF-8952BE97A6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591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17DD1C-64B2-0CBF-42E8-49061440EA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D9C7C-96A0-C074-9C88-034E87D68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115D4-EC55-D2CD-9C85-47E53DD2A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BC570-9881-4DD1-A666-BFFC3ABED69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A4A50-F683-28B8-AEF8-7CF849D63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1B259-5838-87EA-587B-0EF9655D4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ACFF6-C24C-4A85-BDDF-8952BE97A6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8643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A16355-952C-D098-C56F-A3F70DD1A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1023F-8BBC-66D1-CD8B-CCF73D628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210E0-6FDA-C151-4153-F88FBDD412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8BC570-9881-4DD1-A666-BFFC3ABED690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206DB-DAFB-766E-65F3-88E93D551A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2A3F8-7186-1059-DD37-4A45F8F10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DACFF6-C24C-4A85-BDDF-8952BE97A6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79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18" Type="http://schemas.openxmlformats.org/officeDocument/2006/relationships/image" Target="../media/image99.png"/><Relationship Id="rId21" Type="http://schemas.openxmlformats.org/officeDocument/2006/relationships/image" Target="../media/image101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4.png"/><Relationship Id="rId16" Type="http://schemas.openxmlformats.org/officeDocument/2006/relationships/image" Target="../media/image97.png"/><Relationship Id="rId20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24" Type="http://schemas.openxmlformats.org/officeDocument/2006/relationships/image" Target="../media/image104.png"/><Relationship Id="rId15" Type="http://schemas.openxmlformats.org/officeDocument/2006/relationships/image" Target="../media/image96.png"/><Relationship Id="rId23" Type="http://schemas.openxmlformats.org/officeDocument/2006/relationships/image" Target="../media/image103.png"/><Relationship Id="rId28" Type="http://schemas.openxmlformats.org/officeDocument/2006/relationships/image" Target="../media/image109.png"/><Relationship Id="rId10" Type="http://schemas.openxmlformats.org/officeDocument/2006/relationships/image" Target="../media/image2.png"/><Relationship Id="rId19" Type="http://schemas.openxmlformats.org/officeDocument/2006/relationships/image" Target="../media/image5.png"/><Relationship Id="rId9" Type="http://schemas.openxmlformats.org/officeDocument/2006/relationships/image" Target="../media/image1.png"/><Relationship Id="rId14" Type="http://schemas.openxmlformats.org/officeDocument/2006/relationships/image" Target="../media/image3.png"/><Relationship Id="rId22" Type="http://schemas.openxmlformats.org/officeDocument/2006/relationships/image" Target="../media/image102.png"/><Relationship Id="rId27" Type="http://schemas.openxmlformats.org/officeDocument/2006/relationships/image" Target="../media/image10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roup 157">
            <a:extLst>
              <a:ext uri="{FF2B5EF4-FFF2-40B4-BE49-F238E27FC236}">
                <a16:creationId xmlns:a16="http://schemas.microsoft.com/office/drawing/2014/main" id="{E25A32A8-2345-4162-64CF-3DD523D27CC9}"/>
              </a:ext>
            </a:extLst>
          </p:cNvPr>
          <p:cNvGrpSpPr/>
          <p:nvPr/>
        </p:nvGrpSpPr>
        <p:grpSpPr>
          <a:xfrm>
            <a:off x="525749" y="413676"/>
            <a:ext cx="5475249" cy="6030648"/>
            <a:chOff x="260533" y="607656"/>
            <a:chExt cx="5475249" cy="6030648"/>
          </a:xfrm>
        </p:grpSpPr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DAA0FE4F-788F-D3FE-5B5D-920F8FB00BB9}"/>
                </a:ext>
              </a:extLst>
            </p:cNvPr>
            <p:cNvSpPr/>
            <p:nvPr/>
          </p:nvSpPr>
          <p:spPr>
            <a:xfrm>
              <a:off x="260533" y="607656"/>
              <a:ext cx="5475249" cy="60306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905BE86-88F8-913F-5910-BE2F4F26F472}"/>
                </a:ext>
              </a:extLst>
            </p:cNvPr>
            <p:cNvGrpSpPr/>
            <p:nvPr/>
          </p:nvGrpSpPr>
          <p:grpSpPr>
            <a:xfrm>
              <a:off x="430679" y="821803"/>
              <a:ext cx="5134956" cy="5602354"/>
              <a:chOff x="155650" y="999713"/>
              <a:chExt cx="5134956" cy="5602354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BF4515EC-FE67-20A1-C3E9-0C142CF5E39E}"/>
                  </a:ext>
                </a:extLst>
              </p:cNvPr>
              <p:cNvCxnSpPr>
                <a:cxnSpLocks/>
                <a:stCxn id="29" idx="2"/>
                <a:endCxn id="81" idx="6"/>
              </p:cNvCxnSpPr>
              <p:nvPr/>
            </p:nvCxnSpPr>
            <p:spPr>
              <a:xfrm flipH="1">
                <a:off x="2431758" y="2644902"/>
                <a:ext cx="587209" cy="23445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214AFC96-C341-578B-22F0-E420C43C884F}"/>
                  </a:ext>
                </a:extLst>
              </p:cNvPr>
              <p:cNvGrpSpPr/>
              <p:nvPr/>
            </p:nvGrpSpPr>
            <p:grpSpPr>
              <a:xfrm rot="17121185">
                <a:off x="2441813" y="3626718"/>
                <a:ext cx="566332" cy="407888"/>
                <a:chOff x="6417749" y="2353562"/>
                <a:chExt cx="713448" cy="556303"/>
              </a:xfrm>
            </p:grpSpPr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5DB1E4AD-88AB-D2E3-DF0B-BD616732E35D}"/>
                    </a:ext>
                  </a:extLst>
                </p:cNvPr>
                <p:cNvSpPr/>
                <p:nvPr/>
              </p:nvSpPr>
              <p:spPr>
                <a:xfrm>
                  <a:off x="6434493" y="2353562"/>
                  <a:ext cx="682626" cy="55630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grpSp>
              <p:nvGrpSpPr>
                <p:cNvPr id="150" name="Group 149">
                  <a:extLst>
                    <a:ext uri="{FF2B5EF4-FFF2-40B4-BE49-F238E27FC236}">
                      <a16:creationId xmlns:a16="http://schemas.microsoft.com/office/drawing/2014/main" id="{4F1280F9-8891-EC7F-8D94-8F0203DFEF09}"/>
                    </a:ext>
                  </a:extLst>
                </p:cNvPr>
                <p:cNvGrpSpPr/>
                <p:nvPr/>
              </p:nvGrpSpPr>
              <p:grpSpPr>
                <a:xfrm>
                  <a:off x="6417749" y="2385872"/>
                  <a:ext cx="713448" cy="486942"/>
                  <a:chOff x="5886500" y="4441099"/>
                  <a:chExt cx="713448" cy="486942"/>
                </a:xfrm>
              </p:grpSpPr>
              <p:cxnSp>
                <p:nvCxnSpPr>
                  <p:cNvPr id="151" name="Straight Connector 150">
                    <a:extLst>
                      <a:ext uri="{FF2B5EF4-FFF2-40B4-BE49-F238E27FC236}">
                        <a16:creationId xmlns:a16="http://schemas.microsoft.com/office/drawing/2014/main" id="{780E464A-8549-CB7D-B63C-20E1280886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974814" y="4441099"/>
                    <a:ext cx="164049" cy="48000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" name="Straight Connector 151">
                    <a:extLst>
                      <a:ext uri="{FF2B5EF4-FFF2-40B4-BE49-F238E27FC236}">
                        <a16:creationId xmlns:a16="http://schemas.microsoft.com/office/drawing/2014/main" id="{25007C01-034B-F574-E353-2483EB3B96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138863" y="4448038"/>
                    <a:ext cx="187287" cy="48000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5C303393-C26C-C1D7-E60D-8A98F2EAD4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949640" flipH="1" flipV="1">
                    <a:off x="6411879" y="4737372"/>
                    <a:ext cx="253496" cy="12264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" name="Straight Connector 153">
                    <a:extLst>
                      <a:ext uri="{FF2B5EF4-FFF2-40B4-BE49-F238E27FC236}">
                        <a16:creationId xmlns:a16="http://schemas.microsoft.com/office/drawing/2014/main" id="{54806696-6543-70A2-C107-EF481FB5D74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949640" flipH="1" flipV="1">
                    <a:off x="5814673" y="4518719"/>
                    <a:ext cx="248659" cy="10500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" name="Straight Connector 154">
                    <a:extLst>
                      <a:ext uri="{FF2B5EF4-FFF2-40B4-BE49-F238E27FC236}">
                        <a16:creationId xmlns:a16="http://schemas.microsoft.com/office/drawing/2014/main" id="{7C5B209C-593C-5270-9CB4-1A07FAD29B2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26150" y="4448038"/>
                    <a:ext cx="164049" cy="48000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DD5247A4-9F78-855C-3DEF-D8979EC02D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71477" y="2645040"/>
                <a:ext cx="6092" cy="903807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lg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B5D4F2DA-7F58-D6AB-C68C-79F5C555CE54}"/>
                  </a:ext>
                </a:extLst>
              </p:cNvPr>
              <p:cNvGrpSpPr/>
              <p:nvPr/>
            </p:nvGrpSpPr>
            <p:grpSpPr>
              <a:xfrm>
                <a:off x="166675" y="5888872"/>
                <a:ext cx="587269" cy="704745"/>
                <a:chOff x="166675" y="5888872"/>
                <a:chExt cx="587269" cy="704745"/>
              </a:xfrm>
            </p:grpSpPr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9BA00E37-B28F-6F2D-09B5-41CE3FA45642}"/>
                    </a:ext>
                  </a:extLst>
                </p:cNvPr>
                <p:cNvGrpSpPr/>
                <p:nvPr/>
              </p:nvGrpSpPr>
              <p:grpSpPr>
                <a:xfrm>
                  <a:off x="247402" y="6136225"/>
                  <a:ext cx="360795" cy="360000"/>
                  <a:chOff x="6985000" y="3492499"/>
                  <a:chExt cx="360795" cy="360000"/>
                </a:xfrm>
              </p:grpSpPr>
              <p:cxnSp>
                <p:nvCxnSpPr>
                  <p:cNvPr id="147" name="Straight Arrow Connector 146">
                    <a:extLst>
                      <a:ext uri="{FF2B5EF4-FFF2-40B4-BE49-F238E27FC236}">
                        <a16:creationId xmlns:a16="http://schemas.microsoft.com/office/drawing/2014/main" id="{060A4D89-8A1C-89E4-CA79-9935446316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985000" y="3492499"/>
                    <a:ext cx="0" cy="36000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" name="Straight Arrow Connector 147">
                    <a:extLst>
                      <a:ext uri="{FF2B5EF4-FFF2-40B4-BE49-F238E27FC236}">
                        <a16:creationId xmlns:a16="http://schemas.microsoft.com/office/drawing/2014/main" id="{08177793-D102-FDB6-DF5A-E855C9D8F8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985795" y="3842169"/>
                    <a:ext cx="360000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5" name="TextBox 144">
                      <a:extLst>
                        <a:ext uri="{FF2B5EF4-FFF2-40B4-BE49-F238E27FC236}">
                          <a16:creationId xmlns:a16="http://schemas.microsoft.com/office/drawing/2014/main" id="{515653C4-5574-37DA-198A-1D0AF6F9BE2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84475" y="6378173"/>
                      <a:ext cx="169469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199" name="TextBox 198">
                      <a:extLst>
                        <a:ext uri="{FF2B5EF4-FFF2-40B4-BE49-F238E27FC236}">
                          <a16:creationId xmlns:a16="http://schemas.microsoft.com/office/drawing/2014/main" id="{E94FEEC8-E9F5-271A-9DC0-869341634CA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4475" y="6378173"/>
                      <a:ext cx="169469" cy="215444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1429" r="-17857" b="-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6" name="TextBox 145">
                      <a:extLst>
                        <a:ext uri="{FF2B5EF4-FFF2-40B4-BE49-F238E27FC236}">
                          <a16:creationId xmlns:a16="http://schemas.microsoft.com/office/drawing/2014/main" id="{8817565C-514C-9E32-BB2C-68BCF6E189E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6675" y="5888872"/>
                      <a:ext cx="161454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oMath>
                        </m:oMathPara>
                      </a14:m>
                      <a:endParaRPr lang="pt-BR" sz="1400" dirty="0"/>
                    </a:p>
                  </p:txBody>
                </p:sp>
              </mc:Choice>
              <mc:Fallback xmlns="">
                <p:sp>
                  <p:nvSpPr>
                    <p:cNvPr id="200" name="TextBox 199">
                      <a:extLst>
                        <a:ext uri="{FF2B5EF4-FFF2-40B4-BE49-F238E27FC236}">
                          <a16:creationId xmlns:a16="http://schemas.microsoft.com/office/drawing/2014/main" id="{31ABF790-9A36-9EC6-E32E-37E20FD5918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6675" y="5888872"/>
                      <a:ext cx="161454" cy="21544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2222" r="-14815" b="-8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756945-9C9C-6397-ED0A-A39EC77A773B}"/>
                  </a:ext>
                </a:extLst>
              </p:cNvPr>
              <p:cNvSpPr txBox="1"/>
              <p:nvPr/>
            </p:nvSpPr>
            <p:spPr>
              <a:xfrm>
                <a:off x="1748214" y="2476236"/>
                <a:ext cx="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pt-BR" dirty="0"/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49BB786E-921E-20A3-013D-737131935188}"/>
                  </a:ext>
                </a:extLst>
              </p:cNvPr>
              <p:cNvGrpSpPr/>
              <p:nvPr/>
            </p:nvGrpSpPr>
            <p:grpSpPr>
              <a:xfrm>
                <a:off x="2789794" y="2499198"/>
                <a:ext cx="180000" cy="421824"/>
                <a:chOff x="2098009" y="2702430"/>
                <a:chExt cx="180000" cy="421824"/>
              </a:xfrm>
            </p:grpSpPr>
            <p:sp>
              <p:nvSpPr>
                <p:cNvPr id="141" name="Arc 140">
                  <a:extLst>
                    <a:ext uri="{FF2B5EF4-FFF2-40B4-BE49-F238E27FC236}">
                      <a16:creationId xmlns:a16="http://schemas.microsoft.com/office/drawing/2014/main" id="{BB228DE8-E7F3-DE62-A117-9FAF503E95AF}"/>
                    </a:ext>
                  </a:extLst>
                </p:cNvPr>
                <p:cNvSpPr/>
                <p:nvPr/>
              </p:nvSpPr>
              <p:spPr>
                <a:xfrm rot="18310592">
                  <a:off x="2098009" y="2944254"/>
                  <a:ext cx="180000" cy="180000"/>
                </a:xfrm>
                <a:prstGeom prst="arc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cxnSp>
              <p:nvCxnSpPr>
                <p:cNvPr id="142" name="Straight Arrow Connector 141">
                  <a:extLst>
                    <a:ext uri="{FF2B5EF4-FFF2-40B4-BE49-F238E27FC236}">
                      <a16:creationId xmlns:a16="http://schemas.microsoft.com/office/drawing/2014/main" id="{44A48654-BF95-75E3-A1D5-0863621754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21093" y="2956467"/>
                  <a:ext cx="51909" cy="3044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3" name="TextBox 142">
                      <a:extLst>
                        <a:ext uri="{FF2B5EF4-FFF2-40B4-BE49-F238E27FC236}">
                          <a16:creationId xmlns:a16="http://schemas.microsoft.com/office/drawing/2014/main" id="{F0CA8B55-F054-3E36-6211-50D411BB87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23778" y="2702430"/>
                      <a:ext cx="152285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l-GR" sz="1400" i="1" smtClean="0">
                                <a:latin typeface="Cambria Math" panose="02040503050406030204" pitchFamily="18" charset="0"/>
                              </a:rPr>
                              <m:t>α</m:t>
                            </m:r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261" name="TextBox 260">
                      <a:extLst>
                        <a:ext uri="{FF2B5EF4-FFF2-40B4-BE49-F238E27FC236}">
                          <a16:creationId xmlns:a16="http://schemas.microsoft.com/office/drawing/2014/main" id="{E4925671-B3D1-06E6-6F59-66A86E0A8DD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23778" y="2702430"/>
                      <a:ext cx="152285" cy="215444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6000" r="-12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FD3D8DC2-0DE9-D62A-2515-C6F8CF62B10D}"/>
                      </a:ext>
                    </a:extLst>
                  </p:cNvPr>
                  <p:cNvSpPr txBox="1"/>
                  <p:nvPr/>
                </p:nvSpPr>
                <p:spPr>
                  <a:xfrm>
                    <a:off x="2861996" y="3413324"/>
                    <a:ext cx="276807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FD3D8DC2-0DE9-D62A-2515-C6F8CF62B1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1996" y="3413324"/>
                    <a:ext cx="276807" cy="21544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5217" b="-8571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E788BA7-8A32-C704-317F-F24A884BEF9A}"/>
                      </a:ext>
                    </a:extLst>
                  </p:cNvPr>
                  <p:cNvSpPr txBox="1"/>
                  <p:nvPr/>
                </p:nvSpPr>
                <p:spPr>
                  <a:xfrm rot="17019569">
                    <a:off x="2300756" y="4379678"/>
                    <a:ext cx="328488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𝐿𝑂𝐴</m:t>
                          </m:r>
                        </m:oMath>
                      </m:oMathPara>
                    </a14:m>
                    <a:endParaRPr lang="pt-BR" sz="1200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E788BA7-8A32-C704-317F-F24A884BEF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7019569">
                    <a:off x="2300756" y="4379678"/>
                    <a:ext cx="328488" cy="18466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6557" r="-4545" b="-819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7E8BB33-B964-685A-B7C2-6CCA2FF7DE16}"/>
                  </a:ext>
                </a:extLst>
              </p:cNvPr>
              <p:cNvGrpSpPr/>
              <p:nvPr/>
            </p:nvGrpSpPr>
            <p:grpSpPr>
              <a:xfrm rot="222480">
                <a:off x="1968255" y="3191898"/>
                <a:ext cx="308144" cy="623787"/>
                <a:chOff x="2000564" y="3191869"/>
                <a:chExt cx="308144" cy="623787"/>
              </a:xfrm>
            </p:grpSpPr>
            <p:cxnSp>
              <p:nvCxnSpPr>
                <p:cNvPr id="139" name="Straight Arrow Connector 138">
                  <a:extLst>
                    <a:ext uri="{FF2B5EF4-FFF2-40B4-BE49-F238E27FC236}">
                      <a16:creationId xmlns:a16="http://schemas.microsoft.com/office/drawing/2014/main" id="{7EC1B653-A101-CEB4-BA13-3BD2F3C98A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53184" y="3191869"/>
                  <a:ext cx="155524" cy="623787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0" name="TextBox 139">
                      <a:extLst>
                        <a:ext uri="{FF2B5EF4-FFF2-40B4-BE49-F238E27FC236}">
                          <a16:creationId xmlns:a16="http://schemas.microsoft.com/office/drawing/2014/main" id="{731A9793-9062-3645-7006-8127B18A38FC}"/>
                        </a:ext>
                      </a:extLst>
                    </p:cNvPr>
                    <p:cNvSpPr txBox="1"/>
                    <p:nvPr/>
                  </p:nvSpPr>
                  <p:spPr>
                    <a:xfrm rot="17076563">
                      <a:off x="1935610" y="3331242"/>
                      <a:ext cx="345351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1400" i="1" smtClean="0">
                                    <a:latin typeface="Cambria Math" panose="02040503050406030204" pitchFamily="18" charset="0"/>
                                  </a:rPr>
                                  <m:t>η</m:t>
                                </m:r>
                              </m:e>
                              <m:sub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𝑟𝑒𝑙</m:t>
                                </m:r>
                              </m:sub>
                            </m:sSub>
                          </m:oMath>
                        </m:oMathPara>
                      </a14:m>
                      <a:endParaRPr lang="pt-BR" sz="1400" dirty="0"/>
                    </a:p>
                  </p:txBody>
                </p:sp>
              </mc:Choice>
              <mc:Fallback xmlns="">
                <p:sp>
                  <p:nvSpPr>
                    <p:cNvPr id="277" name="TextBox 276">
                      <a:extLst>
                        <a:ext uri="{FF2B5EF4-FFF2-40B4-BE49-F238E27FC236}">
                          <a16:creationId xmlns:a16="http://schemas.microsoft.com/office/drawing/2014/main" id="{6B376255-1F65-79BE-32F0-8854320B9E6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7076563">
                      <a:off x="1935610" y="3331242"/>
                      <a:ext cx="345351" cy="215444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r="-12245" b="-1076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AEAAC82C-25D2-3570-A931-024C8A67DA2C}"/>
                  </a:ext>
                </a:extLst>
              </p:cNvPr>
              <p:cNvGrpSpPr/>
              <p:nvPr/>
            </p:nvGrpSpPr>
            <p:grpSpPr>
              <a:xfrm rot="152301">
                <a:off x="2246312" y="3330304"/>
                <a:ext cx="294612" cy="623787"/>
                <a:chOff x="2290096" y="3330304"/>
                <a:chExt cx="294612" cy="623787"/>
              </a:xfrm>
            </p:grpSpPr>
            <p:cxnSp>
              <p:nvCxnSpPr>
                <p:cNvPr id="137" name="Straight Arrow Connector 136">
                  <a:extLst>
                    <a:ext uri="{FF2B5EF4-FFF2-40B4-BE49-F238E27FC236}">
                      <a16:creationId xmlns:a16="http://schemas.microsoft.com/office/drawing/2014/main" id="{A6A13E9F-D278-6CB6-9AA5-A33855F85C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29184" y="3330304"/>
                  <a:ext cx="155524" cy="623787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8" name="TextBox 137">
                      <a:extLst>
                        <a:ext uri="{FF2B5EF4-FFF2-40B4-BE49-F238E27FC236}">
                          <a16:creationId xmlns:a16="http://schemas.microsoft.com/office/drawing/2014/main" id="{9B3312CB-3529-A94C-3835-E63BCECEE60B}"/>
                        </a:ext>
                      </a:extLst>
                    </p:cNvPr>
                    <p:cNvSpPr txBox="1"/>
                    <p:nvPr/>
                  </p:nvSpPr>
                  <p:spPr>
                    <a:xfrm rot="17043925">
                      <a:off x="2222738" y="3486236"/>
                      <a:ext cx="350160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𝑟𝑒𝑙</m:t>
                                </m:r>
                              </m:sub>
                            </m:sSub>
                          </m:oMath>
                        </m:oMathPara>
                      </a14:m>
                      <a:endParaRPr lang="pt-BR" sz="1400" dirty="0"/>
                    </a:p>
                  </p:txBody>
                </p:sp>
              </mc:Choice>
              <mc:Fallback xmlns="">
                <p:sp>
                  <p:nvSpPr>
                    <p:cNvPr id="281" name="TextBox 280">
                      <a:extLst>
                        <a:ext uri="{FF2B5EF4-FFF2-40B4-BE49-F238E27FC236}">
                          <a16:creationId xmlns:a16="http://schemas.microsoft.com/office/drawing/2014/main" id="{DDAD5AFC-B03B-9A1C-A3F2-2E66A2C0A62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7043925">
                      <a:off x="2222738" y="3486236"/>
                      <a:ext cx="350160" cy="215444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r="-10204" b="-46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A2E3B00-E763-77DD-3526-D7A7515670E7}"/>
                  </a:ext>
                </a:extLst>
              </p:cNvPr>
              <p:cNvGrpSpPr/>
              <p:nvPr/>
            </p:nvGrpSpPr>
            <p:grpSpPr>
              <a:xfrm rot="227353">
                <a:off x="1365550" y="3052138"/>
                <a:ext cx="571512" cy="352389"/>
                <a:chOff x="1388980" y="3059411"/>
                <a:chExt cx="571512" cy="352389"/>
              </a:xfrm>
            </p:grpSpPr>
            <p:cxnSp>
              <p:nvCxnSpPr>
                <p:cNvPr id="135" name="Straight Arrow Connector 134">
                  <a:extLst>
                    <a:ext uri="{FF2B5EF4-FFF2-40B4-BE49-F238E27FC236}">
                      <a16:creationId xmlns:a16="http://schemas.microsoft.com/office/drawing/2014/main" id="{E30DBEC8-A5A5-8123-F242-0E3C0189A3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388980" y="3226477"/>
                  <a:ext cx="571512" cy="18532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6" name="TextBox 135">
                      <a:extLst>
                        <a:ext uri="{FF2B5EF4-FFF2-40B4-BE49-F238E27FC236}">
                          <a16:creationId xmlns:a16="http://schemas.microsoft.com/office/drawing/2014/main" id="{29A21351-7D27-70E6-74DD-F09A1F348691}"/>
                        </a:ext>
                      </a:extLst>
                    </p:cNvPr>
                    <p:cNvSpPr txBox="1"/>
                    <p:nvPr/>
                  </p:nvSpPr>
                  <p:spPr>
                    <a:xfrm rot="1105776">
                      <a:off x="1532376" y="3059411"/>
                      <a:ext cx="345351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1400" i="1">
                                    <a:latin typeface="Cambria Math" panose="02040503050406030204" pitchFamily="18" charset="0"/>
                                  </a:rPr>
                                  <m:t>ξ</m:t>
                                </m:r>
                              </m:e>
                              <m:sub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𝑟𝑒𝑙</m:t>
                                </m:r>
                              </m:sub>
                            </m:sSub>
                          </m:oMath>
                        </m:oMathPara>
                      </a14:m>
                      <a:endParaRPr lang="pt-BR" sz="1400" dirty="0"/>
                    </a:p>
                  </p:txBody>
                </p:sp>
              </mc:Choice>
              <mc:Fallback xmlns="">
                <p:sp>
                  <p:nvSpPr>
                    <p:cNvPr id="283" name="TextBox 282">
                      <a:extLst>
                        <a:ext uri="{FF2B5EF4-FFF2-40B4-BE49-F238E27FC236}">
                          <a16:creationId xmlns:a16="http://schemas.microsoft.com/office/drawing/2014/main" id="{0ABD0234-0D81-796C-3B1B-AB0229EC4D6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105776">
                      <a:off x="1532376" y="3059411"/>
                      <a:ext cx="345351" cy="215444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l="-15152" t="-1887" b="-754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520DFFE8-08D3-3FBC-9B51-6B12423E58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81149" y="3717484"/>
                <a:ext cx="86596" cy="37466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E9968DCC-B361-DC84-A15C-842BB95DEC9E}"/>
                      </a:ext>
                    </a:extLst>
                  </p:cNvPr>
                  <p:cNvSpPr txBox="1"/>
                  <p:nvPr/>
                </p:nvSpPr>
                <p:spPr>
                  <a:xfrm>
                    <a:off x="3033044" y="3824152"/>
                    <a:ext cx="144270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l-GR" sz="1400" i="1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E9968DCC-B361-DC84-A15C-842BB95DEC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33044" y="3824152"/>
                    <a:ext cx="144270" cy="21544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5000" r="-25000" b="-5556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B5E9E58A-627D-DE08-7A35-7A665730C45E}"/>
                  </a:ext>
                </a:extLst>
              </p:cNvPr>
              <p:cNvGrpSpPr/>
              <p:nvPr/>
            </p:nvGrpSpPr>
            <p:grpSpPr>
              <a:xfrm>
                <a:off x="155650" y="4083675"/>
                <a:ext cx="2377056" cy="2518392"/>
                <a:chOff x="155650" y="4083675"/>
                <a:chExt cx="2377056" cy="2518392"/>
              </a:xfrm>
            </p:grpSpPr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D2FBA894-EF1F-7327-7F5D-9C9EB21FFEDE}"/>
                    </a:ext>
                  </a:extLst>
                </p:cNvPr>
                <p:cNvSpPr/>
                <p:nvPr/>
              </p:nvSpPr>
              <p:spPr>
                <a:xfrm>
                  <a:off x="991758" y="4269486"/>
                  <a:ext cx="1440000" cy="144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grpSp>
              <p:nvGrpSpPr>
                <p:cNvPr id="82" name="Group 81">
                  <a:extLst>
                    <a:ext uri="{FF2B5EF4-FFF2-40B4-BE49-F238E27FC236}">
                      <a16:creationId xmlns:a16="http://schemas.microsoft.com/office/drawing/2014/main" id="{4436261A-39E8-63C4-B871-D850D577F64C}"/>
                    </a:ext>
                  </a:extLst>
                </p:cNvPr>
                <p:cNvGrpSpPr/>
                <p:nvPr/>
              </p:nvGrpSpPr>
              <p:grpSpPr>
                <a:xfrm rot="10800000">
                  <a:off x="155650" y="4712835"/>
                  <a:ext cx="1564242" cy="507677"/>
                  <a:chOff x="3393006" y="2411648"/>
                  <a:chExt cx="1795380" cy="577342"/>
                </a:xfrm>
              </p:grpSpPr>
              <p:grpSp>
                <p:nvGrpSpPr>
                  <p:cNvPr id="118" name="Group 117">
                    <a:extLst>
                      <a:ext uri="{FF2B5EF4-FFF2-40B4-BE49-F238E27FC236}">
                        <a16:creationId xmlns:a16="http://schemas.microsoft.com/office/drawing/2014/main" id="{CAA13FC0-2A43-73C3-D7EB-443FC16599D1}"/>
                      </a:ext>
                    </a:extLst>
                  </p:cNvPr>
                  <p:cNvGrpSpPr/>
                  <p:nvPr/>
                </p:nvGrpSpPr>
                <p:grpSpPr>
                  <a:xfrm>
                    <a:off x="4312592" y="2448037"/>
                    <a:ext cx="523808" cy="456431"/>
                    <a:chOff x="6417749" y="2353562"/>
                    <a:chExt cx="713448" cy="556303"/>
                  </a:xfrm>
                </p:grpSpPr>
                <p:sp>
                  <p:nvSpPr>
                    <p:cNvPr id="128" name="Rectangle 127">
                      <a:extLst>
                        <a:ext uri="{FF2B5EF4-FFF2-40B4-BE49-F238E27FC236}">
                          <a16:creationId xmlns:a16="http://schemas.microsoft.com/office/drawing/2014/main" id="{10F55FD3-B1B9-2002-B7F9-00450CDB22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34493" y="2353562"/>
                      <a:ext cx="682626" cy="556303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BR"/>
                    </a:p>
                  </p:txBody>
                </p:sp>
                <p:grpSp>
                  <p:nvGrpSpPr>
                    <p:cNvPr id="129" name="Group 128">
                      <a:extLst>
                        <a:ext uri="{FF2B5EF4-FFF2-40B4-BE49-F238E27FC236}">
                          <a16:creationId xmlns:a16="http://schemas.microsoft.com/office/drawing/2014/main" id="{7C13BA39-8A6E-3454-23F9-A831AEF5882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417749" y="2385872"/>
                      <a:ext cx="713448" cy="486942"/>
                      <a:chOff x="5886500" y="4441099"/>
                      <a:chExt cx="713448" cy="486942"/>
                    </a:xfrm>
                  </p:grpSpPr>
                  <p:cxnSp>
                    <p:nvCxnSpPr>
                      <p:cNvPr id="130" name="Straight Connector 129">
                        <a:extLst>
                          <a:ext uri="{FF2B5EF4-FFF2-40B4-BE49-F238E27FC236}">
                            <a16:creationId xmlns:a16="http://schemas.microsoft.com/office/drawing/2014/main" id="{16D88D55-E846-6623-6925-EB4583454BF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974814" y="4441099"/>
                        <a:ext cx="164049" cy="48000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1" name="Straight Connector 130">
                        <a:extLst>
                          <a:ext uri="{FF2B5EF4-FFF2-40B4-BE49-F238E27FC236}">
                            <a16:creationId xmlns:a16="http://schemas.microsoft.com/office/drawing/2014/main" id="{AC07FC27-8C4E-65F0-B24A-B6925742D07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6138863" y="4448038"/>
                        <a:ext cx="187287" cy="48000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2" name="Straight Connector 131">
                        <a:extLst>
                          <a:ext uri="{FF2B5EF4-FFF2-40B4-BE49-F238E27FC236}">
                            <a16:creationId xmlns:a16="http://schemas.microsoft.com/office/drawing/2014/main" id="{2BABDC99-7C59-FDFA-2C11-C0C076CD27E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4949640" flipH="1" flipV="1">
                        <a:off x="6411879" y="4737372"/>
                        <a:ext cx="253496" cy="12264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3" name="Straight Connector 132">
                        <a:extLst>
                          <a:ext uri="{FF2B5EF4-FFF2-40B4-BE49-F238E27FC236}">
                            <a16:creationId xmlns:a16="http://schemas.microsoft.com/office/drawing/2014/main" id="{002F8EC3-0996-3CC8-2097-967DBB8B774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4949640" flipH="1" flipV="1">
                        <a:off x="5814673" y="4518719"/>
                        <a:ext cx="248659" cy="105005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4" name="Straight Connector 133">
                        <a:extLst>
                          <a:ext uri="{FF2B5EF4-FFF2-40B4-BE49-F238E27FC236}">
                            <a16:creationId xmlns:a16="http://schemas.microsoft.com/office/drawing/2014/main" id="{BA8DC4FC-0BDA-2D25-7037-A0ACEE49B8E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326150" y="4448038"/>
                        <a:ext cx="164049" cy="48000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119" name="Straight Connector 118">
                    <a:extLst>
                      <a:ext uri="{FF2B5EF4-FFF2-40B4-BE49-F238E27FC236}">
                        <a16:creationId xmlns:a16="http://schemas.microsoft.com/office/drawing/2014/main" id="{6F5A28C8-6ABC-1B95-7EEE-218FFACA96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393006" y="2671459"/>
                    <a:ext cx="928184" cy="479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20" name="Group 119">
                    <a:extLst>
                      <a:ext uri="{FF2B5EF4-FFF2-40B4-BE49-F238E27FC236}">
                        <a16:creationId xmlns:a16="http://schemas.microsoft.com/office/drawing/2014/main" id="{03CE6F4C-484F-5B1D-69B7-319BEF51FA8A}"/>
                      </a:ext>
                    </a:extLst>
                  </p:cNvPr>
                  <p:cNvGrpSpPr/>
                  <p:nvPr/>
                </p:nvGrpSpPr>
                <p:grpSpPr>
                  <a:xfrm>
                    <a:off x="4813416" y="2411648"/>
                    <a:ext cx="374970" cy="577342"/>
                    <a:chOff x="4813416" y="2411648"/>
                    <a:chExt cx="374970" cy="577342"/>
                  </a:xfrm>
                </p:grpSpPr>
                <p:cxnSp>
                  <p:nvCxnSpPr>
                    <p:cNvPr id="121" name="Straight Connector 120">
                      <a:extLst>
                        <a:ext uri="{FF2B5EF4-FFF2-40B4-BE49-F238E27FC236}">
                          <a16:creationId xmlns:a16="http://schemas.microsoft.com/office/drawing/2014/main" id="{69F506E2-AC41-5EC6-CD73-A95BCC4088C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813416" y="2666938"/>
                      <a:ext cx="260452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" name="Straight Connector 121">
                      <a:extLst>
                        <a:ext uri="{FF2B5EF4-FFF2-40B4-BE49-F238E27FC236}">
                          <a16:creationId xmlns:a16="http://schemas.microsoft.com/office/drawing/2014/main" id="{3AE24472-A69F-9C82-0CAD-F6AA1633AF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73868" y="2411648"/>
                      <a:ext cx="0" cy="51058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" name="Straight Connector 122">
                      <a:extLst>
                        <a:ext uri="{FF2B5EF4-FFF2-40B4-BE49-F238E27FC236}">
                          <a16:creationId xmlns:a16="http://schemas.microsoft.com/office/drawing/2014/main" id="{B672D51A-E749-E12C-6F08-03CB7CA99E9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73868" y="242599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" name="Straight Connector 123">
                      <a:extLst>
                        <a:ext uri="{FF2B5EF4-FFF2-40B4-BE49-F238E27FC236}">
                          <a16:creationId xmlns:a16="http://schemas.microsoft.com/office/drawing/2014/main" id="{4144C77E-9849-6AF3-9212-9D1231AFD11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67518" y="254664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" name="Straight Connector 124">
                      <a:extLst>
                        <a:ext uri="{FF2B5EF4-FFF2-40B4-BE49-F238E27FC236}">
                          <a16:creationId xmlns:a16="http://schemas.microsoft.com/office/drawing/2014/main" id="{AB67A538-BADF-0943-6EF7-12185D0DE6A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73868" y="267999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" name="Straight Connector 125">
                      <a:extLst>
                        <a:ext uri="{FF2B5EF4-FFF2-40B4-BE49-F238E27FC236}">
                          <a16:creationId xmlns:a16="http://schemas.microsoft.com/office/drawing/2014/main" id="{8C0BA61C-638C-AE8F-DAA1-C049B0EC0E5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0218" y="279429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" name="Straight Connector 126">
                      <a:extLst>
                        <a:ext uri="{FF2B5EF4-FFF2-40B4-BE49-F238E27FC236}">
                          <a16:creationId xmlns:a16="http://schemas.microsoft.com/office/drawing/2014/main" id="{26577104-D803-4F2D-07B4-CFC86609B6C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67518" y="290224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FFFA665E-28AA-F403-513D-6A3E6EBEC4F6}"/>
                    </a:ext>
                  </a:extLst>
                </p:cNvPr>
                <p:cNvGrpSpPr/>
                <p:nvPr/>
              </p:nvGrpSpPr>
              <p:grpSpPr>
                <a:xfrm rot="5400000">
                  <a:off x="890812" y="5539507"/>
                  <a:ext cx="1622104" cy="503016"/>
                  <a:chOff x="3343691" y="2411648"/>
                  <a:chExt cx="1844695" cy="577342"/>
                </a:xfrm>
              </p:grpSpPr>
              <p:grpSp>
                <p:nvGrpSpPr>
                  <p:cNvPr id="101" name="Group 100">
                    <a:extLst>
                      <a:ext uri="{FF2B5EF4-FFF2-40B4-BE49-F238E27FC236}">
                        <a16:creationId xmlns:a16="http://schemas.microsoft.com/office/drawing/2014/main" id="{C5D54F7C-C034-62D8-F158-6D6721C8F36D}"/>
                      </a:ext>
                    </a:extLst>
                  </p:cNvPr>
                  <p:cNvGrpSpPr/>
                  <p:nvPr/>
                </p:nvGrpSpPr>
                <p:grpSpPr>
                  <a:xfrm>
                    <a:off x="4312595" y="2448037"/>
                    <a:ext cx="523809" cy="456431"/>
                    <a:chOff x="6417749" y="2353562"/>
                    <a:chExt cx="713448" cy="556303"/>
                  </a:xfrm>
                </p:grpSpPr>
                <p:sp>
                  <p:nvSpPr>
                    <p:cNvPr id="111" name="Rectangle 110">
                      <a:extLst>
                        <a:ext uri="{FF2B5EF4-FFF2-40B4-BE49-F238E27FC236}">
                          <a16:creationId xmlns:a16="http://schemas.microsoft.com/office/drawing/2014/main" id="{7B03FCBB-9B88-7715-A5D4-C2A8ABD2EF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34493" y="2353562"/>
                      <a:ext cx="682626" cy="556303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BR"/>
                    </a:p>
                  </p:txBody>
                </p:sp>
                <p:grpSp>
                  <p:nvGrpSpPr>
                    <p:cNvPr id="112" name="Group 111">
                      <a:extLst>
                        <a:ext uri="{FF2B5EF4-FFF2-40B4-BE49-F238E27FC236}">
                          <a16:creationId xmlns:a16="http://schemas.microsoft.com/office/drawing/2014/main" id="{D3918E7A-4DDF-F6B9-BD9B-E4729380B1B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417749" y="2385872"/>
                      <a:ext cx="713448" cy="486942"/>
                      <a:chOff x="5886500" y="4441099"/>
                      <a:chExt cx="713448" cy="486942"/>
                    </a:xfrm>
                  </p:grpSpPr>
                  <p:cxnSp>
                    <p:nvCxnSpPr>
                      <p:cNvPr id="113" name="Straight Connector 112">
                        <a:extLst>
                          <a:ext uri="{FF2B5EF4-FFF2-40B4-BE49-F238E27FC236}">
                            <a16:creationId xmlns:a16="http://schemas.microsoft.com/office/drawing/2014/main" id="{84833015-E0FC-7D2A-B013-34D0DE39467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974814" y="4441099"/>
                        <a:ext cx="164049" cy="48000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4" name="Straight Connector 113">
                        <a:extLst>
                          <a:ext uri="{FF2B5EF4-FFF2-40B4-BE49-F238E27FC236}">
                            <a16:creationId xmlns:a16="http://schemas.microsoft.com/office/drawing/2014/main" id="{78FC1C8B-E607-4284-9A8D-CC1F042FE12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6138863" y="4448038"/>
                        <a:ext cx="187287" cy="48000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5" name="Straight Connector 114">
                        <a:extLst>
                          <a:ext uri="{FF2B5EF4-FFF2-40B4-BE49-F238E27FC236}">
                            <a16:creationId xmlns:a16="http://schemas.microsoft.com/office/drawing/2014/main" id="{603BA45A-8AA6-32EF-5C9C-0EE287982F6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4949640" flipH="1" flipV="1">
                        <a:off x="6411879" y="4737372"/>
                        <a:ext cx="253496" cy="12264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6" name="Straight Connector 115">
                        <a:extLst>
                          <a:ext uri="{FF2B5EF4-FFF2-40B4-BE49-F238E27FC236}">
                            <a16:creationId xmlns:a16="http://schemas.microsoft.com/office/drawing/2014/main" id="{3E44D295-443C-A4B8-A233-34C592EE3B7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4949640" flipH="1" flipV="1">
                        <a:off x="5814673" y="4518719"/>
                        <a:ext cx="248659" cy="105005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7" name="Straight Connector 116">
                        <a:extLst>
                          <a:ext uri="{FF2B5EF4-FFF2-40B4-BE49-F238E27FC236}">
                            <a16:creationId xmlns:a16="http://schemas.microsoft.com/office/drawing/2014/main" id="{135A6564-357F-BA1C-AAB5-25F9578C6BF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326150" y="4448038"/>
                        <a:ext cx="164049" cy="48000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102" name="Straight Connector 101">
                    <a:extLst>
                      <a:ext uri="{FF2B5EF4-FFF2-40B4-BE49-F238E27FC236}">
                        <a16:creationId xmlns:a16="http://schemas.microsoft.com/office/drawing/2014/main" id="{71C16CC7-1C74-9725-739D-96AFAA2A6F3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3826631" y="2188520"/>
                    <a:ext cx="11621" cy="977501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3" name="Group 102">
                    <a:extLst>
                      <a:ext uri="{FF2B5EF4-FFF2-40B4-BE49-F238E27FC236}">
                        <a16:creationId xmlns:a16="http://schemas.microsoft.com/office/drawing/2014/main" id="{04A52E6C-6D05-EF57-B259-3A1B3D4CAEA2}"/>
                      </a:ext>
                    </a:extLst>
                  </p:cNvPr>
                  <p:cNvGrpSpPr/>
                  <p:nvPr/>
                </p:nvGrpSpPr>
                <p:grpSpPr>
                  <a:xfrm>
                    <a:off x="4813416" y="2411648"/>
                    <a:ext cx="374970" cy="577342"/>
                    <a:chOff x="4813416" y="2411648"/>
                    <a:chExt cx="374970" cy="577342"/>
                  </a:xfrm>
                </p:grpSpPr>
                <p:cxnSp>
                  <p:nvCxnSpPr>
                    <p:cNvPr id="104" name="Straight Connector 103">
                      <a:extLst>
                        <a:ext uri="{FF2B5EF4-FFF2-40B4-BE49-F238E27FC236}">
                          <a16:creationId xmlns:a16="http://schemas.microsoft.com/office/drawing/2014/main" id="{0710EA41-0B00-B179-CFF3-2ECA1D5268D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813416" y="2666938"/>
                      <a:ext cx="260452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" name="Straight Connector 104">
                      <a:extLst>
                        <a:ext uri="{FF2B5EF4-FFF2-40B4-BE49-F238E27FC236}">
                          <a16:creationId xmlns:a16="http://schemas.microsoft.com/office/drawing/2014/main" id="{839A6245-B1AA-62F4-6CFA-8F27EECD258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73868" y="2411648"/>
                      <a:ext cx="0" cy="51058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" name="Straight Connector 105">
                      <a:extLst>
                        <a:ext uri="{FF2B5EF4-FFF2-40B4-BE49-F238E27FC236}">
                          <a16:creationId xmlns:a16="http://schemas.microsoft.com/office/drawing/2014/main" id="{D445FD55-B38E-62ED-9AB9-4509358B206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73868" y="242599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" name="Straight Connector 106">
                      <a:extLst>
                        <a:ext uri="{FF2B5EF4-FFF2-40B4-BE49-F238E27FC236}">
                          <a16:creationId xmlns:a16="http://schemas.microsoft.com/office/drawing/2014/main" id="{78DF067D-6D96-9E18-7D14-1D5E6C38CFB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67518" y="254664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" name="Straight Connector 107">
                      <a:extLst>
                        <a:ext uri="{FF2B5EF4-FFF2-40B4-BE49-F238E27FC236}">
                          <a16:creationId xmlns:a16="http://schemas.microsoft.com/office/drawing/2014/main" id="{14640E0C-6FE1-E1AA-DE02-0A165A8604A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73868" y="267999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" name="Straight Connector 108">
                      <a:extLst>
                        <a:ext uri="{FF2B5EF4-FFF2-40B4-BE49-F238E27FC236}">
                          <a16:creationId xmlns:a16="http://schemas.microsoft.com/office/drawing/2014/main" id="{22441F67-52D1-23FA-508F-AAF6F20EF6F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0218" y="279429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" name="Straight Connector 109">
                      <a:extLst>
                        <a:ext uri="{FF2B5EF4-FFF2-40B4-BE49-F238E27FC236}">
                          <a16:creationId xmlns:a16="http://schemas.microsoft.com/office/drawing/2014/main" id="{3776CCA0-9E01-7E83-D58D-0EC099A7475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67518" y="290224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36F2C667-4A9C-3B58-DDAA-E19AEF5ED3B3}"/>
                    </a:ext>
                  </a:extLst>
                </p:cNvPr>
                <p:cNvGrpSpPr/>
                <p:nvPr/>
              </p:nvGrpSpPr>
              <p:grpSpPr>
                <a:xfrm>
                  <a:off x="532559" y="5300847"/>
                  <a:ext cx="362684" cy="277461"/>
                  <a:chOff x="532559" y="5319897"/>
                  <a:chExt cx="362684" cy="277461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8" name="TextBox 97">
                        <a:extLst>
                          <a:ext uri="{FF2B5EF4-FFF2-40B4-BE49-F238E27FC236}">
                            <a16:creationId xmlns:a16="http://schemas.microsoft.com/office/drawing/2014/main" id="{C3FC6E25-7C4D-44FE-F5C4-03B0D05039D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57834" y="5381914"/>
                        <a:ext cx="222753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pt-BR" dirty="0"/>
                      </a:p>
                    </p:txBody>
                  </p:sp>
                </mc:Choice>
                <mc:Fallback xmlns="">
                  <p:sp>
                    <p:nvSpPr>
                      <p:cNvPr id="195" name="TextBox 194">
                        <a:extLst>
                          <a:ext uri="{FF2B5EF4-FFF2-40B4-BE49-F238E27FC236}">
                            <a16:creationId xmlns:a16="http://schemas.microsoft.com/office/drawing/2014/main" id="{39F2F621-F238-5B91-3C87-972E0909E08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57834" y="5381914"/>
                        <a:ext cx="222753" cy="215444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 l="-11111" r="-2778" b="-1714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pt-B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99" name="Straight Arrow Connector 98">
                    <a:extLst>
                      <a:ext uri="{FF2B5EF4-FFF2-40B4-BE49-F238E27FC236}">
                        <a16:creationId xmlns:a16="http://schemas.microsoft.com/office/drawing/2014/main" id="{62FB97AE-7D0B-625B-6B49-089926061D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5243" y="5419179"/>
                    <a:ext cx="360000" cy="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Straight Connector 99">
                    <a:extLst>
                      <a:ext uri="{FF2B5EF4-FFF2-40B4-BE49-F238E27FC236}">
                        <a16:creationId xmlns:a16="http://schemas.microsoft.com/office/drawing/2014/main" id="{12A916AC-815D-7D3E-E078-F6B62610911F}"/>
                      </a:ext>
                    </a:extLst>
                  </p:cNvPr>
                  <p:cNvCxnSpPr/>
                  <p:nvPr/>
                </p:nvCxnSpPr>
                <p:spPr>
                  <a:xfrm>
                    <a:off x="532559" y="5319897"/>
                    <a:ext cx="0" cy="1800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5" name="Group 84">
                  <a:extLst>
                    <a:ext uri="{FF2B5EF4-FFF2-40B4-BE49-F238E27FC236}">
                      <a16:creationId xmlns:a16="http://schemas.microsoft.com/office/drawing/2014/main" id="{38FE24E9-77E3-9840-B952-A87FB72EB074}"/>
                    </a:ext>
                  </a:extLst>
                </p:cNvPr>
                <p:cNvGrpSpPr/>
                <p:nvPr/>
              </p:nvGrpSpPr>
              <p:grpSpPr>
                <a:xfrm rot="16200000">
                  <a:off x="1087495" y="5859336"/>
                  <a:ext cx="362684" cy="338757"/>
                  <a:chOff x="532559" y="5319897"/>
                  <a:chExt cx="362684" cy="338757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5" name="TextBox 94">
                        <a:extLst>
                          <a:ext uri="{FF2B5EF4-FFF2-40B4-BE49-F238E27FC236}">
                            <a16:creationId xmlns:a16="http://schemas.microsoft.com/office/drawing/2014/main" id="{21A7698F-D2F3-654F-EFFD-C71FC8E5CE43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5400000">
                        <a:off x="634100" y="5439011"/>
                        <a:ext cx="223843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pt-BR" dirty="0"/>
                      </a:p>
                    </p:txBody>
                  </p:sp>
                </mc:Choice>
                <mc:Fallback xmlns="">
                  <p:sp>
                    <p:nvSpPr>
                      <p:cNvPr id="214" name="TextBox 213">
                        <a:extLst>
                          <a:ext uri="{FF2B5EF4-FFF2-40B4-BE49-F238E27FC236}">
                            <a16:creationId xmlns:a16="http://schemas.microsoft.com/office/drawing/2014/main" id="{2109B304-11EA-BC57-0A82-BF316FEEDD7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5400000">
                        <a:off x="634100" y="5439011"/>
                        <a:ext cx="223843" cy="215444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 l="-16216" b="-2857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pt-B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96" name="Straight Arrow Connector 95">
                    <a:extLst>
                      <a:ext uri="{FF2B5EF4-FFF2-40B4-BE49-F238E27FC236}">
                        <a16:creationId xmlns:a16="http://schemas.microsoft.com/office/drawing/2014/main" id="{6489217D-DE84-9683-F5AE-4EF2859BBC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5243" y="5419179"/>
                    <a:ext cx="360000" cy="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Straight Connector 96">
                    <a:extLst>
                      <a:ext uri="{FF2B5EF4-FFF2-40B4-BE49-F238E27FC236}">
                        <a16:creationId xmlns:a16="http://schemas.microsoft.com/office/drawing/2014/main" id="{B6CEAC2B-2FE9-8041-F16C-5A38611EFCB1}"/>
                      </a:ext>
                    </a:extLst>
                  </p:cNvPr>
                  <p:cNvCxnSpPr/>
                  <p:nvPr/>
                </p:nvCxnSpPr>
                <p:spPr>
                  <a:xfrm>
                    <a:off x="532559" y="5319897"/>
                    <a:ext cx="0" cy="1800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6" name="TextBox 85">
                      <a:extLst>
                        <a:ext uri="{FF2B5EF4-FFF2-40B4-BE49-F238E27FC236}">
                          <a16:creationId xmlns:a16="http://schemas.microsoft.com/office/drawing/2014/main" id="{AAE1EAD2-A6E5-C952-0C7A-111D9E1FEC3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7957" y="4541723"/>
                      <a:ext cx="1801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86" name="TextBox 85">
                      <a:extLst>
                        <a:ext uri="{FF2B5EF4-FFF2-40B4-BE49-F238E27FC236}">
                          <a16:creationId xmlns:a16="http://schemas.microsoft.com/office/drawing/2014/main" id="{AAE1EAD2-A6E5-C952-0C7A-111D9E1FEC3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7957" y="4541723"/>
                      <a:ext cx="180178" cy="215444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20690" r="-17241" b="-571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7" name="TextBox 86">
                      <a:extLst>
                        <a:ext uri="{FF2B5EF4-FFF2-40B4-BE49-F238E27FC236}">
                          <a16:creationId xmlns:a16="http://schemas.microsoft.com/office/drawing/2014/main" id="{551716F6-F9E6-9D4A-70EB-5A5311C39F8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31812" y="5934960"/>
                      <a:ext cx="1801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oMath>
                        </m:oMathPara>
                      </a14:m>
                      <a:endParaRPr lang="pt-BR" sz="1400" dirty="0"/>
                    </a:p>
                  </p:txBody>
                </p:sp>
              </mc:Choice>
              <mc:Fallback xmlns="">
                <p:sp>
                  <p:nvSpPr>
                    <p:cNvPr id="87" name="TextBox 86">
                      <a:extLst>
                        <a:ext uri="{FF2B5EF4-FFF2-40B4-BE49-F238E27FC236}">
                          <a16:creationId xmlns:a16="http://schemas.microsoft.com/office/drawing/2014/main" id="{551716F6-F9E6-9D4A-70EB-5A5311C39F8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31812" y="5934960"/>
                      <a:ext cx="180178" cy="215444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20690" r="-17241" b="-571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B5013DE6-AFB3-B145-0EA7-9C4B31E5343D}"/>
                    </a:ext>
                  </a:extLst>
                </p:cNvPr>
                <p:cNvGrpSpPr/>
                <p:nvPr/>
              </p:nvGrpSpPr>
              <p:grpSpPr>
                <a:xfrm>
                  <a:off x="839214" y="4083675"/>
                  <a:ext cx="1693492" cy="1623789"/>
                  <a:chOff x="818866" y="4100806"/>
                  <a:chExt cx="1693492" cy="1623789"/>
                </a:xfrm>
              </p:grpSpPr>
              <p:grpSp>
                <p:nvGrpSpPr>
                  <p:cNvPr id="91" name="Group 90">
                    <a:extLst>
                      <a:ext uri="{FF2B5EF4-FFF2-40B4-BE49-F238E27FC236}">
                        <a16:creationId xmlns:a16="http://schemas.microsoft.com/office/drawing/2014/main" id="{6CBD3E2B-18F0-3316-F2B6-181E4CC3FD71}"/>
                      </a:ext>
                    </a:extLst>
                  </p:cNvPr>
                  <p:cNvGrpSpPr/>
                  <p:nvPr/>
                </p:nvGrpSpPr>
                <p:grpSpPr>
                  <a:xfrm rot="18288061">
                    <a:off x="892358" y="4104595"/>
                    <a:ext cx="1620000" cy="1620000"/>
                    <a:chOff x="7534275" y="3213300"/>
                    <a:chExt cx="1440000" cy="1440000"/>
                  </a:xfrm>
                </p:grpSpPr>
                <p:sp>
                  <p:nvSpPr>
                    <p:cNvPr id="93" name="Arc 92">
                      <a:extLst>
                        <a:ext uri="{FF2B5EF4-FFF2-40B4-BE49-F238E27FC236}">
                          <a16:creationId xmlns:a16="http://schemas.microsoft.com/office/drawing/2014/main" id="{0BBA8D42-C0BE-CA2A-546F-A48CBCCD07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34275" y="3213300"/>
                      <a:ext cx="1440000" cy="1440000"/>
                    </a:xfrm>
                    <a:prstGeom prst="arc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BR" dirty="0"/>
                    </a:p>
                  </p:txBody>
                </p:sp>
                <p:cxnSp>
                  <p:nvCxnSpPr>
                    <p:cNvPr id="94" name="Straight Arrow Connector 93">
                      <a:extLst>
                        <a:ext uri="{FF2B5EF4-FFF2-40B4-BE49-F238E27FC236}">
                          <a16:creationId xmlns:a16="http://schemas.microsoft.com/office/drawing/2014/main" id="{4C58D40A-187F-CC9D-67E9-EF93648A9E9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8187600" y="3213300"/>
                      <a:ext cx="66675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2" name="TextBox 91">
                        <a:extLst>
                          <a:ext uri="{FF2B5EF4-FFF2-40B4-BE49-F238E27FC236}">
                            <a16:creationId xmlns:a16="http://schemas.microsoft.com/office/drawing/2014/main" id="{4232A545-10BE-2E71-0A00-3A61EE44806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18866" y="4100806"/>
                        <a:ext cx="226088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l-GR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1400" i="1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  <m:sub>
                                  <m: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pt-BR" dirty="0"/>
                      </a:p>
                    </p:txBody>
                  </p:sp>
                </mc:Choice>
                <mc:Fallback xmlns="">
                  <p:sp>
                    <p:nvSpPr>
                      <p:cNvPr id="246" name="TextBox 245">
                        <a:extLst>
                          <a:ext uri="{FF2B5EF4-FFF2-40B4-BE49-F238E27FC236}">
                            <a16:creationId xmlns:a16="http://schemas.microsoft.com/office/drawing/2014/main" id="{9397FFAC-6B28-4163-A3D0-4D5A1AB2350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18866" y="4100806"/>
                        <a:ext cx="226088" cy="215444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 l="-18919" r="-2703" b="-1714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pt-B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77DDB210-8FD1-DA92-846A-29E9438C1F8B}"/>
                    </a:ext>
                  </a:extLst>
                </p:cNvPr>
                <p:cNvCxnSpPr>
                  <a:cxnSpLocks/>
                  <a:endCxn id="81" idx="6"/>
                </p:cNvCxnSpPr>
                <p:nvPr/>
              </p:nvCxnSpPr>
              <p:spPr>
                <a:xfrm flipV="1">
                  <a:off x="1707357" y="4989486"/>
                  <a:ext cx="7200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0" name="TextBox 89">
                      <a:extLst>
                        <a:ext uri="{FF2B5EF4-FFF2-40B4-BE49-F238E27FC236}">
                          <a16:creationId xmlns:a16="http://schemas.microsoft.com/office/drawing/2014/main" id="{7D997586-1195-888B-957D-D9324716BFC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93450" y="4725561"/>
                      <a:ext cx="239040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l-G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90" name="TextBox 89">
                      <a:extLst>
                        <a:ext uri="{FF2B5EF4-FFF2-40B4-BE49-F238E27FC236}">
                          <a16:creationId xmlns:a16="http://schemas.microsoft.com/office/drawing/2014/main" id="{7D997586-1195-888B-957D-D9324716BFC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93450" y="4725561"/>
                      <a:ext cx="239040" cy="215444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l="-15385" r="-2564" b="-111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6AE0DBD-8968-00C7-F607-79B637FB5235}"/>
                  </a:ext>
                </a:extLst>
              </p:cNvPr>
              <p:cNvGrpSpPr/>
              <p:nvPr/>
            </p:nvGrpSpPr>
            <p:grpSpPr>
              <a:xfrm>
                <a:off x="2923647" y="999713"/>
                <a:ext cx="2366959" cy="2570692"/>
                <a:chOff x="2923647" y="999713"/>
                <a:chExt cx="2366959" cy="2570692"/>
              </a:xfrm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420B4949-D344-CDDA-8712-3B0C1D828911}"/>
                    </a:ext>
                  </a:extLst>
                </p:cNvPr>
                <p:cNvGrpSpPr/>
                <p:nvPr/>
              </p:nvGrpSpPr>
              <p:grpSpPr>
                <a:xfrm>
                  <a:off x="2923647" y="999713"/>
                  <a:ext cx="2366959" cy="2570692"/>
                  <a:chOff x="2923647" y="999713"/>
                  <a:chExt cx="2366959" cy="2570692"/>
                </a:xfrm>
              </p:grpSpPr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F5581647-A47E-D6D4-CC63-D02B1DEA6A9A}"/>
                      </a:ext>
                    </a:extLst>
                  </p:cNvPr>
                  <p:cNvSpPr/>
                  <p:nvPr/>
                </p:nvSpPr>
                <p:spPr>
                  <a:xfrm>
                    <a:off x="3018967" y="1924902"/>
                    <a:ext cx="1440000" cy="1440000"/>
                  </a:xfrm>
                  <a:prstGeom prst="ellips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FE34C734-D7F3-4A03-3CF3-A5C7477D5B19}"/>
                      </a:ext>
                    </a:extLst>
                  </p:cNvPr>
                  <p:cNvGrpSpPr/>
                  <p:nvPr/>
                </p:nvGrpSpPr>
                <p:grpSpPr>
                  <a:xfrm>
                    <a:off x="3726364" y="2402654"/>
                    <a:ext cx="1564242" cy="531814"/>
                    <a:chOff x="3393009" y="2411648"/>
                    <a:chExt cx="1795377" cy="577342"/>
                  </a:xfrm>
                </p:grpSpPr>
                <p:grpSp>
                  <p:nvGrpSpPr>
                    <p:cNvPr id="64" name="Group 63">
                      <a:extLst>
                        <a:ext uri="{FF2B5EF4-FFF2-40B4-BE49-F238E27FC236}">
                          <a16:creationId xmlns:a16="http://schemas.microsoft.com/office/drawing/2014/main" id="{CB5E9C58-3882-CB68-E700-29B2BD0BCE7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2595" y="2448037"/>
                      <a:ext cx="523809" cy="456431"/>
                      <a:chOff x="6417749" y="2353562"/>
                      <a:chExt cx="713448" cy="556303"/>
                    </a:xfrm>
                  </p:grpSpPr>
                  <p:sp>
                    <p:nvSpPr>
                      <p:cNvPr id="74" name="Rectangle 73">
                        <a:extLst>
                          <a:ext uri="{FF2B5EF4-FFF2-40B4-BE49-F238E27FC236}">
                            <a16:creationId xmlns:a16="http://schemas.microsoft.com/office/drawing/2014/main" id="{D2DB83B1-E16A-B9F7-70EC-FACAFCF5FF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34493" y="2353562"/>
                        <a:ext cx="682626" cy="55630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grpSp>
                    <p:nvGrpSpPr>
                      <p:cNvPr id="75" name="Group 74">
                        <a:extLst>
                          <a:ext uri="{FF2B5EF4-FFF2-40B4-BE49-F238E27FC236}">
                            <a16:creationId xmlns:a16="http://schemas.microsoft.com/office/drawing/2014/main" id="{C97B93F5-7547-28C5-6460-E940BC73122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417749" y="2385872"/>
                        <a:ext cx="713448" cy="486942"/>
                        <a:chOff x="5886500" y="4441099"/>
                        <a:chExt cx="713448" cy="486942"/>
                      </a:xfrm>
                    </p:grpSpPr>
                    <p:cxnSp>
                      <p:nvCxnSpPr>
                        <p:cNvPr id="76" name="Straight Connector 75">
                          <a:extLst>
                            <a:ext uri="{FF2B5EF4-FFF2-40B4-BE49-F238E27FC236}">
                              <a16:creationId xmlns:a16="http://schemas.microsoft.com/office/drawing/2014/main" id="{22E54804-FBAC-E873-B6AD-ABB6A84E6D4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974814" y="4441099"/>
                          <a:ext cx="164049" cy="480003"/>
                        </a:xfrm>
                        <a:prstGeom prst="line">
                          <a:avLst/>
                        </a:prstGeom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7" name="Straight Connector 76">
                          <a:extLst>
                            <a:ext uri="{FF2B5EF4-FFF2-40B4-BE49-F238E27FC236}">
                              <a16:creationId xmlns:a16="http://schemas.microsoft.com/office/drawing/2014/main" id="{23ABCD06-266D-3BB9-B42E-939440BBE89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6138863" y="4448038"/>
                          <a:ext cx="187287" cy="480003"/>
                        </a:xfrm>
                        <a:prstGeom prst="line">
                          <a:avLst/>
                        </a:prstGeom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8" name="Straight Connector 77">
                          <a:extLst>
                            <a:ext uri="{FF2B5EF4-FFF2-40B4-BE49-F238E27FC236}">
                              <a16:creationId xmlns:a16="http://schemas.microsoft.com/office/drawing/2014/main" id="{C339109F-9B88-4AAB-9855-CF8265A3C93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4949640" flipH="1" flipV="1">
                          <a:off x="6411879" y="4737372"/>
                          <a:ext cx="253496" cy="122643"/>
                        </a:xfrm>
                        <a:prstGeom prst="line">
                          <a:avLst/>
                        </a:prstGeom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9" name="Straight Connector 78">
                          <a:extLst>
                            <a:ext uri="{FF2B5EF4-FFF2-40B4-BE49-F238E27FC236}">
                              <a16:creationId xmlns:a16="http://schemas.microsoft.com/office/drawing/2014/main" id="{AD2A7D5F-74C1-78A1-BE17-58311498476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4949640" flipH="1" flipV="1">
                          <a:off x="5814673" y="4518719"/>
                          <a:ext cx="248659" cy="105005"/>
                        </a:xfrm>
                        <a:prstGeom prst="line">
                          <a:avLst/>
                        </a:prstGeom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0" name="Straight Connector 79">
                          <a:extLst>
                            <a:ext uri="{FF2B5EF4-FFF2-40B4-BE49-F238E27FC236}">
                              <a16:creationId xmlns:a16="http://schemas.microsoft.com/office/drawing/2014/main" id="{06A784D8-5B26-4AEB-3DC6-8F3FF004EAF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6326150" y="4448038"/>
                          <a:ext cx="164049" cy="480003"/>
                        </a:xfrm>
                        <a:prstGeom prst="line">
                          <a:avLst/>
                        </a:prstGeom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65" name="Straight Connector 64">
                      <a:extLst>
                        <a:ext uri="{FF2B5EF4-FFF2-40B4-BE49-F238E27FC236}">
                          <a16:creationId xmlns:a16="http://schemas.microsoft.com/office/drawing/2014/main" id="{8259EB37-1C3E-7BCE-E1C7-E1EF77E9849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393009" y="2671460"/>
                      <a:ext cx="928184" cy="479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ys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6" name="Group 65">
                      <a:extLst>
                        <a:ext uri="{FF2B5EF4-FFF2-40B4-BE49-F238E27FC236}">
                          <a16:creationId xmlns:a16="http://schemas.microsoft.com/office/drawing/2014/main" id="{6AF0EFD9-69F9-F7AF-99CD-767D1A53259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13416" y="2411648"/>
                      <a:ext cx="374970" cy="577342"/>
                      <a:chOff x="4813416" y="2411648"/>
                      <a:chExt cx="374970" cy="577342"/>
                    </a:xfrm>
                  </p:grpSpPr>
                  <p:cxnSp>
                    <p:nvCxnSpPr>
                      <p:cNvPr id="67" name="Straight Connector 66">
                        <a:extLst>
                          <a:ext uri="{FF2B5EF4-FFF2-40B4-BE49-F238E27FC236}">
                            <a16:creationId xmlns:a16="http://schemas.microsoft.com/office/drawing/2014/main" id="{D39803BD-DBEF-EB99-E600-57772B4706D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813416" y="2666938"/>
                        <a:ext cx="260452" cy="0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  <a:prstDash val="soli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8" name="Straight Connector 67">
                        <a:extLst>
                          <a:ext uri="{FF2B5EF4-FFF2-40B4-BE49-F238E27FC236}">
                            <a16:creationId xmlns:a16="http://schemas.microsoft.com/office/drawing/2014/main" id="{AE680212-8C84-F010-50DC-E242067DD55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073868" y="2411648"/>
                        <a:ext cx="0" cy="510580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  <a:prstDash val="soli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9" name="Straight Connector 68">
                        <a:extLst>
                          <a:ext uri="{FF2B5EF4-FFF2-40B4-BE49-F238E27FC236}">
                            <a16:creationId xmlns:a16="http://schemas.microsoft.com/office/drawing/2014/main" id="{CE8E4A0C-96FB-C3A5-6191-65B5CF13CBD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073868" y="2425995"/>
                        <a:ext cx="108168" cy="86745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  <a:prstDash val="soli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0" name="Straight Connector 69">
                        <a:extLst>
                          <a:ext uri="{FF2B5EF4-FFF2-40B4-BE49-F238E27FC236}">
                            <a16:creationId xmlns:a16="http://schemas.microsoft.com/office/drawing/2014/main" id="{0FFBD20F-E64E-EB08-7283-7FAC7B647B7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067518" y="2546645"/>
                        <a:ext cx="108168" cy="86745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  <a:prstDash val="soli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" name="Straight Connector 70">
                        <a:extLst>
                          <a:ext uri="{FF2B5EF4-FFF2-40B4-BE49-F238E27FC236}">
                            <a16:creationId xmlns:a16="http://schemas.microsoft.com/office/drawing/2014/main" id="{2EB4B969-5226-1FBB-809B-6140D9BB0F8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073868" y="2679995"/>
                        <a:ext cx="108168" cy="86745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  <a:prstDash val="soli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2" name="Straight Connector 71">
                        <a:extLst>
                          <a:ext uri="{FF2B5EF4-FFF2-40B4-BE49-F238E27FC236}">
                            <a16:creationId xmlns:a16="http://schemas.microsoft.com/office/drawing/2014/main" id="{1A9786B4-2FD5-B61D-F089-754828721DD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080218" y="2794295"/>
                        <a:ext cx="108168" cy="86745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  <a:prstDash val="soli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3" name="Straight Connector 72">
                        <a:extLst>
                          <a:ext uri="{FF2B5EF4-FFF2-40B4-BE49-F238E27FC236}">
                            <a16:creationId xmlns:a16="http://schemas.microsoft.com/office/drawing/2014/main" id="{AA160D20-4E03-9D2E-A313-5AB6E97FB0D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067518" y="2902245"/>
                        <a:ext cx="108168" cy="86745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  <a:prstDash val="soli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3A41C16C-E1DA-C5DA-9C80-E325F215CDC8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2921667" y="1575104"/>
                    <a:ext cx="1653798" cy="503016"/>
                    <a:chOff x="3393009" y="2411648"/>
                    <a:chExt cx="1795377" cy="577342"/>
                  </a:xfrm>
                </p:grpSpPr>
                <p:grpSp>
                  <p:nvGrpSpPr>
                    <p:cNvPr id="47" name="Group 46">
                      <a:extLst>
                        <a:ext uri="{FF2B5EF4-FFF2-40B4-BE49-F238E27FC236}">
                          <a16:creationId xmlns:a16="http://schemas.microsoft.com/office/drawing/2014/main" id="{7C95219A-2C0E-252B-635C-DC3AF9C9AC3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2595" y="2448037"/>
                      <a:ext cx="523809" cy="456431"/>
                      <a:chOff x="6417749" y="2353562"/>
                      <a:chExt cx="713448" cy="556303"/>
                    </a:xfrm>
                  </p:grpSpPr>
                  <p:sp>
                    <p:nvSpPr>
                      <p:cNvPr id="57" name="Rectangle 56">
                        <a:extLst>
                          <a:ext uri="{FF2B5EF4-FFF2-40B4-BE49-F238E27FC236}">
                            <a16:creationId xmlns:a16="http://schemas.microsoft.com/office/drawing/2014/main" id="{B8531ABE-5A42-02BA-36AF-D9BDE0BFF0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34493" y="2353562"/>
                        <a:ext cx="682626" cy="55630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/>
                      </a:p>
                    </p:txBody>
                  </p:sp>
                  <p:grpSp>
                    <p:nvGrpSpPr>
                      <p:cNvPr id="58" name="Group 57">
                        <a:extLst>
                          <a:ext uri="{FF2B5EF4-FFF2-40B4-BE49-F238E27FC236}">
                            <a16:creationId xmlns:a16="http://schemas.microsoft.com/office/drawing/2014/main" id="{8EB8E627-61ED-921A-0A04-AC85295EF32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417749" y="2385872"/>
                        <a:ext cx="713448" cy="486942"/>
                        <a:chOff x="5886500" y="4441099"/>
                        <a:chExt cx="713448" cy="486942"/>
                      </a:xfrm>
                    </p:grpSpPr>
                    <p:cxnSp>
                      <p:nvCxnSpPr>
                        <p:cNvPr id="59" name="Straight Connector 58">
                          <a:extLst>
                            <a:ext uri="{FF2B5EF4-FFF2-40B4-BE49-F238E27FC236}">
                              <a16:creationId xmlns:a16="http://schemas.microsoft.com/office/drawing/2014/main" id="{347C10DF-FAAE-9074-C774-24BAF17F77C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974814" y="4441099"/>
                          <a:ext cx="164049" cy="480003"/>
                        </a:xfrm>
                        <a:prstGeom prst="line">
                          <a:avLst/>
                        </a:prstGeom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0" name="Straight Connector 59">
                          <a:extLst>
                            <a:ext uri="{FF2B5EF4-FFF2-40B4-BE49-F238E27FC236}">
                              <a16:creationId xmlns:a16="http://schemas.microsoft.com/office/drawing/2014/main" id="{D7AB16AB-0A00-A800-30BF-8351B991269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6138863" y="4448038"/>
                          <a:ext cx="187287" cy="480003"/>
                        </a:xfrm>
                        <a:prstGeom prst="line">
                          <a:avLst/>
                        </a:prstGeom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1" name="Straight Connector 60">
                          <a:extLst>
                            <a:ext uri="{FF2B5EF4-FFF2-40B4-BE49-F238E27FC236}">
                              <a16:creationId xmlns:a16="http://schemas.microsoft.com/office/drawing/2014/main" id="{30F10BA9-CAB2-5A20-423E-7502B1AAA00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4949640" flipH="1" flipV="1">
                          <a:off x="6411879" y="4737372"/>
                          <a:ext cx="253496" cy="122643"/>
                        </a:xfrm>
                        <a:prstGeom prst="line">
                          <a:avLst/>
                        </a:prstGeom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2" name="Straight Connector 61">
                          <a:extLst>
                            <a:ext uri="{FF2B5EF4-FFF2-40B4-BE49-F238E27FC236}">
                              <a16:creationId xmlns:a16="http://schemas.microsoft.com/office/drawing/2014/main" id="{A98BDEEE-B263-08ED-ED29-9239C3EFF2A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4949640" flipH="1" flipV="1">
                          <a:off x="5814673" y="4518719"/>
                          <a:ext cx="248659" cy="105005"/>
                        </a:xfrm>
                        <a:prstGeom prst="line">
                          <a:avLst/>
                        </a:prstGeom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3" name="Straight Connector 62">
                          <a:extLst>
                            <a:ext uri="{FF2B5EF4-FFF2-40B4-BE49-F238E27FC236}">
                              <a16:creationId xmlns:a16="http://schemas.microsoft.com/office/drawing/2014/main" id="{B38B5CDC-AF9E-3D6C-AD54-A858CBE8FB36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6326150" y="4448038"/>
                          <a:ext cx="164049" cy="480003"/>
                        </a:xfrm>
                        <a:prstGeom prst="line">
                          <a:avLst/>
                        </a:prstGeom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48" name="Straight Connector 47">
                      <a:extLst>
                        <a:ext uri="{FF2B5EF4-FFF2-40B4-BE49-F238E27FC236}">
                          <a16:creationId xmlns:a16="http://schemas.microsoft.com/office/drawing/2014/main" id="{E1EC31B6-5DE6-D1C4-3583-8086B9DEE41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393009" y="2671460"/>
                      <a:ext cx="928184" cy="479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ys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49" name="Group 48">
                      <a:extLst>
                        <a:ext uri="{FF2B5EF4-FFF2-40B4-BE49-F238E27FC236}">
                          <a16:creationId xmlns:a16="http://schemas.microsoft.com/office/drawing/2014/main" id="{7451550E-7F04-E23A-0D40-25A32726D96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13416" y="2411648"/>
                      <a:ext cx="374970" cy="577342"/>
                      <a:chOff x="4813416" y="2411648"/>
                      <a:chExt cx="374970" cy="577342"/>
                    </a:xfrm>
                  </p:grpSpPr>
                  <p:cxnSp>
                    <p:nvCxnSpPr>
                      <p:cNvPr id="50" name="Straight Connector 49">
                        <a:extLst>
                          <a:ext uri="{FF2B5EF4-FFF2-40B4-BE49-F238E27FC236}">
                            <a16:creationId xmlns:a16="http://schemas.microsoft.com/office/drawing/2014/main" id="{8DE0677B-8F2B-83CA-2AAF-06EF9FFFAAB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813416" y="2666938"/>
                        <a:ext cx="260452" cy="0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  <a:prstDash val="soli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1" name="Straight Connector 50">
                        <a:extLst>
                          <a:ext uri="{FF2B5EF4-FFF2-40B4-BE49-F238E27FC236}">
                            <a16:creationId xmlns:a16="http://schemas.microsoft.com/office/drawing/2014/main" id="{B1FA848B-0D7B-2AA3-EEC1-5EB4D33F97F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073868" y="2411648"/>
                        <a:ext cx="0" cy="510580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  <a:prstDash val="soli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Straight Connector 51">
                        <a:extLst>
                          <a:ext uri="{FF2B5EF4-FFF2-40B4-BE49-F238E27FC236}">
                            <a16:creationId xmlns:a16="http://schemas.microsoft.com/office/drawing/2014/main" id="{04952679-5964-AE47-037F-EE644DE6660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073868" y="2425995"/>
                        <a:ext cx="108168" cy="86745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  <a:prstDash val="soli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3" name="Straight Connector 52">
                        <a:extLst>
                          <a:ext uri="{FF2B5EF4-FFF2-40B4-BE49-F238E27FC236}">
                            <a16:creationId xmlns:a16="http://schemas.microsoft.com/office/drawing/2014/main" id="{BE444DA0-A9B5-D5CA-578B-90EA220BDDE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067518" y="2546645"/>
                        <a:ext cx="108168" cy="86745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  <a:prstDash val="soli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4" name="Straight Connector 53">
                        <a:extLst>
                          <a:ext uri="{FF2B5EF4-FFF2-40B4-BE49-F238E27FC236}">
                            <a16:creationId xmlns:a16="http://schemas.microsoft.com/office/drawing/2014/main" id="{DF6D286A-058A-DDB5-9950-E014A17434B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073868" y="2679995"/>
                        <a:ext cx="108168" cy="86745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  <a:prstDash val="soli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5" name="Straight Connector 54">
                        <a:extLst>
                          <a:ext uri="{FF2B5EF4-FFF2-40B4-BE49-F238E27FC236}">
                            <a16:creationId xmlns:a16="http://schemas.microsoft.com/office/drawing/2014/main" id="{96915B61-19D8-173A-7CE3-FC91F95B16D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080218" y="2794295"/>
                        <a:ext cx="108168" cy="86745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  <a:prstDash val="soli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6" name="Straight Connector 55">
                        <a:extLst>
                          <a:ext uri="{FF2B5EF4-FFF2-40B4-BE49-F238E27FC236}">
                            <a16:creationId xmlns:a16="http://schemas.microsoft.com/office/drawing/2014/main" id="{A2ED622B-B0D6-3EB9-E566-4B6E7FE7D76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067518" y="2902245"/>
                        <a:ext cx="108168" cy="86745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  <a:prstDash val="soli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2" name="TextBox 31">
                        <a:extLst>
                          <a:ext uri="{FF2B5EF4-FFF2-40B4-BE49-F238E27FC236}">
                            <a16:creationId xmlns:a16="http://schemas.microsoft.com/office/drawing/2014/main" id="{46A63694-7EFB-32DE-C997-BC26ADE2E51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730055" y="2890745"/>
                        <a:ext cx="180178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m:oMathPara>
                        </a14:m>
                        <a:endParaRPr lang="pt-BR" dirty="0"/>
                      </a:p>
                    </p:txBody>
                  </p:sp>
                </mc:Choice>
                <mc:Fallback xmlns="">
                  <p:sp>
                    <p:nvSpPr>
                      <p:cNvPr id="197" name="TextBox 196">
                        <a:extLst>
                          <a:ext uri="{FF2B5EF4-FFF2-40B4-BE49-F238E27FC236}">
                            <a16:creationId xmlns:a16="http://schemas.microsoft.com/office/drawing/2014/main" id="{6FE8AA61-A193-3B00-CF14-B44C03A1C69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730055" y="2890745"/>
                        <a:ext cx="180178" cy="215444"/>
                      </a:xfrm>
                      <a:prstGeom prst="rect">
                        <a:avLst/>
                      </a:prstGeom>
                      <a:blipFill>
                        <a:blip r:embed="rId20"/>
                        <a:stretch>
                          <a:fillRect l="-20690" r="-17241" b="-555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pt-B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33" name="Group 32">
                    <a:extLst>
                      <a:ext uri="{FF2B5EF4-FFF2-40B4-BE49-F238E27FC236}">
                        <a16:creationId xmlns:a16="http://schemas.microsoft.com/office/drawing/2014/main" id="{F2DF78D4-B919-E673-E048-32FC9B0CED73}"/>
                      </a:ext>
                    </a:extLst>
                  </p:cNvPr>
                  <p:cNvGrpSpPr/>
                  <p:nvPr/>
                </p:nvGrpSpPr>
                <p:grpSpPr>
                  <a:xfrm>
                    <a:off x="4664605" y="2063729"/>
                    <a:ext cx="362684" cy="277461"/>
                    <a:chOff x="532559" y="5319897"/>
                    <a:chExt cx="362684" cy="277461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4" name="TextBox 43">
                          <a:extLst>
                            <a:ext uri="{FF2B5EF4-FFF2-40B4-BE49-F238E27FC236}">
                              <a16:creationId xmlns:a16="http://schemas.microsoft.com/office/drawing/2014/main" id="{9DB4319E-ED54-FAD1-D9F5-788282D78B3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57834" y="5381914"/>
                          <a:ext cx="226921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400" dirty="0"/>
                        </a:p>
                      </p:txBody>
                    </p:sp>
                  </mc:Choice>
                  <mc:Fallback xmlns="">
                    <p:sp>
                      <p:nvSpPr>
                        <p:cNvPr id="210" name="TextBox 209">
                          <a:extLst>
                            <a:ext uri="{FF2B5EF4-FFF2-40B4-BE49-F238E27FC236}">
                              <a16:creationId xmlns:a16="http://schemas.microsoft.com/office/drawing/2014/main" id="{9511DAAC-7B9D-F192-8CD6-9F541E6F82AE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57834" y="5381914"/>
                          <a:ext cx="226921" cy="215444"/>
                        </a:xfrm>
                        <a:prstGeom prst="rect">
                          <a:avLst/>
                        </a:prstGeom>
                        <a:blipFill>
                          <a:blip r:embed="rId21"/>
                          <a:stretch>
                            <a:fillRect l="-7895" b="-17143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pt-BR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45" name="Straight Arrow Connector 44">
                      <a:extLst>
                        <a:ext uri="{FF2B5EF4-FFF2-40B4-BE49-F238E27FC236}">
                          <a16:creationId xmlns:a16="http://schemas.microsoft.com/office/drawing/2014/main" id="{19E3C38D-8D80-82AE-328B-B35A4A8BE1F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35243" y="5419179"/>
                      <a:ext cx="360000" cy="0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" name="Straight Connector 45">
                      <a:extLst>
                        <a:ext uri="{FF2B5EF4-FFF2-40B4-BE49-F238E27FC236}">
                          <a16:creationId xmlns:a16="http://schemas.microsoft.com/office/drawing/2014/main" id="{66CE934E-2620-A424-19D4-07BC099E821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32559" y="5319897"/>
                      <a:ext cx="0" cy="18000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4" name="TextBox 33">
                        <a:extLst>
                          <a:ext uri="{FF2B5EF4-FFF2-40B4-BE49-F238E27FC236}">
                            <a16:creationId xmlns:a16="http://schemas.microsoft.com/office/drawing/2014/main" id="{969DF101-8951-8DF4-165B-7EB98101761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337033" y="1441281"/>
                        <a:ext cx="180178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m:oMathPara>
                        </a14:m>
                        <a:endParaRPr lang="pt-BR" dirty="0"/>
                      </a:p>
                    </p:txBody>
                  </p:sp>
                </mc:Choice>
                <mc:Fallback xmlns="">
                  <p:sp>
                    <p:nvSpPr>
                      <p:cNvPr id="217" name="TextBox 216">
                        <a:extLst>
                          <a:ext uri="{FF2B5EF4-FFF2-40B4-BE49-F238E27FC236}">
                            <a16:creationId xmlns:a16="http://schemas.microsoft.com/office/drawing/2014/main" id="{D9EB78DA-5DA6-72A6-69F3-70A96D1065D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337033" y="1441281"/>
                        <a:ext cx="180178" cy="215444"/>
                      </a:xfrm>
                      <a:prstGeom prst="rect">
                        <a:avLst/>
                      </a:prstGeom>
                      <a:blipFill>
                        <a:blip r:embed="rId20"/>
                        <a:stretch>
                          <a:fillRect l="-20000" r="-13333" b="-555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pt-B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35" name="Group 34">
                    <a:extLst>
                      <a:ext uri="{FF2B5EF4-FFF2-40B4-BE49-F238E27FC236}">
                        <a16:creationId xmlns:a16="http://schemas.microsoft.com/office/drawing/2014/main" id="{38A936A1-036F-16C7-85F0-6D92CD3D98D6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3957114" y="1394901"/>
                    <a:ext cx="362684" cy="342926"/>
                    <a:chOff x="532559" y="5319897"/>
                    <a:chExt cx="362684" cy="342926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1" name="TextBox 40">
                          <a:extLst>
                            <a:ext uri="{FF2B5EF4-FFF2-40B4-BE49-F238E27FC236}">
                              <a16:creationId xmlns:a16="http://schemas.microsoft.com/office/drawing/2014/main" id="{D66393CF-EFB6-03EB-F8C9-CAFD3F9F030F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rot="5400000">
                          <a:off x="632015" y="5441096"/>
                          <a:ext cx="228011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p:txBody>
                    </p:sp>
                  </mc:Choice>
                  <mc:Fallback xmlns="">
                    <p:sp>
                      <p:nvSpPr>
                        <p:cNvPr id="221" name="TextBox 220">
                          <a:extLst>
                            <a:ext uri="{FF2B5EF4-FFF2-40B4-BE49-F238E27FC236}">
                              <a16:creationId xmlns:a16="http://schemas.microsoft.com/office/drawing/2014/main" id="{59B2A907-407E-C96F-DDFB-D318297B4246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 rot="5400000">
                          <a:off x="632015" y="5441096"/>
                          <a:ext cx="228011" cy="215444"/>
                        </a:xfrm>
                        <a:prstGeom prst="rect">
                          <a:avLst/>
                        </a:prstGeom>
                        <a:blipFill>
                          <a:blip r:embed="rId22"/>
                          <a:stretch>
                            <a:fillRect l="-18919" r="-2703" b="-28571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pt-BR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42" name="Straight Arrow Connector 41">
                      <a:extLst>
                        <a:ext uri="{FF2B5EF4-FFF2-40B4-BE49-F238E27FC236}">
                          <a16:creationId xmlns:a16="http://schemas.microsoft.com/office/drawing/2014/main" id="{110293A0-4135-25AB-9247-71DE3768F8B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35243" y="5419179"/>
                      <a:ext cx="360000" cy="0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" name="Straight Connector 42">
                      <a:extLst>
                        <a:ext uri="{FF2B5EF4-FFF2-40B4-BE49-F238E27FC236}">
                          <a16:creationId xmlns:a16="http://schemas.microsoft.com/office/drawing/2014/main" id="{0F6D178C-7873-BB38-0D1D-1A053931914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32559" y="5319897"/>
                      <a:ext cx="0" cy="18000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6" name="Group 35">
                    <a:extLst>
                      <a:ext uri="{FF2B5EF4-FFF2-40B4-BE49-F238E27FC236}">
                        <a16:creationId xmlns:a16="http://schemas.microsoft.com/office/drawing/2014/main" id="{2A58E53F-A218-AB09-5103-0A1376528C58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2923647" y="1950405"/>
                    <a:ext cx="1620000" cy="1620000"/>
                    <a:chOff x="892358" y="4104595"/>
                    <a:chExt cx="1620000" cy="1620000"/>
                  </a:xfrm>
                </p:grpSpPr>
                <p:grpSp>
                  <p:nvGrpSpPr>
                    <p:cNvPr id="37" name="Group 36">
                      <a:extLst>
                        <a:ext uri="{FF2B5EF4-FFF2-40B4-BE49-F238E27FC236}">
                          <a16:creationId xmlns:a16="http://schemas.microsoft.com/office/drawing/2014/main" id="{E1D05387-07A1-8F10-A8AF-407423F10B61}"/>
                        </a:ext>
                      </a:extLst>
                    </p:cNvPr>
                    <p:cNvGrpSpPr/>
                    <p:nvPr/>
                  </p:nvGrpSpPr>
                  <p:grpSpPr>
                    <a:xfrm rot="18288061">
                      <a:off x="892358" y="4104595"/>
                      <a:ext cx="1620000" cy="1620000"/>
                      <a:chOff x="7534275" y="3213300"/>
                      <a:chExt cx="1440000" cy="1440000"/>
                    </a:xfrm>
                  </p:grpSpPr>
                  <p:sp>
                    <p:nvSpPr>
                      <p:cNvPr id="39" name="Arc 38">
                        <a:extLst>
                          <a:ext uri="{FF2B5EF4-FFF2-40B4-BE49-F238E27FC236}">
                            <a16:creationId xmlns:a16="http://schemas.microsoft.com/office/drawing/2014/main" id="{C0F1DAAF-6A52-2B06-23E5-AD109E9A5E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34275" y="3213300"/>
                        <a:ext cx="1440000" cy="1440000"/>
                      </a:xfrm>
                      <a:prstGeom prst="arc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BR" dirty="0"/>
                      </a:p>
                    </p:txBody>
                  </p:sp>
                  <p:cxnSp>
                    <p:nvCxnSpPr>
                      <p:cNvPr id="40" name="Straight Arrow Connector 39">
                        <a:extLst>
                          <a:ext uri="{FF2B5EF4-FFF2-40B4-BE49-F238E27FC236}">
                            <a16:creationId xmlns:a16="http://schemas.microsoft.com/office/drawing/2014/main" id="{66D23B8B-9811-F0C3-ED40-6B29EA04C69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8187600" y="3213300"/>
                        <a:ext cx="66675" cy="0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8" name="TextBox 37">
                          <a:extLst>
                            <a:ext uri="{FF2B5EF4-FFF2-40B4-BE49-F238E27FC236}">
                              <a16:creationId xmlns:a16="http://schemas.microsoft.com/office/drawing/2014/main" id="{20639096-AD85-9D66-1D69-5252ACF05C6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rot="10800000">
                          <a:off x="895831" y="4162432"/>
                          <a:ext cx="230255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l-GR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400" i="1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pt-B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p:txBody>
                    </p:sp>
                  </mc:Choice>
                  <mc:Fallback xmlns="">
                    <p:sp>
                      <p:nvSpPr>
                        <p:cNvPr id="242" name="TextBox 241">
                          <a:extLst>
                            <a:ext uri="{FF2B5EF4-FFF2-40B4-BE49-F238E27FC236}">
                              <a16:creationId xmlns:a16="http://schemas.microsoft.com/office/drawing/2014/main" id="{C34DA528-7E9E-5610-400D-8CD748F5BF60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 rot="10800000">
                          <a:off x="895831" y="4162432"/>
                          <a:ext cx="230255" cy="215444"/>
                        </a:xfrm>
                        <a:prstGeom prst="rect">
                          <a:avLst/>
                        </a:prstGeom>
                        <a:blipFill>
                          <a:blip r:embed="rId23"/>
                          <a:stretch>
                            <a:fillRect l="-15789" r="-2632" b="-17143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pt-BR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</p:grp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433380A-EAC7-D2AD-40A4-463DE3382844}"/>
                    </a:ext>
                  </a:extLst>
                </p:cNvPr>
                <p:cNvCxnSpPr>
                  <a:cxnSpLocks/>
                  <a:endCxn id="29" idx="2"/>
                </p:cNvCxnSpPr>
                <p:nvPr/>
              </p:nvCxnSpPr>
              <p:spPr>
                <a:xfrm flipH="1" flipV="1">
                  <a:off x="3018966" y="2644902"/>
                  <a:ext cx="7200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82E2BA61-C690-4F5B-65E6-5C0D6E1D279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76731" y="2403261"/>
                      <a:ext cx="239040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l-G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305" name="TextBox 304">
                      <a:extLst>
                        <a:ext uri="{FF2B5EF4-FFF2-40B4-BE49-F238E27FC236}">
                          <a16:creationId xmlns:a16="http://schemas.microsoft.com/office/drawing/2014/main" id="{C6C66E19-D83F-3244-B394-6BE0501BCAC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76731" y="2403261"/>
                      <a:ext cx="239040" cy="215444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l="-15385" r="-5128" b="-13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3ACBCFE-35B4-E617-6889-23DF900FC221}"/>
                  </a:ext>
                </a:extLst>
              </p:cNvPr>
              <p:cNvGrpSpPr/>
              <p:nvPr/>
            </p:nvGrpSpPr>
            <p:grpSpPr>
              <a:xfrm rot="17130630">
                <a:off x="2716837" y="3904805"/>
                <a:ext cx="820346" cy="771605"/>
                <a:chOff x="35360" y="5987441"/>
                <a:chExt cx="820346" cy="771605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C148E3E4-F69C-1E86-BF52-76254A31A632}"/>
                    </a:ext>
                  </a:extLst>
                </p:cNvPr>
                <p:cNvGrpSpPr/>
                <p:nvPr/>
              </p:nvGrpSpPr>
              <p:grpSpPr>
                <a:xfrm>
                  <a:off x="247402" y="6136225"/>
                  <a:ext cx="360794" cy="360000"/>
                  <a:chOff x="6985000" y="3492499"/>
                  <a:chExt cx="360794" cy="360000"/>
                </a:xfrm>
              </p:grpSpPr>
              <p:cxnSp>
                <p:nvCxnSpPr>
                  <p:cNvPr id="24" name="Straight Arrow Connector 23">
                    <a:extLst>
                      <a:ext uri="{FF2B5EF4-FFF2-40B4-BE49-F238E27FC236}">
                        <a16:creationId xmlns:a16="http://schemas.microsoft.com/office/drawing/2014/main" id="{AC71D19C-8E14-A257-AD1B-57CE30CF9B1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985000" y="3492499"/>
                    <a:ext cx="0" cy="36000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Arrow Connector 24">
                    <a:extLst>
                      <a:ext uri="{FF2B5EF4-FFF2-40B4-BE49-F238E27FC236}">
                        <a16:creationId xmlns:a16="http://schemas.microsoft.com/office/drawing/2014/main" id="{E2EB3344-DEDB-6A11-C213-D9277C7254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985794" y="3842169"/>
                    <a:ext cx="360000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A231D860-7E67-B631-EC9F-53E30DBC5D92}"/>
                        </a:ext>
                      </a:extLst>
                    </p:cNvPr>
                    <p:cNvSpPr txBox="1"/>
                    <p:nvPr/>
                  </p:nvSpPr>
                  <p:spPr>
                    <a:xfrm rot="4464623">
                      <a:off x="539978" y="6443319"/>
                      <a:ext cx="416011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𝐿𝑂𝐴</m:t>
                                </m:r>
                              </m:sub>
                            </m:sSub>
                          </m:oMath>
                        </m:oMathPara>
                      </a14:m>
                      <a:endParaRPr lang="pt-BR" sz="1400" dirty="0"/>
                    </a:p>
                  </p:txBody>
                </p:sp>
              </mc:Choice>
              <mc:Fallback xmlns="">
                <p:sp>
                  <p:nvSpPr>
                    <p:cNvPr id="321" name="TextBox 320">
                      <a:extLst>
                        <a:ext uri="{FF2B5EF4-FFF2-40B4-BE49-F238E27FC236}">
                          <a16:creationId xmlns:a16="http://schemas.microsoft.com/office/drawing/2014/main" id="{07AFC334-3CD4-9554-3764-3C6747884EA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4464623">
                      <a:off x="539978" y="6443319"/>
                      <a:ext cx="416011" cy="215444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 l="-8696" r="-1449" b="-1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1B24D3F7-E8A5-A398-1EE4-212379A0D5B7}"/>
                        </a:ext>
                      </a:extLst>
                    </p:cNvPr>
                    <p:cNvSpPr txBox="1"/>
                    <p:nvPr/>
                  </p:nvSpPr>
                  <p:spPr>
                    <a:xfrm rot="4464623">
                      <a:off x="-50144" y="6072945"/>
                      <a:ext cx="386451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𝐿𝑂𝐴</m:t>
                                </m:r>
                              </m:sub>
                            </m:sSub>
                          </m:oMath>
                        </m:oMathPara>
                      </a14:m>
                      <a:endParaRPr lang="pt-BR" sz="1400" dirty="0"/>
                    </a:p>
                  </p:txBody>
                </p:sp>
              </mc:Choice>
              <mc:Fallback xmlns="">
                <p:sp>
                  <p:nvSpPr>
                    <p:cNvPr id="322" name="TextBox 321">
                      <a:extLst>
                        <a:ext uri="{FF2B5EF4-FFF2-40B4-BE49-F238E27FC236}">
                          <a16:creationId xmlns:a16="http://schemas.microsoft.com/office/drawing/2014/main" id="{1CEF40D7-2CAE-8D49-033E-1E9BDF59A3E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4464623">
                      <a:off x="-50144" y="6072945"/>
                      <a:ext cx="386451" cy="215444"/>
                    </a:xfrm>
                    <a:prstGeom prst="rect">
                      <a:avLst/>
                    </a:prstGeom>
                    <a:blipFill>
                      <a:blip r:embed="rId28"/>
                      <a:stretch>
                        <a:fillRect l="-7813" r="-1563" b="-1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</p:spTree>
    <p:extLst>
      <p:ext uri="{BB962C8B-B14F-4D97-AF65-F5344CB8AC3E}">
        <p14:creationId xmlns:p14="http://schemas.microsoft.com/office/powerpoint/2010/main" val="817646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13EC567-EC28-8961-ED67-5BDA77A744C0}"/>
              </a:ext>
            </a:extLst>
          </p:cNvPr>
          <p:cNvGrpSpPr/>
          <p:nvPr/>
        </p:nvGrpSpPr>
        <p:grpSpPr>
          <a:xfrm>
            <a:off x="2159887" y="1213015"/>
            <a:ext cx="5343525" cy="4057650"/>
            <a:chOff x="2159887" y="1213015"/>
            <a:chExt cx="5343525" cy="405765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6E7E386-A7AE-9421-6A0F-7307670EB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9887" y="1213015"/>
              <a:ext cx="5343525" cy="405765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772FE72-F531-2243-A5F5-B78A83223320}"/>
                </a:ext>
              </a:extLst>
            </p:cNvPr>
            <p:cNvSpPr/>
            <p:nvPr/>
          </p:nvSpPr>
          <p:spPr>
            <a:xfrm rot="20176588">
              <a:off x="5611854" y="1598123"/>
              <a:ext cx="157982" cy="114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3BE9D2D0-BD32-E6BE-2D54-F5D725AED3F0}"/>
                </a:ext>
              </a:extLst>
            </p:cNvPr>
            <p:cNvSpPr/>
            <p:nvPr/>
          </p:nvSpPr>
          <p:spPr>
            <a:xfrm rot="12356083">
              <a:off x="4894950" y="2191422"/>
              <a:ext cx="65626" cy="122512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872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983E2C5-7602-7B88-8549-A15E1E61F2BA}"/>
              </a:ext>
            </a:extLst>
          </p:cNvPr>
          <p:cNvGrpSpPr/>
          <p:nvPr/>
        </p:nvGrpSpPr>
        <p:grpSpPr>
          <a:xfrm>
            <a:off x="847725" y="1733847"/>
            <a:ext cx="9925050" cy="2928640"/>
            <a:chOff x="847725" y="1733847"/>
            <a:chExt cx="9925050" cy="292864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0251957-5103-8F1E-7205-8FFCB8EF7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7725" y="2195512"/>
              <a:ext cx="9925050" cy="246697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6EBDA981-094C-97CC-30FE-AC55FEDCF1D0}"/>
                    </a:ext>
                  </a:extLst>
                </p:cNvPr>
                <p:cNvSpPr txBox="1"/>
                <p:nvPr/>
              </p:nvSpPr>
              <p:spPr>
                <a:xfrm>
                  <a:off x="1914701" y="1832788"/>
                  <a:ext cx="108401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400" dirty="0" smtClean="0"/>
                              <m:t>𝛿</m:t>
                            </m:r>
                            <m:r>
                              <a:rPr lang="el-GR" sz="2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pt-BR" sz="240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6EBDA981-094C-97CC-30FE-AC55FEDCF1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4701" y="1832788"/>
                  <a:ext cx="1084015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32A2DE3-FE65-7291-4809-A32F83CBE615}"/>
                    </a:ext>
                  </a:extLst>
                </p:cNvPr>
                <p:cNvSpPr txBox="1"/>
                <p:nvPr/>
              </p:nvSpPr>
              <p:spPr>
                <a:xfrm>
                  <a:off x="8706591" y="1832788"/>
                  <a:ext cx="10287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400" dirty="0" smtClean="0"/>
                              <m:t>𝛿</m:t>
                            </m:r>
                            <m:r>
                              <a:rPr lang="el-GR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pt-BR" sz="240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32A2DE3-FE65-7291-4809-A32F83CBE6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06591" y="1832788"/>
                  <a:ext cx="1028700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18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4846DD5-102B-ED53-FD06-CB47F901CE43}"/>
                    </a:ext>
                  </a:extLst>
                </p:cNvPr>
                <p:cNvSpPr txBox="1"/>
                <p:nvPr/>
              </p:nvSpPr>
              <p:spPr>
                <a:xfrm>
                  <a:off x="4887112" y="1733847"/>
                  <a:ext cx="18462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pt-BR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40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r>
                              <m:rPr>
                                <m:nor/>
                              </m:rPr>
                              <a:rPr lang="el-GR" sz="2400" dirty="0" smtClean="0"/>
                              <m:t>𝛿</m:t>
                            </m:r>
                            <m:r>
                              <a:rPr lang="el-GR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pt-BR" sz="240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4846DD5-102B-ED53-FD06-CB47F901CE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7112" y="1733847"/>
                  <a:ext cx="1846275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81275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06EC4F63-524F-D4D3-6C38-4B6354175C18}"/>
              </a:ext>
            </a:extLst>
          </p:cNvPr>
          <p:cNvGrpSpPr/>
          <p:nvPr/>
        </p:nvGrpSpPr>
        <p:grpSpPr>
          <a:xfrm>
            <a:off x="2628900" y="876300"/>
            <a:ext cx="6934200" cy="5105400"/>
            <a:chOff x="2628900" y="876300"/>
            <a:chExt cx="6934200" cy="51054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7297451-97A2-EADE-0111-5BD94C194E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28900" y="876300"/>
              <a:ext cx="6934200" cy="51054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DAC74C6-D3A9-A1A4-98AC-3CBAC9AEE833}"/>
                    </a:ext>
                  </a:extLst>
                </p:cNvPr>
                <p:cNvSpPr txBox="1"/>
                <p:nvPr/>
              </p:nvSpPr>
              <p:spPr>
                <a:xfrm>
                  <a:off x="5092700" y="1104900"/>
                  <a:ext cx="1619289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BR" sz="2800" dirty="0" smtClean="0"/>
                          <m:t>𝑓</m:t>
                        </m:r>
                        <m:r>
                          <m:rPr>
                            <m:nor/>
                          </m:rPr>
                          <a:rPr lang="pt-BR" sz="2800" dirty="0" smtClean="0"/>
                          <m:t> (</m:t>
                        </m:r>
                        <m:r>
                          <m:rPr>
                            <m:nor/>
                          </m:rPr>
                          <a:rPr lang="pt-BR" sz="2800" dirty="0" smtClean="0"/>
                          <m:t>𝛿</m:t>
                        </m:r>
                        <m:r>
                          <m:rPr>
                            <m:nor/>
                          </m:rPr>
                          <a:rPr lang="pt-BR" sz="2800" dirty="0" smtClean="0"/>
                          <m:t>, </m:t>
                        </m:r>
                        <m:r>
                          <m:rPr>
                            <m:nor/>
                          </m:rPr>
                          <a:rPr lang="pt-BR" sz="2800" dirty="0" smtClean="0"/>
                          <m:t>𝑏</m:t>
                        </m:r>
                        <m:r>
                          <m:rPr>
                            <m:nor/>
                          </m:rPr>
                          <a:rPr lang="pt-BR" sz="2800" dirty="0" smtClean="0"/>
                          <m:t> </m:t>
                        </m:r>
                        <m:r>
                          <m:rPr>
                            <m:nor/>
                          </m:rPr>
                          <a:rPr lang="pt-BR" sz="2800" dirty="0" smtClean="0"/>
                          <m:t>𝑡</m:t>
                        </m:r>
                        <m:r>
                          <m:rPr>
                            <m:nor/>
                          </m:rPr>
                          <a:rPr lang="pt-BR" sz="2800" dirty="0" smtClean="0"/>
                          <m:t> )</m:t>
                        </m:r>
                      </m:oMath>
                    </m:oMathPara>
                  </a14:m>
                  <a:endParaRPr lang="pt-BR" sz="28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DAC74C6-D3A9-A1A4-98AC-3CBAC9AEE8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2700" y="1104900"/>
                  <a:ext cx="1619289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EB69D80-226D-5D6C-D7B9-3CD632324C33}"/>
                    </a:ext>
                  </a:extLst>
                </p:cNvPr>
                <p:cNvSpPr txBox="1"/>
                <p:nvPr/>
              </p:nvSpPr>
              <p:spPr>
                <a:xfrm>
                  <a:off x="8759675" y="3695700"/>
                  <a:ext cx="803425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BR" sz="2800" dirty="0" smtClean="0"/>
                          <m:t>𝛿</m:t>
                        </m:r>
                        <m:r>
                          <m:rPr>
                            <m:nor/>
                          </m:rPr>
                          <a:rPr lang="pt-BR" sz="2800" dirty="0" smtClean="0"/>
                          <m:t>(</m:t>
                        </m:r>
                        <m:r>
                          <m:rPr>
                            <m:nor/>
                          </m:rPr>
                          <a:rPr lang="pt-BR" sz="2800" dirty="0" smtClean="0"/>
                          <m:t>𝑡</m:t>
                        </m:r>
                        <m:r>
                          <m:rPr>
                            <m:nor/>
                          </m:rPr>
                          <a:rPr lang="pt-BR" sz="2800" dirty="0" smtClean="0"/>
                          <m:t>)</m:t>
                        </m:r>
                      </m:oMath>
                    </m:oMathPara>
                  </a14:m>
                  <a:endParaRPr lang="pt-BR" sz="28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EB69D80-226D-5D6C-D7B9-3CD632324C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9675" y="3695700"/>
                  <a:ext cx="803425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AF2B49E-34E1-82F0-6B4A-07EDFC5023A9}"/>
                    </a:ext>
                  </a:extLst>
                </p:cNvPr>
                <p:cNvSpPr txBox="1"/>
                <p:nvPr/>
              </p:nvSpPr>
              <p:spPr>
                <a:xfrm>
                  <a:off x="6333975" y="3695700"/>
                  <a:ext cx="558422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pt-BR" sz="2800" dirty="0" smtClean="0"/>
                              <m:t>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oMath>
                    </m:oMathPara>
                  </a14:m>
                  <a:endParaRPr lang="pt-BR" sz="28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AF2B49E-34E1-82F0-6B4A-07EDFC5023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3975" y="3695700"/>
                  <a:ext cx="558422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A688BD9-BF97-934B-37A4-E589084BAF0B}"/>
                    </a:ext>
                  </a:extLst>
                </p:cNvPr>
                <p:cNvSpPr txBox="1"/>
                <p:nvPr/>
              </p:nvSpPr>
              <p:spPr>
                <a:xfrm>
                  <a:off x="4892525" y="3619500"/>
                  <a:ext cx="644675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pt-BR" sz="2800" b="0" i="0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pt-BR" sz="2800" dirty="0" smtClean="0"/>
                              <m:t>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oMath>
                    </m:oMathPara>
                  </a14:m>
                  <a:endParaRPr lang="pt-BR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A688BD9-BF97-934B-37A4-E589084BAF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2525" y="3619500"/>
                  <a:ext cx="644675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3848E9A-F1F6-AAEB-8CC8-D13447F243C7}"/>
                </a:ext>
              </a:extLst>
            </p:cNvPr>
            <p:cNvSpPr/>
            <p:nvPr/>
          </p:nvSpPr>
          <p:spPr>
            <a:xfrm>
              <a:off x="4095749" y="3619500"/>
              <a:ext cx="796775" cy="361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3E4CDA4-4BB6-B4E1-1102-91FF2A57DE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6194" y="3586163"/>
              <a:ext cx="1323975" cy="132397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7395EAC-DE11-2389-27D0-D8FCBFA8EF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85051" y="2262188"/>
              <a:ext cx="1323975" cy="132397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A65F0D0-A3EB-53B5-5269-29D7C80588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60169" y="3586163"/>
              <a:ext cx="1324882" cy="1428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12012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3CB637-D388-B140-FB83-5297CD9EF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4" y="1060442"/>
            <a:ext cx="12011972" cy="473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550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567885AE-C414-6A97-12A4-10ED22804881}"/>
              </a:ext>
            </a:extLst>
          </p:cNvPr>
          <p:cNvGrpSpPr/>
          <p:nvPr/>
        </p:nvGrpSpPr>
        <p:grpSpPr>
          <a:xfrm>
            <a:off x="1238249" y="0"/>
            <a:ext cx="8801101" cy="6858000"/>
            <a:chOff x="1238249" y="0"/>
            <a:chExt cx="8801101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320DCB3-CFE7-5F9E-A74B-DAE156844D66}"/>
                </a:ext>
              </a:extLst>
            </p:cNvPr>
            <p:cNvSpPr/>
            <p:nvPr/>
          </p:nvSpPr>
          <p:spPr>
            <a:xfrm>
              <a:off x="1238249" y="0"/>
              <a:ext cx="8801101" cy="685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FE2E168-AB76-D4A5-7CD5-F01608D4E87B}"/>
                </a:ext>
              </a:extLst>
            </p:cNvPr>
            <p:cNvGrpSpPr/>
            <p:nvPr/>
          </p:nvGrpSpPr>
          <p:grpSpPr>
            <a:xfrm>
              <a:off x="1430585" y="198532"/>
              <a:ext cx="8209651" cy="6460935"/>
              <a:chOff x="1563935" y="198532"/>
              <a:chExt cx="8209651" cy="6460935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5A721B9E-28F6-E057-99F1-110BE08E8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t="2081"/>
              <a:stretch>
                <a:fillRect/>
              </a:stretch>
            </p:blipFill>
            <p:spPr>
              <a:xfrm>
                <a:off x="1894733" y="198532"/>
                <a:ext cx="7878853" cy="6460935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9071C7D-2DE2-3373-506F-A80EB95C2B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64209" t="55890" r="31894" b="38002"/>
              <a:stretch>
                <a:fillRect/>
              </a:stretch>
            </p:blipFill>
            <p:spPr>
              <a:xfrm>
                <a:off x="5834159" y="494676"/>
                <a:ext cx="239843" cy="314794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B8113E90-56B9-9402-4C90-9C97F97361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53684" y="3860006"/>
                <a:ext cx="281419" cy="24765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CF545B-FE61-2C67-1A97-0369D87F7325}"/>
                  </a:ext>
                </a:extLst>
              </p:cNvPr>
              <p:cNvSpPr txBox="1"/>
              <p:nvPr/>
            </p:nvSpPr>
            <p:spPr>
              <a:xfrm>
                <a:off x="5531377" y="3526566"/>
                <a:ext cx="24077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800" b="1" dirty="0"/>
                  <a:t>h</a:t>
                </a:r>
                <a:endParaRPr lang="en-GB" sz="2800" b="1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8EE1F7-08A8-6435-AB34-DC0F9B6C9CE5}"/>
                  </a:ext>
                </a:extLst>
              </p:cNvPr>
              <p:cNvSpPr txBox="1"/>
              <p:nvPr/>
            </p:nvSpPr>
            <p:spPr>
              <a:xfrm>
                <a:off x="1563935" y="6230030"/>
                <a:ext cx="152798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Engrenagem i</a:t>
                </a:r>
                <a:endParaRPr lang="en-GB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FD7C210-2C73-3B18-E7CC-96DAA8A09398}"/>
                  </a:ext>
                </a:extLst>
              </p:cNvPr>
              <p:cNvSpPr txBox="1"/>
              <p:nvPr/>
            </p:nvSpPr>
            <p:spPr>
              <a:xfrm>
                <a:off x="7405935" y="1491115"/>
                <a:ext cx="152798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Engrenagem j</a:t>
                </a:r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04439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44F780C-BF8F-4E93-CA27-1593B9B65785}"/>
              </a:ext>
            </a:extLst>
          </p:cNvPr>
          <p:cNvGrpSpPr/>
          <p:nvPr/>
        </p:nvGrpSpPr>
        <p:grpSpPr>
          <a:xfrm>
            <a:off x="979714" y="756138"/>
            <a:ext cx="10668000" cy="5505335"/>
            <a:chOff x="979714" y="756138"/>
            <a:chExt cx="10668000" cy="550533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650C8F3-FDCD-5993-1BD0-AD03CFE969F9}"/>
                </a:ext>
              </a:extLst>
            </p:cNvPr>
            <p:cNvSpPr/>
            <p:nvPr/>
          </p:nvSpPr>
          <p:spPr>
            <a:xfrm>
              <a:off x="979714" y="756138"/>
              <a:ext cx="10668000" cy="55053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F26B5C1-15E8-C5D2-48F0-6016E809AA13}"/>
                </a:ext>
              </a:extLst>
            </p:cNvPr>
            <p:cNvGrpSpPr/>
            <p:nvPr/>
          </p:nvGrpSpPr>
          <p:grpSpPr>
            <a:xfrm>
              <a:off x="1156636" y="756138"/>
              <a:ext cx="10208050" cy="5345723"/>
              <a:chOff x="1156636" y="756138"/>
              <a:chExt cx="10208050" cy="5345723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B2B7DF96-7E2A-C2E9-22C9-7154B8CB6A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047" r="10714"/>
              <a:stretch>
                <a:fillRect/>
              </a:stretch>
            </p:blipFill>
            <p:spPr>
              <a:xfrm>
                <a:off x="1712686" y="756138"/>
                <a:ext cx="9173028" cy="5345723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620F21-828F-AE4C-2B26-FB16AAE470EC}"/>
                  </a:ext>
                </a:extLst>
              </p:cNvPr>
              <p:cNvSpPr txBox="1"/>
              <p:nvPr/>
            </p:nvSpPr>
            <p:spPr>
              <a:xfrm>
                <a:off x="7561943" y="1045029"/>
                <a:ext cx="1527200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2000" b="1" dirty="0"/>
                  <a:t>Espessura</a:t>
                </a:r>
                <a:endParaRPr lang="en-GB" sz="2000" b="1" dirty="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5FC484-7F21-88D9-07D5-800DCFD54D82}"/>
                  </a:ext>
                </a:extLst>
              </p:cNvPr>
              <p:cNvSpPr txBox="1"/>
              <p:nvPr/>
            </p:nvSpPr>
            <p:spPr>
              <a:xfrm>
                <a:off x="10022114" y="2880601"/>
                <a:ext cx="1342572" cy="7078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2000" b="1" dirty="0"/>
                  <a:t>Ângulo de Hélice</a:t>
                </a:r>
                <a:endParaRPr lang="en-GB" sz="2000" b="1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80541A-FE1D-EBE9-945C-7C8A347339A4}"/>
                  </a:ext>
                </a:extLst>
              </p:cNvPr>
              <p:cNvSpPr txBox="1"/>
              <p:nvPr/>
            </p:nvSpPr>
            <p:spPr>
              <a:xfrm>
                <a:off x="9739086" y="3278086"/>
                <a:ext cx="508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2400" b="1" dirty="0"/>
                  <a:t>h</a:t>
                </a:r>
                <a:endParaRPr lang="en-GB" sz="2400" b="1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A6F059-90C8-720C-8A72-67F81B2B5C79}"/>
                  </a:ext>
                </a:extLst>
              </p:cNvPr>
              <p:cNvSpPr txBox="1"/>
              <p:nvPr/>
            </p:nvSpPr>
            <p:spPr>
              <a:xfrm>
                <a:off x="4615543" y="2235200"/>
                <a:ext cx="203940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Diâmetro principal</a:t>
                </a:r>
                <a:endParaRPr lang="en-GB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71DE60-5683-7B15-5D2C-9C5835FA6D09}"/>
                  </a:ext>
                </a:extLst>
              </p:cNvPr>
              <p:cNvSpPr txBox="1"/>
              <p:nvPr/>
            </p:nvSpPr>
            <p:spPr>
              <a:xfrm>
                <a:off x="5304972" y="4593772"/>
                <a:ext cx="164987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Diâmetro base</a:t>
                </a:r>
                <a:endParaRPr lang="en-GB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FC1697-B703-D523-813B-9C5C038A1BEF}"/>
                  </a:ext>
                </a:extLst>
              </p:cNvPr>
              <p:cNvSpPr txBox="1"/>
              <p:nvPr/>
            </p:nvSpPr>
            <p:spPr>
              <a:xfrm>
                <a:off x="1156636" y="3049878"/>
                <a:ext cx="55605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pt-BR" i="1" dirty="0"/>
                  <a:t>LOA</a:t>
                </a:r>
                <a:endParaRPr lang="en-GB" i="1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FBFCE7-1394-8257-EC44-8DD829177690}"/>
                  </a:ext>
                </a:extLst>
              </p:cNvPr>
              <p:cNvSpPr txBox="1"/>
              <p:nvPr/>
            </p:nvSpPr>
            <p:spPr>
              <a:xfrm>
                <a:off x="1712686" y="4666342"/>
                <a:ext cx="636887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pt-BR" i="1" dirty="0"/>
                  <a:t>        </a:t>
                </a:r>
                <a:endParaRPr lang="en-GB" i="1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3BCFBE-A597-2112-73EA-FB5FC16A9E0D}"/>
                  </a:ext>
                </a:extLst>
              </p:cNvPr>
              <p:cNvSpPr txBox="1"/>
              <p:nvPr/>
            </p:nvSpPr>
            <p:spPr>
              <a:xfrm>
                <a:off x="6313714" y="3416585"/>
                <a:ext cx="1016000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/>
                  <a:t>Eixo de Rotação</a:t>
                </a:r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10817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6976</TotalTime>
  <Words>59</Words>
  <Application>Microsoft Office PowerPoint</Application>
  <PresentationFormat>Widescreen</PresentationFormat>
  <Paragraphs>42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Murillo Álvaro Borges de Sousa</dc:creator>
  <cp:lastModifiedBy>Murillo Álvaro Borges de Sousa</cp:lastModifiedBy>
  <cp:revision>4</cp:revision>
  <dcterms:created xsi:type="dcterms:W3CDTF">2026-05-11T18:50:17Z</dcterms:created>
  <dcterms:modified xsi:type="dcterms:W3CDTF">2026-05-29T13:30:14Z</dcterms:modified>
</cp:coreProperties>
</file>