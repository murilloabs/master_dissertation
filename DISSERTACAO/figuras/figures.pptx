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BA911E-600C-4CB8-961E-BEA32BCB8A9D}" v="73" dt="2026-05-11T20:34:18.7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30" autoAdjust="0"/>
  </p:normalViewPr>
  <p:slideViewPr>
    <p:cSldViewPr snapToGrid="0">
      <p:cViewPr>
        <p:scale>
          <a:sx n="50" d="100"/>
          <a:sy n="50" d="100"/>
        </p:scale>
        <p:origin x="1476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">
      <pc:chgData name="Murillo Álvaro Borges de Sousa" userId="02386067-c46f-46e6-bf61-8f6a774af0e5" providerId="ADAL" clId="{73C3FE35-BF7E-418C-A7F8-FA0AB4F63A6B}" dt="2026-05-11T20:34:18.701" v="212" actId="164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del">
          <ac:chgData name="Murillo Álvaro Borges de Sousa" userId="02386067-c46f-46e6-bf61-8f6a774af0e5" providerId="ADAL" clId="{73C3FE35-BF7E-418C-A7F8-FA0AB4F63A6B}" dt="2026-05-11T18:50:27.489" v="1" actId="478"/>
          <ac:spMkLst>
            <pc:docMk/>
            <pc:sldMk cId="817646025" sldId="256"/>
            <ac:spMk id="2" creationId="{EBF6C91B-E1E2-364E-377E-D956AEB3A6A4}"/>
          </ac:spMkLst>
        </pc:spChg>
        <pc:spChg chg="del">
          <ac:chgData name="Murillo Álvaro Borges de Sousa" userId="02386067-c46f-46e6-bf61-8f6a774af0e5" providerId="ADAL" clId="{73C3FE35-BF7E-418C-A7F8-FA0AB4F63A6B}" dt="2026-05-11T18:50:27.489" v="1" actId="478"/>
          <ac:spMkLst>
            <pc:docMk/>
            <pc:sldMk cId="817646025" sldId="256"/>
            <ac:spMk id="3" creationId="{91098D57-10DF-6DCC-5C56-93444B738C3A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del">
          <ac:chgData name="Murillo Álvaro Borges de Sousa" userId="02386067-c46f-46e6-bf61-8f6a774af0e5" providerId="ADAL" clId="{73C3FE35-BF7E-418C-A7F8-FA0AB4F63A6B}" dt="2026-05-11T19:13:59.101" v="17" actId="11529"/>
          <ac:spMkLst>
            <pc:docMk/>
            <pc:sldMk cId="817646025" sldId="256"/>
            <ac:spMk id="156" creationId="{D3B17188-116D-16A9-B3A4-1CD035A5176F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del mod">
          <ac:chgData name="Murillo Álvaro Borges de Sousa" userId="02386067-c46f-46e6-bf61-8f6a774af0e5" providerId="ADAL" clId="{73C3FE35-BF7E-418C-A7F8-FA0AB4F63A6B}" dt="2026-05-11T20:29:26.595" v="143" actId="478"/>
          <ac:cxnSpMkLst>
            <pc:docMk/>
            <pc:sldMk cId="712012867" sldId="259"/>
            <ac:cxnSpMk id="3" creationId="{FFAA85B4-3037-04D6-634A-50FD64371CE9}"/>
          </ac:cxnSpMkLst>
        </pc:cxnChg>
        <pc:cxnChg chg="add del mod">
          <ac:chgData name="Murillo Álvaro Borges de Sousa" userId="02386067-c46f-46e6-bf61-8f6a774af0e5" providerId="ADAL" clId="{73C3FE35-BF7E-418C-A7F8-FA0AB4F63A6B}" dt="2026-05-11T20:29:26.595" v="143" actId="478"/>
          <ac:cxnSpMkLst>
            <pc:docMk/>
            <pc:sldMk cId="712012867" sldId="259"/>
            <ac:cxnSpMk id="5" creationId="{F14B0C05-9794-85C3-F50C-A3EF248EB8C2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6407" y="3505200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dirty="0"/>
                  <a:t>h</a:t>
                </a:r>
                <a:endParaRPr lang="en-GB" sz="2800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1880</TotalTime>
  <Words>45</Words>
  <Application>Microsoft Office PowerPoint</Application>
  <PresentationFormat>Widescreen</PresentationFormat>
  <Paragraphs>34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2</cp:revision>
  <dcterms:created xsi:type="dcterms:W3CDTF">2026-05-11T18:50:17Z</dcterms:created>
  <dcterms:modified xsi:type="dcterms:W3CDTF">2026-05-18T01:19:47Z</dcterms:modified>
</cp:coreProperties>
</file>