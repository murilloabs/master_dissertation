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73" r:id="rId3"/>
    <p:sldId id="271" r:id="rId4"/>
    <p:sldId id="272" r:id="rId5"/>
    <p:sldId id="257" r:id="rId6"/>
    <p:sldId id="258" r:id="rId7"/>
    <p:sldId id="259" r:id="rId8"/>
    <p:sldId id="261" r:id="rId9"/>
    <p:sldId id="260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70" r:id="rId18"/>
    <p:sldId id="269" r:id="rId1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A3C9C0-3795-44FA-BAA6-A2DA5DEAAE6E}" v="4" dt="2026-07-29T12:55:27.2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69" autoAdjust="0"/>
  </p:normalViewPr>
  <p:slideViewPr>
    <p:cSldViewPr snapToGrid="0">
      <p:cViewPr varScale="1">
        <p:scale>
          <a:sx n="82" d="100"/>
          <a:sy n="82" d="100"/>
        </p:scale>
        <p:origin x="86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7-29T12:55:35.003" v="820" actId="1076"/>
      <pc:docMkLst>
        <pc:docMk/>
      </pc:docMkLst>
      <pc:sldChg chg="addSp modSp new mod">
        <pc:chgData name="Murillo Álvaro Borges de Sousa" userId="02386067-c46f-46e6-bf61-8f6a774af0e5" providerId="ADAL" clId="{73C3FE35-BF7E-418C-A7F8-FA0AB4F63A6B}" dt="2026-07-29T12:55:35.003" v="820" actId="1076"/>
        <pc:sldMkLst>
          <pc:docMk/>
          <pc:sldMk cId="1649094317" sldId="273"/>
        </pc:sldMkLst>
        <pc:spChg chg="add mod">
          <ac:chgData name="Murillo Álvaro Borges de Sousa" userId="02386067-c46f-46e6-bf61-8f6a774af0e5" providerId="ADAL" clId="{73C3FE35-BF7E-418C-A7F8-FA0AB4F63A6B}" dt="2026-07-29T12:53:31.473" v="797" actId="164"/>
          <ac:spMkLst>
            <pc:docMk/>
            <pc:sldMk cId="1649094317" sldId="273"/>
            <ac:spMk id="6" creationId="{4642C61D-6844-EB6C-FEBA-1ACF5B3260D0}"/>
          </ac:spMkLst>
        </pc:spChg>
        <pc:spChg chg="add mod">
          <ac:chgData name="Murillo Álvaro Borges de Sousa" userId="02386067-c46f-46e6-bf61-8f6a774af0e5" providerId="ADAL" clId="{73C3FE35-BF7E-418C-A7F8-FA0AB4F63A6B}" dt="2026-07-29T12:55:35.003" v="820" actId="1076"/>
          <ac:spMkLst>
            <pc:docMk/>
            <pc:sldMk cId="1649094317" sldId="273"/>
            <ac:spMk id="9" creationId="{CA2C1858-07E9-DB2D-1EC9-D3766DA3E47D}"/>
          </ac:spMkLst>
        </pc:spChg>
        <pc:grpChg chg="add mod">
          <ac:chgData name="Murillo Álvaro Borges de Sousa" userId="02386067-c46f-46e6-bf61-8f6a774af0e5" providerId="ADAL" clId="{73C3FE35-BF7E-418C-A7F8-FA0AB4F63A6B}" dt="2026-07-29T12:53:33.643" v="798" actId="1076"/>
          <ac:grpSpMkLst>
            <pc:docMk/>
            <pc:sldMk cId="1649094317" sldId="273"/>
            <ac:grpSpMk id="7" creationId="{CEDC6570-9392-3F62-781B-AE4A6D0D53D2}"/>
          </ac:grpSpMkLst>
        </pc:grpChg>
        <pc:grpChg chg="add mod">
          <ac:chgData name="Murillo Álvaro Borges de Sousa" userId="02386067-c46f-46e6-bf61-8f6a774af0e5" providerId="ADAL" clId="{73C3FE35-BF7E-418C-A7F8-FA0AB4F63A6B}" dt="2026-07-29T12:55:27.285" v="817" actId="164"/>
          <ac:grpSpMkLst>
            <pc:docMk/>
            <pc:sldMk cId="1649094317" sldId="273"/>
            <ac:grpSpMk id="10" creationId="{76B19C61-3D35-2241-5B24-9FB841E059C3}"/>
          </ac:grpSpMkLst>
        </pc:grpChg>
        <pc:picChg chg="add mod">
          <ac:chgData name="Murillo Álvaro Borges de Sousa" userId="02386067-c46f-46e6-bf61-8f6a774af0e5" providerId="ADAL" clId="{73C3FE35-BF7E-418C-A7F8-FA0AB4F63A6B}" dt="2026-07-29T12:55:27.285" v="817" actId="164"/>
          <ac:picMkLst>
            <pc:docMk/>
            <pc:sldMk cId="1649094317" sldId="273"/>
            <ac:picMk id="3" creationId="{AE793DD2-9AD1-0D96-2363-210F35E79488}"/>
          </ac:picMkLst>
        </pc:picChg>
        <pc:picChg chg="add mod">
          <ac:chgData name="Murillo Álvaro Borges de Sousa" userId="02386067-c46f-46e6-bf61-8f6a774af0e5" providerId="ADAL" clId="{73C3FE35-BF7E-418C-A7F8-FA0AB4F63A6B}" dt="2026-07-29T12:53:31.473" v="797" actId="164"/>
          <ac:picMkLst>
            <pc:docMk/>
            <pc:sldMk cId="1649094317" sldId="273"/>
            <ac:picMk id="5" creationId="{0C2DCE57-7B10-EC2E-C628-48A3965C1DD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29/07/2026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29/07/2026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29/07/2026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29/07/2026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29/07/2026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29/07/2026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29/07/2026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29/07/2026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29/07/2026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29/07/2026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29/07/2026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29/07/2026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29/07/2026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EDC6570-9392-3F62-781B-AE4A6D0D53D2}"/>
              </a:ext>
            </a:extLst>
          </p:cNvPr>
          <p:cNvGrpSpPr/>
          <p:nvPr/>
        </p:nvGrpSpPr>
        <p:grpSpPr>
          <a:xfrm>
            <a:off x="668287" y="3429000"/>
            <a:ext cx="5051790" cy="3005010"/>
            <a:chOff x="817396" y="2107074"/>
            <a:chExt cx="5051790" cy="300501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C2DCE57-7B10-EC2E-C628-48A3965C1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7396" y="2107074"/>
              <a:ext cx="5051790" cy="300501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642C61D-6844-EB6C-FEBA-1ACF5B3260D0}"/>
                </a:ext>
              </a:extLst>
            </p:cNvPr>
            <p:cNvSpPr txBox="1"/>
            <p:nvPr/>
          </p:nvSpPr>
          <p:spPr>
            <a:xfrm>
              <a:off x="2344614" y="2567353"/>
              <a:ext cx="1828801" cy="400110"/>
            </a:xfrm>
            <a:prstGeom prst="rect">
              <a:avLst/>
            </a:prstGeom>
            <a:solidFill>
              <a:srgbClr val="EAEAEA"/>
            </a:solidFill>
          </p:spPr>
          <p:txBody>
            <a:bodyPr wrap="square" rtlCol="0">
              <a:spAutoFit/>
            </a:bodyPr>
            <a:lstStyle/>
            <a:p>
              <a:r>
                <a:rPr lang="pt-BR" sz="2000" b="1" dirty="0">
                  <a:solidFill>
                    <a:srgbClr val="FF0000"/>
                  </a:solidFill>
                </a:rPr>
                <a:t>Sem Backlash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6B19C61-3D35-2241-5B24-9FB841E059C3}"/>
              </a:ext>
            </a:extLst>
          </p:cNvPr>
          <p:cNvGrpSpPr/>
          <p:nvPr/>
        </p:nvGrpSpPr>
        <p:grpSpPr>
          <a:xfrm>
            <a:off x="6001431" y="3429001"/>
            <a:ext cx="5051790" cy="3005009"/>
            <a:chOff x="6001431" y="3429001"/>
            <a:chExt cx="5051790" cy="300500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E793DD2-9AD1-0D96-2363-210F35E794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01431" y="3429001"/>
              <a:ext cx="5051790" cy="300500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A2C1858-07E9-DB2D-1EC9-D3766DA3E47D}"/>
                </a:ext>
              </a:extLst>
            </p:cNvPr>
            <p:cNvSpPr txBox="1"/>
            <p:nvPr/>
          </p:nvSpPr>
          <p:spPr>
            <a:xfrm>
              <a:off x="8338112" y="4289389"/>
              <a:ext cx="37842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000" b="1" dirty="0">
                  <a:solidFill>
                    <a:schemeClr val="bg1"/>
                  </a:solidFill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49094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6D4376-B5AB-A601-5511-86ABEDE70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883" y="241445"/>
            <a:ext cx="7375541" cy="599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835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11DAE65-A657-674B-1D47-FFF5C466848F}"/>
              </a:ext>
            </a:extLst>
          </p:cNvPr>
          <p:cNvGrpSpPr/>
          <p:nvPr/>
        </p:nvGrpSpPr>
        <p:grpSpPr>
          <a:xfrm>
            <a:off x="618616" y="1314967"/>
            <a:ext cx="11214297" cy="4306342"/>
            <a:chOff x="618616" y="1314967"/>
            <a:chExt cx="11214297" cy="430634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3F7E3D3-6F53-DC2A-DE3F-1B87454EB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60" t="15857" r="2482" b="20858"/>
            <a:stretch>
              <a:fillRect/>
            </a:stretch>
          </p:blipFill>
          <p:spPr>
            <a:xfrm>
              <a:off x="4936886" y="1314967"/>
              <a:ext cx="6896027" cy="4306342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CF144E-1948-CC5D-161E-7A4795286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349" t="17625" r="2123" b="7851"/>
            <a:stretch>
              <a:fillRect/>
            </a:stretch>
          </p:blipFill>
          <p:spPr>
            <a:xfrm>
              <a:off x="618616" y="1314967"/>
              <a:ext cx="4102779" cy="4306342"/>
            </a:xfrm>
            <a:prstGeom prst="rect">
              <a:avLst/>
            </a:prstGeom>
          </p:spPr>
        </p:pic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7CC1E8A-0BB4-EF73-D38B-D5830B0ABC69}"/>
                </a:ext>
              </a:extLst>
            </p:cNvPr>
            <p:cNvSpPr/>
            <p:nvPr/>
          </p:nvSpPr>
          <p:spPr>
            <a:xfrm>
              <a:off x="5072773" y="2181197"/>
              <a:ext cx="1972604" cy="2150960"/>
            </a:xfrm>
            <a:prstGeom prst="roundRect">
              <a:avLst/>
            </a:prstGeom>
            <a:noFill/>
            <a:ln w="381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0F356C-CCA4-9598-AAE2-A79B5112CF83}"/>
                </a:ext>
              </a:extLst>
            </p:cNvPr>
            <p:cNvSpPr/>
            <p:nvPr/>
          </p:nvSpPr>
          <p:spPr>
            <a:xfrm>
              <a:off x="1308100" y="2489201"/>
              <a:ext cx="2750902" cy="2705100"/>
            </a:xfrm>
            <a:prstGeom prst="roundRect">
              <a:avLst/>
            </a:prstGeom>
            <a:noFill/>
            <a:ln w="381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041925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E3EBD89-0E68-3B35-525E-3ABD8515678D}"/>
              </a:ext>
            </a:extLst>
          </p:cNvPr>
          <p:cNvGrpSpPr/>
          <p:nvPr/>
        </p:nvGrpSpPr>
        <p:grpSpPr>
          <a:xfrm>
            <a:off x="1793099" y="1028539"/>
            <a:ext cx="8704687" cy="5170380"/>
            <a:chOff x="1793099" y="1028539"/>
            <a:chExt cx="8704687" cy="517038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BC1F0-97FD-DA72-ED5A-E7D463CC8A68}"/>
                </a:ext>
              </a:extLst>
            </p:cNvPr>
            <p:cNvSpPr/>
            <p:nvPr/>
          </p:nvSpPr>
          <p:spPr>
            <a:xfrm>
              <a:off x="1793099" y="1028539"/>
              <a:ext cx="8704687" cy="5170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F7C3375-1F11-3A99-DAFF-60594AFA7427}"/>
                </a:ext>
              </a:extLst>
            </p:cNvPr>
            <p:cNvGrpSpPr/>
            <p:nvPr/>
          </p:nvGrpSpPr>
          <p:grpSpPr>
            <a:xfrm>
              <a:off x="1868120" y="1103541"/>
              <a:ext cx="8554644" cy="5020376"/>
              <a:chOff x="1818678" y="1028540"/>
              <a:chExt cx="8554644" cy="502037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95F624-29E7-EB8D-AA14-ACD11D1DD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18678" y="1028540"/>
                <a:ext cx="8554644" cy="5020376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DD1A79-310E-A78E-9BDB-78E99881CC90}"/>
                  </a:ext>
                </a:extLst>
              </p:cNvPr>
              <p:cNvSpPr txBox="1"/>
              <p:nvPr/>
            </p:nvSpPr>
            <p:spPr>
              <a:xfrm>
                <a:off x="8607552" y="3755136"/>
                <a:ext cx="116224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Torcional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DE5C22-CA75-31F6-D542-30E5945083D9}"/>
                  </a:ext>
                </a:extLst>
              </p:cNvPr>
              <p:cNvSpPr txBox="1"/>
              <p:nvPr/>
            </p:nvSpPr>
            <p:spPr>
              <a:xfrm>
                <a:off x="4845218" y="5589067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Velocidade de Rotação [rpm]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B5D67-F3CD-C562-F708-B396E50213D8}"/>
                  </a:ext>
                </a:extLst>
              </p:cNvPr>
              <p:cNvSpPr txBox="1"/>
              <p:nvPr/>
            </p:nvSpPr>
            <p:spPr>
              <a:xfrm rot="16200000">
                <a:off x="644004" y="2919354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Frequência Natural [Hz]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2299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0F7F135-52C0-7A7C-B0B9-676E167521BB}"/>
              </a:ext>
            </a:extLst>
          </p:cNvPr>
          <p:cNvGrpSpPr/>
          <p:nvPr/>
        </p:nvGrpSpPr>
        <p:grpSpPr>
          <a:xfrm>
            <a:off x="5798508" y="2994963"/>
            <a:ext cx="2717800" cy="1317874"/>
            <a:chOff x="5798508" y="2994963"/>
            <a:chExt cx="2717800" cy="1317874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4D6B3DB7-F0C9-6D0A-542E-1958730A76AF}"/>
                </a:ext>
              </a:extLst>
            </p:cNvPr>
            <p:cNvSpPr/>
            <p:nvPr/>
          </p:nvSpPr>
          <p:spPr>
            <a:xfrm rot="5400000">
              <a:off x="6664866" y="3250266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2A421F8-EFF9-C019-5862-65AF81CB2C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49642" y="3364296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0A30EE2-93ED-2A00-E96E-1A9EE6165D4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643" y="4139163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AE0A26F-A4C9-1472-F178-B9D95F1964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9642" y="3705711"/>
              <a:ext cx="317132" cy="433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727D3A-E35C-C430-5268-63E56FC4688E}"/>
                </a:ext>
              </a:extLst>
            </p:cNvPr>
            <p:cNvSpPr txBox="1"/>
            <p:nvPr/>
          </p:nvSpPr>
          <p:spPr>
            <a:xfrm>
              <a:off x="5798508" y="2994963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D04BC0-2C1B-2626-6C84-5127B3C8A86E}"/>
                </a:ext>
              </a:extLst>
            </p:cNvPr>
            <p:cNvSpPr txBox="1"/>
            <p:nvPr/>
          </p:nvSpPr>
          <p:spPr>
            <a:xfrm>
              <a:off x="6152908" y="334737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110CC-5413-0C7C-FEDB-4B267FBB0CD7}"/>
                </a:ext>
              </a:extLst>
            </p:cNvPr>
            <p:cNvSpPr txBox="1"/>
            <p:nvPr/>
          </p:nvSpPr>
          <p:spPr>
            <a:xfrm>
              <a:off x="8190578" y="3922437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191E6-6AC6-E6E4-D076-AE12083ED166}"/>
              </a:ext>
            </a:extLst>
          </p:cNvPr>
          <p:cNvGrpSpPr/>
          <p:nvPr/>
        </p:nvGrpSpPr>
        <p:grpSpPr>
          <a:xfrm>
            <a:off x="1821005" y="2999412"/>
            <a:ext cx="3127978" cy="1914008"/>
            <a:chOff x="1821005" y="2999412"/>
            <a:chExt cx="3127978" cy="1914008"/>
          </a:xfrm>
        </p:grpSpPr>
        <p:sp>
          <p:nvSpPr>
            <p:cNvPr id="21" name="Cylinder 20">
              <a:extLst>
                <a:ext uri="{FF2B5EF4-FFF2-40B4-BE49-F238E27FC236}">
                  <a16:creationId xmlns:a16="http://schemas.microsoft.com/office/drawing/2014/main" id="{D938E15D-0725-97A0-B87C-FBF24A2E4349}"/>
                </a:ext>
              </a:extLst>
            </p:cNvPr>
            <p:cNvSpPr/>
            <p:nvPr/>
          </p:nvSpPr>
          <p:spPr>
            <a:xfrm rot="5400000">
              <a:off x="3063295" y="3243721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079778B-47D1-2666-0861-C166046983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8071" y="3357751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47D07DE-B126-74F7-EB5F-1F800BEB3455}"/>
                </a:ext>
              </a:extLst>
            </p:cNvPr>
            <p:cNvCxnSpPr>
              <a:cxnSpLocks/>
            </p:cNvCxnSpPr>
            <p:nvPr/>
          </p:nvCxnSpPr>
          <p:spPr>
            <a:xfrm>
              <a:off x="2348072" y="4132618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3ECFF32-CA15-F024-7BDE-FEE70F25D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0940" y="4132618"/>
              <a:ext cx="317131" cy="4224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57C48E2-3B2E-87E9-09A0-FEAD1730A968}"/>
                </a:ext>
              </a:extLst>
            </p:cNvPr>
            <p:cNvSpPr txBox="1"/>
            <p:nvPr/>
          </p:nvSpPr>
          <p:spPr>
            <a:xfrm>
              <a:off x="4597605" y="3915891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6589A8-8B6E-22A4-F728-3486E191A2F4}"/>
                </a:ext>
              </a:extLst>
            </p:cNvPr>
            <p:cNvSpPr txBox="1"/>
            <p:nvPr/>
          </p:nvSpPr>
          <p:spPr>
            <a:xfrm>
              <a:off x="1821005" y="454408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1754AC1-AC6E-3EA1-A814-AECAB43F68FB}"/>
                </a:ext>
              </a:extLst>
            </p:cNvPr>
            <p:cNvSpPr txBox="1"/>
            <p:nvPr/>
          </p:nvSpPr>
          <p:spPr>
            <a:xfrm>
              <a:off x="2189505" y="2999412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67204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9C3FF780-2588-6F1E-6683-CE307416E5F4}"/>
              </a:ext>
            </a:extLst>
          </p:cNvPr>
          <p:cNvGrpSpPr/>
          <p:nvPr/>
        </p:nvGrpSpPr>
        <p:grpSpPr>
          <a:xfrm>
            <a:off x="4335584" y="714345"/>
            <a:ext cx="4805160" cy="4418664"/>
            <a:chOff x="4335584" y="714345"/>
            <a:chExt cx="4805160" cy="441866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3B30B1F-CC39-F2A3-F32D-F40C27B31B68}"/>
                </a:ext>
              </a:extLst>
            </p:cNvPr>
            <p:cNvSpPr/>
            <p:nvPr/>
          </p:nvSpPr>
          <p:spPr>
            <a:xfrm>
              <a:off x="4335584" y="1533009"/>
              <a:ext cx="3600000" cy="360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F0F620D-F3E7-05C4-20C4-8882D19BC6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05694" y="914400"/>
              <a:ext cx="29890" cy="26066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CD03D0-2EE7-5EE5-B7E5-D9B26FF81C6F}"/>
                </a:ext>
              </a:extLst>
            </p:cNvPr>
            <p:cNvCxnSpPr>
              <a:cxnSpLocks/>
            </p:cNvCxnSpPr>
            <p:nvPr/>
          </p:nvCxnSpPr>
          <p:spPr>
            <a:xfrm>
              <a:off x="6135584" y="3524991"/>
              <a:ext cx="25690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9C45C26-866A-35EA-383A-AA46AFD9FCC0}"/>
                </a:ext>
              </a:extLst>
            </p:cNvPr>
            <p:cNvSpPr/>
            <p:nvPr/>
          </p:nvSpPr>
          <p:spPr>
            <a:xfrm>
              <a:off x="6874723" y="2253343"/>
              <a:ext cx="180000" cy="18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87E3B93-086B-B531-D834-A4FC225DFE93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H="1">
              <a:off x="6135584" y="2406983"/>
              <a:ext cx="765499" cy="111405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DE5CBB7-A5B3-3B51-7DD5-157FD84B1D8A}"/>
                </a:ext>
              </a:extLst>
            </p:cNvPr>
            <p:cNvSpPr txBox="1"/>
            <p:nvPr/>
          </p:nvSpPr>
          <p:spPr>
            <a:xfrm>
              <a:off x="5715693" y="714345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B1573A-43F7-FCE5-554F-6291D4A6BDB2}"/>
                </a:ext>
              </a:extLst>
            </p:cNvPr>
            <p:cNvSpPr txBox="1"/>
            <p:nvPr/>
          </p:nvSpPr>
          <p:spPr>
            <a:xfrm>
              <a:off x="8770130" y="3333009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00EA849-0261-7D16-DECC-A6C6FD51DE4D}"/>
                </a:ext>
              </a:extLst>
            </p:cNvPr>
            <p:cNvSpPr txBox="1"/>
            <p:nvPr/>
          </p:nvSpPr>
          <p:spPr>
            <a:xfrm>
              <a:off x="6319846" y="2563898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5DD6CD8C-5935-2425-9CEE-1B6FB3AEE852}"/>
                </a:ext>
              </a:extLst>
            </p:cNvPr>
            <p:cNvSpPr/>
            <p:nvPr/>
          </p:nvSpPr>
          <p:spPr>
            <a:xfrm rot="1666246">
              <a:off x="6081657" y="3177662"/>
              <a:ext cx="460501" cy="413545"/>
            </a:xfrm>
            <a:prstGeom prst="arc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/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/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7C3F8EA1-4DF5-A77C-FB9D-3AC7BC6ADA38}"/>
                </a:ext>
              </a:extLst>
            </p:cNvPr>
            <p:cNvSpPr/>
            <p:nvPr/>
          </p:nvSpPr>
          <p:spPr>
            <a:xfrm>
              <a:off x="4730183" y="1195709"/>
              <a:ext cx="3600000" cy="3600000"/>
            </a:xfrm>
            <a:prstGeom prst="arc">
              <a:avLst>
                <a:gd name="adj1" fmla="val 17495328"/>
                <a:gd name="adj2" fmla="val 2053913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1E813D-1A15-BCF5-0862-7F9D3D26F653}"/>
                </a:ext>
              </a:extLst>
            </p:cNvPr>
            <p:cNvSpPr txBox="1"/>
            <p:nvPr/>
          </p:nvSpPr>
          <p:spPr>
            <a:xfrm>
              <a:off x="7283724" y="977032"/>
              <a:ext cx="4603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Ω</a:t>
              </a:r>
              <a:r>
                <a:rPr lang="pt-B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pt-BR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B731F87B-B38F-8B75-F4A1-DA6636FBCE3B}"/>
                </a:ext>
              </a:extLst>
            </p:cNvPr>
            <p:cNvSpPr/>
            <p:nvPr/>
          </p:nvSpPr>
          <p:spPr>
            <a:xfrm rot="16815210">
              <a:off x="7107993" y="1254213"/>
              <a:ext cx="106878" cy="12588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900954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990C49C-874B-7A88-ED8B-1DDCA56DD1B3}"/>
              </a:ext>
            </a:extLst>
          </p:cNvPr>
          <p:cNvGrpSpPr/>
          <p:nvPr/>
        </p:nvGrpSpPr>
        <p:grpSpPr>
          <a:xfrm>
            <a:off x="574360" y="296574"/>
            <a:ext cx="8346901" cy="6233180"/>
            <a:chOff x="574361" y="296574"/>
            <a:chExt cx="7770447" cy="5246598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BA25EC6C-A7CF-0CC7-9D8B-5F1DA4E203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3115057"/>
              <a:ext cx="3963199" cy="24281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83A2EBEF-30B3-240E-77C7-8912817988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49" y="3115056"/>
              <a:ext cx="3697458" cy="2425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89A9DA7-5790-D882-4C13-50957016F7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50" y="296574"/>
              <a:ext cx="3697458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BC5F9A05-7C65-2FAB-C9D0-B20E275568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296574"/>
              <a:ext cx="3963199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443344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8BAE085-46B0-EEF3-B9CD-7B54BCDCE6AE}"/>
              </a:ext>
            </a:extLst>
          </p:cNvPr>
          <p:cNvGrpSpPr/>
          <p:nvPr/>
        </p:nvGrpSpPr>
        <p:grpSpPr>
          <a:xfrm>
            <a:off x="161798" y="3862328"/>
            <a:ext cx="11941584" cy="2575606"/>
            <a:chOff x="220584" y="3862328"/>
            <a:chExt cx="11941584" cy="257560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DC2EF61-AC93-DC37-9F95-6899EEDC9E11}"/>
                </a:ext>
              </a:extLst>
            </p:cNvPr>
            <p:cNvSpPr/>
            <p:nvPr/>
          </p:nvSpPr>
          <p:spPr>
            <a:xfrm>
              <a:off x="220584" y="3862328"/>
              <a:ext cx="11941584" cy="2575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164737-1DF1-7A94-0820-4540B763E114}"/>
                </a:ext>
              </a:extLst>
            </p:cNvPr>
            <p:cNvGrpSpPr/>
            <p:nvPr/>
          </p:nvGrpSpPr>
          <p:grpSpPr>
            <a:xfrm>
              <a:off x="286567" y="3906945"/>
              <a:ext cx="11809618" cy="2486372"/>
              <a:chOff x="161798" y="3862328"/>
              <a:chExt cx="11809618" cy="248637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41B43844-CC90-5180-75F0-4AA34409EB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17" b="517"/>
              <a:stretch/>
            </p:blipFill>
            <p:spPr>
              <a:xfrm>
                <a:off x="6103208" y="3862333"/>
                <a:ext cx="5868208" cy="2486367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E10360D1-C467-A84D-47D2-0D9D571A83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41" b="441"/>
              <a:stretch/>
            </p:blipFill>
            <p:spPr>
              <a:xfrm>
                <a:off x="161798" y="3862328"/>
                <a:ext cx="5868219" cy="2486372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DB9167-9389-860C-3053-C44E9CAEBB1A}"/>
              </a:ext>
            </a:extLst>
          </p:cNvPr>
          <p:cNvSpPr txBox="1"/>
          <p:nvPr/>
        </p:nvSpPr>
        <p:spPr>
          <a:xfrm>
            <a:off x="4618090" y="278593"/>
            <a:ext cx="2970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sem Suavização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79F07-E5FD-A65B-5C09-A440B15930B1}"/>
              </a:ext>
            </a:extLst>
          </p:cNvPr>
          <p:cNvSpPr txBox="1"/>
          <p:nvPr/>
        </p:nvSpPr>
        <p:spPr>
          <a:xfrm>
            <a:off x="4392873" y="349299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5E4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83E536-3009-A0BC-F693-6F715B0624EB}"/>
              </a:ext>
            </a:extLst>
          </p:cNvPr>
          <p:cNvGrpSpPr/>
          <p:nvPr/>
        </p:nvGrpSpPr>
        <p:grpSpPr>
          <a:xfrm>
            <a:off x="125208" y="642606"/>
            <a:ext cx="11941584" cy="2575606"/>
            <a:chOff x="125208" y="642606"/>
            <a:chExt cx="11941584" cy="257560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F74BF6-C754-78FB-3380-E53B2B3A354B}"/>
                </a:ext>
              </a:extLst>
            </p:cNvPr>
            <p:cNvSpPr/>
            <p:nvPr/>
          </p:nvSpPr>
          <p:spPr>
            <a:xfrm>
              <a:off x="125208" y="642606"/>
              <a:ext cx="11941584" cy="2575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5685DFB-180C-F4C8-81BC-2CF5A19D58AE}"/>
                </a:ext>
              </a:extLst>
            </p:cNvPr>
            <p:cNvGrpSpPr/>
            <p:nvPr/>
          </p:nvGrpSpPr>
          <p:grpSpPr>
            <a:xfrm>
              <a:off x="161798" y="684564"/>
              <a:ext cx="11809618" cy="2486372"/>
              <a:chOff x="161798" y="3862328"/>
              <a:chExt cx="11809618" cy="2486372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DC636D5A-6215-6615-0528-B2D56106AB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94" r="1494"/>
              <a:stretch/>
            </p:blipFill>
            <p:spPr>
              <a:xfrm>
                <a:off x="6103208" y="3862333"/>
                <a:ext cx="5868208" cy="2486367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412B12D2-0216-833A-DD38-396C88BDFA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87" r="1587"/>
              <a:stretch/>
            </p:blipFill>
            <p:spPr>
              <a:xfrm>
                <a:off x="161798" y="3862328"/>
                <a:ext cx="5868219" cy="248637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185751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38A23-64B5-644A-CECB-9DD853073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8304C038-2AD5-74B2-AB55-B67EA164B824}"/>
              </a:ext>
            </a:extLst>
          </p:cNvPr>
          <p:cNvGrpSpPr/>
          <p:nvPr/>
        </p:nvGrpSpPr>
        <p:grpSpPr>
          <a:xfrm>
            <a:off x="125208" y="549502"/>
            <a:ext cx="11941584" cy="2575606"/>
            <a:chOff x="125208" y="549502"/>
            <a:chExt cx="11941584" cy="257560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CB8D846-5A55-72B5-5740-954CA706153A}"/>
                </a:ext>
              </a:extLst>
            </p:cNvPr>
            <p:cNvSpPr/>
            <p:nvPr/>
          </p:nvSpPr>
          <p:spPr>
            <a:xfrm>
              <a:off x="125208" y="549502"/>
              <a:ext cx="11941584" cy="2575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7144D70-AF4A-FDF9-C7EC-1B1955D54437}"/>
                </a:ext>
              </a:extLst>
            </p:cNvPr>
            <p:cNvGrpSpPr/>
            <p:nvPr/>
          </p:nvGrpSpPr>
          <p:grpSpPr>
            <a:xfrm>
              <a:off x="191191" y="594119"/>
              <a:ext cx="11809618" cy="2486372"/>
              <a:chOff x="161798" y="3862328"/>
              <a:chExt cx="11809618" cy="248637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D96923AF-8A1C-9068-0322-A398C0E16F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" r="1012"/>
              <a:stretch/>
            </p:blipFill>
            <p:spPr>
              <a:xfrm>
                <a:off x="6103208" y="3862333"/>
                <a:ext cx="5868208" cy="2486367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6B33699-1D56-68AD-8392-B3BB87AC9F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6" r="46"/>
              <a:stretch/>
            </p:blipFill>
            <p:spPr>
              <a:xfrm>
                <a:off x="161798" y="3862328"/>
                <a:ext cx="5868219" cy="2486372"/>
              </a:xfrm>
              <a:prstGeom prst="rect">
                <a:avLst/>
              </a:prstGeom>
            </p:spPr>
          </p:pic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64F5E71-D058-336D-B7C5-67FBADEE2948}"/>
              </a:ext>
            </a:extLst>
          </p:cNvPr>
          <p:cNvSpPr txBox="1"/>
          <p:nvPr/>
        </p:nvSpPr>
        <p:spPr>
          <a:xfrm>
            <a:off x="4429465" y="180170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1E5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BD1CE00-12B9-E944-5ABD-5F66294217E4}"/>
              </a:ext>
            </a:extLst>
          </p:cNvPr>
          <p:cNvGrpSpPr/>
          <p:nvPr/>
        </p:nvGrpSpPr>
        <p:grpSpPr>
          <a:xfrm>
            <a:off x="184239" y="3939778"/>
            <a:ext cx="11941584" cy="2575606"/>
            <a:chOff x="184239" y="3939778"/>
            <a:chExt cx="11941584" cy="257560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248AFBD-7617-D640-D424-0CB78DED0931}"/>
                </a:ext>
              </a:extLst>
            </p:cNvPr>
            <p:cNvSpPr/>
            <p:nvPr/>
          </p:nvSpPr>
          <p:spPr>
            <a:xfrm>
              <a:off x="184239" y="3939778"/>
              <a:ext cx="11941584" cy="2575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466ADCD-E9DF-25E3-58B7-9D728374581B}"/>
                </a:ext>
              </a:extLst>
            </p:cNvPr>
            <p:cNvGrpSpPr/>
            <p:nvPr/>
          </p:nvGrpSpPr>
          <p:grpSpPr>
            <a:xfrm>
              <a:off x="227782" y="3984395"/>
              <a:ext cx="11809618" cy="2486372"/>
              <a:chOff x="161798" y="3862328"/>
              <a:chExt cx="11809618" cy="2486372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07527855-073A-6FE1-41FB-61C5B6045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227" b="227"/>
              <a:stretch/>
            </p:blipFill>
            <p:spPr>
              <a:xfrm>
                <a:off x="6103208" y="3862333"/>
                <a:ext cx="5868208" cy="2486367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6B83EF3A-2BD0-6A1F-7FFC-429399F0A6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59" r="1559"/>
              <a:stretch/>
            </p:blipFill>
            <p:spPr>
              <a:xfrm>
                <a:off x="161798" y="3862328"/>
                <a:ext cx="5868219" cy="2486372"/>
              </a:xfrm>
              <a:prstGeom prst="rect">
                <a:avLst/>
              </a:prstGeom>
            </p:spPr>
          </p:pic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57C7332-32E6-1C8C-C7B4-288DD4A21447}"/>
              </a:ext>
            </a:extLst>
          </p:cNvPr>
          <p:cNvSpPr txBox="1"/>
          <p:nvPr/>
        </p:nvSpPr>
        <p:spPr>
          <a:xfrm>
            <a:off x="4429465" y="357044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1E4</a:t>
            </a:r>
          </a:p>
        </p:txBody>
      </p:sp>
    </p:spTree>
    <p:extLst>
      <p:ext uri="{BB962C8B-B14F-4D97-AF65-F5344CB8AC3E}">
        <p14:creationId xmlns:p14="http://schemas.microsoft.com/office/powerpoint/2010/main" val="3376657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CF0CA41-3D76-A3AE-E365-80D7DA72A190}"/>
              </a:ext>
            </a:extLst>
          </p:cNvPr>
          <p:cNvGrpSpPr/>
          <p:nvPr/>
        </p:nvGrpSpPr>
        <p:grpSpPr>
          <a:xfrm>
            <a:off x="1694048" y="235390"/>
            <a:ext cx="8519037" cy="6438745"/>
            <a:chOff x="1694048" y="235390"/>
            <a:chExt cx="8519037" cy="643874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86C3281-A026-ECCC-5039-6F2A457E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94048" y="235390"/>
              <a:ext cx="4246893" cy="319361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68178DF-D427-264B-CBA9-55CFD385F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89209" y="235390"/>
              <a:ext cx="3950356" cy="319361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D20D759-DEC0-3752-F272-B62CAA9837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19298" y="3429000"/>
              <a:ext cx="4246894" cy="3245135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1B1F51B-E81A-16F7-C750-EEF748DD7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62314" y="3429000"/>
              <a:ext cx="4250771" cy="32451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43279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12718</TotalTime>
  <Words>118</Words>
  <Application>Microsoft Office PowerPoint</Application>
  <PresentationFormat>Widescreen</PresentationFormat>
  <Paragraphs>73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10</cp:revision>
  <dcterms:created xsi:type="dcterms:W3CDTF">2026-05-11T18:50:17Z</dcterms:created>
  <dcterms:modified xsi:type="dcterms:W3CDTF">2026-07-29T12:55:42Z</dcterms:modified>
</cp:coreProperties>
</file>