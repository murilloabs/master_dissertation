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2" dt="2026-06-08T17:21:25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69" autoAdjust="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8T17:22:09.955" v="684" actId="1076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  <pc:sldChg chg="addSp modSp mod">
        <pc:chgData name="Murillo Álvaro Borges de Sousa" userId="02386067-c46f-46e6-bf61-8f6a774af0e5" providerId="ADAL" clId="{73C3FE35-BF7E-418C-A7F8-FA0AB4F63A6B}" dt="2026-06-08T17:22:09.955" v="684" actId="1076"/>
        <pc:sldMkLst>
          <pc:docMk/>
          <pc:sldMk cId="3118575108" sldId="268"/>
        </pc:sldMkLst>
        <pc:spChg chg="add mod">
          <ac:chgData name="Murillo Álvaro Borges de Sousa" userId="02386067-c46f-46e6-bf61-8f6a774af0e5" providerId="ADAL" clId="{73C3FE35-BF7E-418C-A7F8-FA0AB4F63A6B}" dt="2026-06-08T17:22:09.955" v="684" actId="1076"/>
          <ac:spMkLst>
            <pc:docMk/>
            <pc:sldMk cId="3118575108" sldId="268"/>
            <ac:spMk id="2" creationId="{66DB9167-9389-860C-3053-C44E9CAEBB1A}"/>
          </ac:spMkLst>
        </pc:spChg>
        <pc:spChg chg="add mod">
          <ac:chgData name="Murillo Álvaro Borges de Sousa" userId="02386067-c46f-46e6-bf61-8f6a774af0e5" providerId="ADAL" clId="{73C3FE35-BF7E-418C-A7F8-FA0AB4F63A6B}" dt="2026-06-08T17:21:53.982" v="670" actId="1076"/>
          <ac:spMkLst>
            <pc:docMk/>
            <pc:sldMk cId="3118575108" sldId="268"/>
            <ac:spMk id="4" creationId="{FE379F07-E5FD-A65B-5C09-A440B15930B1}"/>
          </ac:spMkLst>
        </pc:spChg>
        <pc:grpChg chg="mod">
          <ac:chgData name="Murillo Álvaro Borges de Sousa" userId="02386067-c46f-46e6-bf61-8f6a774af0e5" providerId="ADAL" clId="{73C3FE35-BF7E-418C-A7F8-FA0AB4F63A6B}" dt="2026-06-08T17:20:48.627" v="626" actId="1076"/>
          <ac:grpSpMkLst>
            <pc:docMk/>
            <pc:sldMk cId="3118575108" sldId="268"/>
            <ac:grpSpMk id="12" creationId="{85203010-2883-0EA3-11F8-BF1A310C001F}"/>
          </ac:grpSpMkLst>
        </pc:grpChg>
      </pc:sldChg>
      <pc:sldChg chg="new">
        <pc:chgData name="Murillo Álvaro Borges de Sousa" userId="02386067-c46f-46e6-bf61-8f6a774af0e5" providerId="ADAL" clId="{73C3FE35-BF7E-418C-A7F8-FA0AB4F63A6B}" dt="2026-06-08T17:16:51.694" v="625" actId="680"/>
        <pc:sldMkLst>
          <pc:docMk/>
          <pc:sldMk cId="543279352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C164737-1DF1-7A94-0820-4540B763E114}"/>
              </a:ext>
            </a:extLst>
          </p:cNvPr>
          <p:cNvGrpSpPr/>
          <p:nvPr/>
        </p:nvGrpSpPr>
        <p:grpSpPr>
          <a:xfrm>
            <a:off x="161798" y="3862328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1B43844-CC90-5180-75F0-4AA34409E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17" b="51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10360D1-C467-A84D-47D2-0D9D571A8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41" b="441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DB9167-9389-860C-3053-C44E9CAEBB1A}"/>
              </a:ext>
            </a:extLst>
          </p:cNvPr>
          <p:cNvSpPr txBox="1"/>
          <p:nvPr/>
        </p:nvSpPr>
        <p:spPr>
          <a:xfrm>
            <a:off x="4618090" y="278593"/>
            <a:ext cx="2970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sem Suavização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79F07-E5FD-A65B-5C09-A440B15930B1}"/>
              </a:ext>
            </a:extLst>
          </p:cNvPr>
          <p:cNvSpPr txBox="1"/>
          <p:nvPr/>
        </p:nvSpPr>
        <p:spPr>
          <a:xfrm>
            <a:off x="4392873" y="349299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5E4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685DFB-180C-F4C8-81BC-2CF5A19D58AE}"/>
              </a:ext>
            </a:extLst>
          </p:cNvPr>
          <p:cNvGrpSpPr/>
          <p:nvPr/>
        </p:nvGrpSpPr>
        <p:grpSpPr>
          <a:xfrm>
            <a:off x="125208" y="642606"/>
            <a:ext cx="11809618" cy="2486372"/>
            <a:chOff x="161798" y="3862328"/>
            <a:chExt cx="11809618" cy="248637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C636D5A-6215-6615-0528-B2D56106AB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94" r="1494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12B12D2-0216-833A-DD38-396C88BDF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7" r="1587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38A23-64B5-644A-CECB-9DD85307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7144D70-AF4A-FDF9-C7EC-1B1955D54437}"/>
              </a:ext>
            </a:extLst>
          </p:cNvPr>
          <p:cNvGrpSpPr/>
          <p:nvPr/>
        </p:nvGrpSpPr>
        <p:grpSpPr>
          <a:xfrm>
            <a:off x="191191" y="549502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96923AF-8A1C-9068-0322-A398C0E16F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" r="1012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6B33699-1D56-68AD-8392-B3BB87AC9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" r="46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64F5E71-D058-336D-B7C5-67FBADEE2948}"/>
              </a:ext>
            </a:extLst>
          </p:cNvPr>
          <p:cNvSpPr txBox="1"/>
          <p:nvPr/>
        </p:nvSpPr>
        <p:spPr>
          <a:xfrm>
            <a:off x="4429465" y="180170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1E5</a:t>
            </a:r>
          </a:p>
        </p:txBody>
      </p:sp>
    </p:spTree>
    <p:extLst>
      <p:ext uri="{BB962C8B-B14F-4D97-AF65-F5344CB8AC3E}">
        <p14:creationId xmlns:p14="http://schemas.microsoft.com/office/powerpoint/2010/main" val="33766570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327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8766</TotalTime>
  <Words>111</Words>
  <Application>Microsoft Office PowerPoint</Application>
  <PresentationFormat>Widescreen</PresentationFormat>
  <Paragraphs>70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7</cp:revision>
  <dcterms:created xsi:type="dcterms:W3CDTF">2026-05-11T18:50:17Z</dcterms:created>
  <dcterms:modified xsi:type="dcterms:W3CDTF">2026-06-10T11:52:43Z</dcterms:modified>
</cp:coreProperties>
</file>