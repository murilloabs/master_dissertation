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2" dt="2026-06-02T18:19:11.8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 varScale="1">
        <p:scale>
          <a:sx n="81" d="100"/>
          <a:sy n="81" d="100"/>
        </p:scale>
        <p:origin x="9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2T18:19:11.810" v="442" actId="164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2" creationId="{06E81DF3-7D76-29AB-97CF-A8B53F2D8ED0}"/>
          </ac:grpSpMkLst>
        </pc:gr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34" creationId="{BF02EA0B-FC7B-8F43-7233-A7650864F8E7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67" creationId="{0784DB73-6013-98E4-FC95-B2D8BEF1FE2E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03:47.628" v="249" actId="164"/>
          <ac:grpSpMkLst>
            <pc:docMk/>
            <pc:sldMk cId="1834618103" sldId="263"/>
            <ac:grpSpMk id="70" creationId="{1BAF1C5D-DD18-3276-45AB-A46DF417AD86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del mod ord">
          <ac:chgData name="Murillo Álvaro Borges de Sousa" userId="02386067-c46f-46e6-bf61-8f6a774af0e5" providerId="ADAL" clId="{73C3FE35-BF7E-418C-A7F8-FA0AB4F63A6B}" dt="2026-06-02T14:37:18.113" v="359" actId="478"/>
          <ac:spMkLst>
            <pc:docMk/>
            <pc:sldMk cId="1522299716" sldId="264"/>
            <ac:spMk id="8" creationId="{847CC85F-1B1D-54D3-04B1-F79DCF1CC49E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del mod">
          <ac:chgData name="Murillo Álvaro Borges de Sousa" userId="02386067-c46f-46e6-bf61-8f6a774af0e5" providerId="ADAL" clId="{73C3FE35-BF7E-418C-A7F8-FA0AB4F63A6B}" dt="2026-06-02T18:11:23.386" v="379" actId="478"/>
          <ac:spMkLst>
            <pc:docMk/>
            <pc:sldMk cId="4196720484" sldId="265"/>
            <ac:spMk id="2" creationId="{DEC84091-BDE2-80FA-FCC9-86173490AD77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8441</TotalTime>
  <Words>93</Words>
  <Application>Microsoft Office PowerPoint</Application>
  <PresentationFormat>Widescreen</PresentationFormat>
  <Paragraphs>61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4</cp:revision>
  <dcterms:created xsi:type="dcterms:W3CDTF">2026-05-11T18:50:17Z</dcterms:created>
  <dcterms:modified xsi:type="dcterms:W3CDTF">2026-06-02T18:19:15Z</dcterms:modified>
</cp:coreProperties>
</file>