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" dt="2026-06-08T17:21:25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 varScale="1">
        <p:scale>
          <a:sx n="81" d="100"/>
          <a:sy n="81" d="100"/>
        </p:scale>
        <p:origin x="9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8T17:22:09.955" v="684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08T17:22:09.955" v="684" actId="1076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grpChg chg="mod">
          <ac:chgData name="Murillo Álvaro Borges de Sousa" userId="02386067-c46f-46e6-bf61-8f6a774af0e5" providerId="ADAL" clId="{73C3FE35-BF7E-418C-A7F8-FA0AB4F63A6B}" dt="2026-06-08T17:20:48.627" v="626" actId="1076"/>
          <ac:grpSpMkLst>
            <pc:docMk/>
            <pc:sldMk cId="3118575108" sldId="268"/>
            <ac:grpSpMk id="12" creationId="{85203010-2883-0EA3-11F8-BF1A310C001F}"/>
          </ac:grpSpMkLst>
        </pc:grp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85203010-2883-0EA3-11F8-BF1A310C001F}"/>
              </a:ext>
            </a:extLst>
          </p:cNvPr>
          <p:cNvGrpSpPr/>
          <p:nvPr/>
        </p:nvGrpSpPr>
        <p:grpSpPr>
          <a:xfrm>
            <a:off x="227779" y="647925"/>
            <a:ext cx="11736438" cy="2486372"/>
            <a:chOff x="227781" y="836344"/>
            <a:chExt cx="11736438" cy="2486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FBE7FAC-610B-1530-2035-4D46E6943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7781" y="836344"/>
              <a:ext cx="11736438" cy="2486372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A6569C-9CD9-988C-8062-8C4D6AB04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3233" y="836344"/>
              <a:ext cx="585531" cy="4528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F3B639-7391-F016-A4C3-A5944C193FEE}"/>
              </a:ext>
            </a:extLst>
          </p:cNvPr>
          <p:cNvGrpSpPr/>
          <p:nvPr/>
        </p:nvGrpSpPr>
        <p:grpSpPr>
          <a:xfrm>
            <a:off x="227781" y="3924673"/>
            <a:ext cx="11736438" cy="2486372"/>
            <a:chOff x="227781" y="3984633"/>
            <a:chExt cx="11736438" cy="248637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7781" y="3984633"/>
              <a:ext cx="11736438" cy="248637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FEA047C-452E-44BC-5272-4AFCD0655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3233" y="3984633"/>
              <a:ext cx="585531" cy="45281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603664" y="3492996"/>
            <a:ext cx="2984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</a:t>
            </a:r>
          </a:p>
        </p:txBody>
      </p: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8576</TotalTime>
  <Words>106</Words>
  <Application>Microsoft Office PowerPoint</Application>
  <PresentationFormat>Widescreen</PresentationFormat>
  <Paragraphs>69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5</cp:revision>
  <dcterms:created xsi:type="dcterms:W3CDTF">2026-05-11T18:50:17Z</dcterms:created>
  <dcterms:modified xsi:type="dcterms:W3CDTF">2026-06-08T17:22:19Z</dcterms:modified>
</cp:coreProperties>
</file>