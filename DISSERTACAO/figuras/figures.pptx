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77" dt="2026-06-03T20:47:40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64" d="100"/>
          <a:sy n="64" d="100"/>
        </p:scale>
        <p:origin x="9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3T20:47:40.220" v="624" actId="14100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del mod ord">
          <ac:chgData name="Murillo Álvaro Borges de Sousa" userId="02386067-c46f-46e6-bf61-8f6a774af0e5" providerId="ADAL" clId="{73C3FE35-BF7E-418C-A7F8-FA0AB4F63A6B}" dt="2026-06-02T14:37:18.113" v="359" actId="478"/>
          <ac:spMkLst>
            <pc:docMk/>
            <pc:sldMk cId="1522299716" sldId="264"/>
            <ac:spMk id="8" creationId="{847CC85F-1B1D-54D3-04B1-F79DCF1CC49E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del mod">
          <ac:chgData name="Murillo Álvaro Borges de Sousa" userId="02386067-c46f-46e6-bf61-8f6a774af0e5" providerId="ADAL" clId="{73C3FE35-BF7E-418C-A7F8-FA0AB4F63A6B}" dt="2026-06-02T18:11:23.386" v="379" actId="478"/>
          <ac:spMkLst>
            <pc:docMk/>
            <pc:sldMk cId="4196720484" sldId="265"/>
            <ac:spMk id="2" creationId="{DEC84091-BDE2-80FA-FCC9-86173490AD77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del mod">
          <ac:chgData name="Murillo Álvaro Borges de Sousa" userId="02386067-c46f-46e6-bf61-8f6a774af0e5" providerId="ADAL" clId="{73C3FE35-BF7E-418C-A7F8-FA0AB4F63A6B}" dt="2026-06-03T18:43:18.476" v="524" actId="478"/>
          <ac:spMkLst>
            <pc:docMk/>
            <pc:sldMk cId="790095411" sldId="266"/>
            <ac:spMk id="22" creationId="{8225757F-1773-332F-B024-CFABFDA8DD4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del mod">
          <ac:chgData name="Murillo Álvaro Borges de Sousa" userId="02386067-c46f-46e6-bf61-8f6a774af0e5" providerId="ADAL" clId="{73C3FE35-BF7E-418C-A7F8-FA0AB4F63A6B}" dt="2026-06-03T20:45:49.498" v="592" actId="478"/>
          <ac:picMkLst>
            <pc:docMk/>
            <pc:sldMk cId="1044334470" sldId="267"/>
            <ac:picMk id="3" creationId="{6DB04F82-3D01-18EC-7053-E8D737AAB1C4}"/>
          </ac:picMkLst>
        </pc:picChg>
        <pc:picChg chg="add del mod">
          <ac:chgData name="Murillo Álvaro Borges de Sousa" userId="02386067-c46f-46e6-bf61-8f6a774af0e5" providerId="ADAL" clId="{73C3FE35-BF7E-418C-A7F8-FA0AB4F63A6B}" dt="2026-06-03T20:45:27.424" v="588" actId="478"/>
          <ac:picMkLst>
            <pc:docMk/>
            <pc:sldMk cId="1044334470" sldId="267"/>
            <ac:picMk id="1026" creationId="{DD102A72-AD13-B15B-1FF8-92A0E8CA47D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5203010-2883-0EA3-11F8-BF1A310C001F}"/>
              </a:ext>
            </a:extLst>
          </p:cNvPr>
          <p:cNvGrpSpPr/>
          <p:nvPr/>
        </p:nvGrpSpPr>
        <p:grpSpPr>
          <a:xfrm>
            <a:off x="227781" y="446955"/>
            <a:ext cx="11736438" cy="2486372"/>
            <a:chOff x="227781" y="836344"/>
            <a:chExt cx="1173643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FBE7FAC-610B-1530-2035-4D46E6943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781" y="836344"/>
              <a:ext cx="11736438" cy="248637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A6569C-9CD9-988C-8062-8C4D6AB04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3233" y="836344"/>
              <a:ext cx="585531" cy="4528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F3B639-7391-F016-A4C3-A5944C193FEE}"/>
              </a:ext>
            </a:extLst>
          </p:cNvPr>
          <p:cNvGrpSpPr/>
          <p:nvPr/>
        </p:nvGrpSpPr>
        <p:grpSpPr>
          <a:xfrm>
            <a:off x="227781" y="3924673"/>
            <a:ext cx="11736438" cy="2486372"/>
            <a:chOff x="227781" y="3984633"/>
            <a:chExt cx="11736438" cy="248637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7781" y="3984633"/>
              <a:ext cx="11736438" cy="248637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FEA047C-452E-44BC-5272-4AFCD0655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3233" y="3984633"/>
              <a:ext cx="585531" cy="4528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8571</TotalTime>
  <Words>100</Words>
  <Application>Microsoft Office PowerPoint</Application>
  <PresentationFormat>Widescreen</PresentationFormat>
  <Paragraphs>67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5</cp:revision>
  <dcterms:created xsi:type="dcterms:W3CDTF">2026-05-11T18:50:17Z</dcterms:created>
  <dcterms:modified xsi:type="dcterms:W3CDTF">2026-06-08T14:33:49Z</dcterms:modified>
</cp:coreProperties>
</file>