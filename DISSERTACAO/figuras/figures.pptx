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71" r:id="rId3"/>
    <p:sldId id="272" r:id="rId4"/>
    <p:sldId id="257" r:id="rId5"/>
    <p:sldId id="258" r:id="rId6"/>
    <p:sldId id="259" r:id="rId7"/>
    <p:sldId id="261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69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19" dt="2026-06-17T12:16:13.4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9" autoAdjust="0"/>
  </p:normalViewPr>
  <p:slideViewPr>
    <p:cSldViewPr snapToGrid="0">
      <p:cViewPr varScale="1">
        <p:scale>
          <a:sx n="81" d="100"/>
          <a:sy n="81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17T12:16:22.020" v="743" actId="2085"/>
      <pc:docMkLst>
        <pc:docMk/>
      </pc:docMkLst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17T12:15:22.484" v="731" actId="2085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spChg chg="add mod ord">
          <ac:chgData name="Murillo Álvaro Borges de Sousa" userId="02386067-c46f-46e6-bf61-8f6a774af0e5" providerId="ADAL" clId="{73C3FE35-BF7E-418C-A7F8-FA0AB4F63A6B}" dt="2026-06-17T12:14:45.587" v="723" actId="2085"/>
          <ac:spMkLst>
            <pc:docMk/>
            <pc:sldMk cId="3118575108" sldId="268"/>
            <ac:spMk id="6" creationId="{29F74BF6-C754-78FB-3380-E53B2B3A354B}"/>
          </ac:spMkLst>
        </pc:spChg>
        <pc:spChg chg="add mod">
          <ac:chgData name="Murillo Álvaro Borges de Sousa" userId="02386067-c46f-46e6-bf61-8f6a774af0e5" providerId="ADAL" clId="{73C3FE35-BF7E-418C-A7F8-FA0AB4F63A6B}" dt="2026-06-17T12:13:19.454" v="706" actId="1076"/>
          <ac:spMkLst>
            <pc:docMk/>
            <pc:sldMk cId="3118575108" sldId="268"/>
            <ac:spMk id="9" creationId="{B6C73736-A31D-9724-1EFA-84C5A377B69E}"/>
          </ac:spMkLst>
        </pc:spChg>
        <pc:spChg chg="add mod ord">
          <ac:chgData name="Murillo Álvaro Borges de Sousa" userId="02386067-c46f-46e6-bf61-8f6a774af0e5" providerId="ADAL" clId="{73C3FE35-BF7E-418C-A7F8-FA0AB4F63A6B}" dt="2026-06-17T12:15:22.484" v="731" actId="2085"/>
          <ac:spMkLst>
            <pc:docMk/>
            <pc:sldMk cId="3118575108" sldId="268"/>
            <ac:spMk id="12" creationId="{9DC2EF61-AC93-DC37-9F95-6899EEDC9E11}"/>
          </ac:spMkLst>
        </pc:spChg>
        <pc:grpChg chg="mod">
          <ac:chgData name="Murillo Álvaro Borges de Sousa" userId="02386067-c46f-46e6-bf61-8f6a774af0e5" providerId="ADAL" clId="{73C3FE35-BF7E-418C-A7F8-FA0AB4F63A6B}" dt="2026-06-17T12:15:16.157" v="729" actId="164"/>
          <ac:grpSpMkLst>
            <pc:docMk/>
            <pc:sldMk cId="3118575108" sldId="268"/>
            <ac:grpSpMk id="7" creationId="{4C164737-1DF1-7A94-0820-4540B763E114}"/>
          </ac:grpSpMkLst>
        </pc:grpChg>
        <pc:grpChg chg="add mod">
          <ac:chgData name="Murillo Álvaro Borges de Sousa" userId="02386067-c46f-46e6-bf61-8f6a774af0e5" providerId="ADAL" clId="{73C3FE35-BF7E-418C-A7F8-FA0AB4F63A6B}" dt="2026-06-17T12:13:20.902" v="708" actId="164"/>
          <ac:grpSpMkLst>
            <pc:docMk/>
            <pc:sldMk cId="3118575108" sldId="268"/>
            <ac:grpSpMk id="8" creationId="{C4CBA69E-67C5-AD51-126F-FC9BDEF15FE7}"/>
          </ac:grpSpMkLst>
        </pc:grpChg>
        <pc:grpChg chg="add mod">
          <ac:chgData name="Murillo Álvaro Borges de Sousa" userId="02386067-c46f-46e6-bf61-8f6a774af0e5" providerId="ADAL" clId="{73C3FE35-BF7E-418C-A7F8-FA0AB4F63A6B}" dt="2026-06-17T12:13:19.055" v="705" actId="164"/>
          <ac:grpSpMkLst>
            <pc:docMk/>
            <pc:sldMk cId="3118575108" sldId="268"/>
            <ac:grpSpMk id="10" creationId="{380FCD76-BF5E-C8B8-9C81-7E5F99E74783}"/>
          </ac:grpSpMkLst>
        </pc:grpChg>
        <pc:grpChg chg="add mod">
          <ac:chgData name="Murillo Álvaro Borges de Sousa" userId="02386067-c46f-46e6-bf61-8f6a774af0e5" providerId="ADAL" clId="{73C3FE35-BF7E-418C-A7F8-FA0AB4F63A6B}" dt="2026-06-17T12:14:19.220" v="718" actId="164"/>
          <ac:grpSpMkLst>
            <pc:docMk/>
            <pc:sldMk cId="3118575108" sldId="268"/>
            <ac:grpSpMk id="11" creationId="{D883E536-3009-A0BC-F693-6F715B0624EB}"/>
          </ac:grpSpMkLst>
        </pc:grpChg>
        <pc:grpChg chg="mod">
          <ac:chgData name="Murillo Álvaro Borges de Sousa" userId="02386067-c46f-46e6-bf61-8f6a774af0e5" providerId="ADAL" clId="{73C3FE35-BF7E-418C-A7F8-FA0AB4F63A6B}" dt="2026-06-17T12:14:19.220" v="718" actId="164"/>
          <ac:grpSpMkLst>
            <pc:docMk/>
            <pc:sldMk cId="3118575108" sldId="268"/>
            <ac:grpSpMk id="13" creationId="{35685DFB-180C-F4C8-81BC-2CF5A19D58AE}"/>
          </ac:grpSpMkLst>
        </pc:grpChg>
        <pc:grpChg chg="add mod">
          <ac:chgData name="Murillo Álvaro Borges de Sousa" userId="02386067-c46f-46e6-bf61-8f6a774af0e5" providerId="ADAL" clId="{73C3FE35-BF7E-418C-A7F8-FA0AB4F63A6B}" dt="2026-06-17T12:15:17.417" v="730" actId="1076"/>
          <ac:grpSpMkLst>
            <pc:docMk/>
            <pc:sldMk cId="3118575108" sldId="268"/>
            <ac:grpSpMk id="16" creationId="{68BAE085-46B0-EEF3-B9CD-7B54BCDCE6AE}"/>
          </ac:grpSpMkLst>
        </pc:grpChg>
        <pc:picChg chg="mod">
          <ac:chgData name="Murillo Álvaro Borges de Sousa" userId="02386067-c46f-46e6-bf61-8f6a774af0e5" providerId="ADAL" clId="{73C3FE35-BF7E-418C-A7F8-FA0AB4F63A6B}" dt="2026-06-17T12:13:19.055" v="705" actId="164"/>
          <ac:picMkLst>
            <pc:docMk/>
            <pc:sldMk cId="3118575108" sldId="268"/>
            <ac:picMk id="3" creationId="{E10360D1-C467-A84D-47D2-0D9D571A8309}"/>
          </ac:picMkLst>
        </pc:picChg>
        <pc:picChg chg="mod">
          <ac:chgData name="Murillo Álvaro Borges de Sousa" userId="02386067-c46f-46e6-bf61-8f6a774af0e5" providerId="ADAL" clId="{73C3FE35-BF7E-418C-A7F8-FA0AB4F63A6B}" dt="2026-06-17T12:13:19.055" v="705" actId="164"/>
          <ac:picMkLst>
            <pc:docMk/>
            <pc:sldMk cId="3118575108" sldId="268"/>
            <ac:picMk id="5" creationId="{41B43844-CC90-5180-75F0-4AA34409EBA4}"/>
          </ac:picMkLst>
        </pc:picChg>
        <pc:picChg chg="mod">
          <ac:chgData name="Murillo Álvaro Borges de Sousa" userId="02386067-c46f-46e6-bf61-8f6a774af0e5" providerId="ADAL" clId="{73C3FE35-BF7E-418C-A7F8-FA0AB4F63A6B}" dt="2026-06-17T12:13:20.902" v="708" actId="164"/>
          <ac:picMkLst>
            <pc:docMk/>
            <pc:sldMk cId="3118575108" sldId="268"/>
            <ac:picMk id="14" creationId="{DC636D5A-6215-6615-0528-B2D56106ABE4}"/>
          </ac:picMkLst>
        </pc:picChg>
        <pc:picChg chg="mod">
          <ac:chgData name="Murillo Álvaro Borges de Sousa" userId="02386067-c46f-46e6-bf61-8f6a774af0e5" providerId="ADAL" clId="{73C3FE35-BF7E-418C-A7F8-FA0AB4F63A6B}" dt="2026-06-17T12:13:20.902" v="708" actId="164"/>
          <ac:picMkLst>
            <pc:docMk/>
            <pc:sldMk cId="3118575108" sldId="268"/>
            <ac:picMk id="15" creationId="{412B12D2-0216-833A-DD38-396C88BDFA53}"/>
          </ac:picMkLst>
        </pc:pic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  <pc:sldChg chg="addSp modSp mod">
        <pc:chgData name="Murillo Álvaro Borges de Sousa" userId="02386067-c46f-46e6-bf61-8f6a774af0e5" providerId="ADAL" clId="{73C3FE35-BF7E-418C-A7F8-FA0AB4F63A6B}" dt="2026-06-17T12:16:22.020" v="743" actId="2085"/>
        <pc:sldMkLst>
          <pc:docMk/>
          <pc:sldMk cId="3376657017" sldId="270"/>
        </pc:sldMkLst>
        <pc:spChg chg="add mod">
          <ac:chgData name="Murillo Álvaro Borges de Sousa" userId="02386067-c46f-46e6-bf61-8f6a774af0e5" providerId="ADAL" clId="{73C3FE35-BF7E-418C-A7F8-FA0AB4F63A6B}" dt="2026-06-17T12:13:17.573" v="703" actId="1076"/>
          <ac:spMkLst>
            <pc:docMk/>
            <pc:sldMk cId="3376657017" sldId="270"/>
            <ac:spMk id="2" creationId="{E875F6B9-DD22-4682-7123-6BA0F5E57597}"/>
          </ac:spMkLst>
        </pc:spChg>
        <pc:spChg chg="add mod">
          <ac:chgData name="Murillo Álvaro Borges de Sousa" userId="02386067-c46f-46e6-bf61-8f6a774af0e5" providerId="ADAL" clId="{73C3FE35-BF7E-418C-A7F8-FA0AB4F63A6B}" dt="2026-06-17T12:13:08.347" v="700"/>
          <ac:spMkLst>
            <pc:docMk/>
            <pc:sldMk cId="3376657017" sldId="270"/>
            <ac:spMk id="12" creationId="{0A8CDAB1-A78B-C6D2-16EE-FE39CA1E93AC}"/>
          </ac:spMkLst>
        </pc:spChg>
        <pc:spChg chg="add mod ord">
          <ac:chgData name="Murillo Álvaro Borges de Sousa" userId="02386067-c46f-46e6-bf61-8f6a774af0e5" providerId="ADAL" clId="{73C3FE35-BF7E-418C-A7F8-FA0AB4F63A6B}" dt="2026-06-17T12:15:52.921" v="737" actId="2085"/>
          <ac:spMkLst>
            <pc:docMk/>
            <pc:sldMk cId="3376657017" sldId="270"/>
            <ac:spMk id="13" creationId="{2CB8D846-5A55-72B5-5740-954CA706153A}"/>
          </ac:spMkLst>
        </pc:spChg>
        <pc:spChg chg="add mod ord">
          <ac:chgData name="Murillo Álvaro Borges de Sousa" userId="02386067-c46f-46e6-bf61-8f6a774af0e5" providerId="ADAL" clId="{73C3FE35-BF7E-418C-A7F8-FA0AB4F63A6B}" dt="2026-06-17T12:16:22.020" v="743" actId="2085"/>
          <ac:spMkLst>
            <pc:docMk/>
            <pc:sldMk cId="3376657017" sldId="270"/>
            <ac:spMk id="15" creationId="{B248AFBD-7617-D640-D424-0CB78DED0931}"/>
          </ac:spMkLst>
        </pc:spChg>
        <pc:grpChg chg="mod">
          <ac:chgData name="Murillo Álvaro Borges de Sousa" userId="02386067-c46f-46e6-bf61-8f6a774af0e5" providerId="ADAL" clId="{73C3FE35-BF7E-418C-A7F8-FA0AB4F63A6B}" dt="2026-06-17T12:16:13.456" v="742" actId="164"/>
          <ac:grpSpMkLst>
            <pc:docMk/>
            <pc:sldMk cId="3376657017" sldId="270"/>
            <ac:grpSpMk id="6" creationId="{C466ADCD-E9DF-25E3-58B7-9D728374581B}"/>
          </ac:grpSpMkLst>
        </pc:grpChg>
        <pc:grpChg chg="mod">
          <ac:chgData name="Murillo Álvaro Borges de Sousa" userId="02386067-c46f-46e6-bf61-8f6a774af0e5" providerId="ADAL" clId="{73C3FE35-BF7E-418C-A7F8-FA0AB4F63A6B}" dt="2026-06-17T12:15:44.341" v="736" actId="164"/>
          <ac:grpSpMkLst>
            <pc:docMk/>
            <pc:sldMk cId="3376657017" sldId="270"/>
            <ac:grpSpMk id="7" creationId="{C7144D70-AF4A-FDF9-C7EC-1B1955D54437}"/>
          </ac:grpSpMkLst>
        </pc:grpChg>
        <pc:grpChg chg="add mod">
          <ac:chgData name="Murillo Álvaro Borges de Sousa" userId="02386067-c46f-46e6-bf61-8f6a774af0e5" providerId="ADAL" clId="{73C3FE35-BF7E-418C-A7F8-FA0AB4F63A6B}" dt="2026-06-17T12:13:17.023" v="702" actId="164"/>
          <ac:grpSpMkLst>
            <pc:docMk/>
            <pc:sldMk cId="3376657017" sldId="270"/>
            <ac:grpSpMk id="11" creationId="{02AA446C-3595-4964-6BB0-79D93DDA9B41}"/>
          </ac:grpSpMkLst>
        </pc:grpChg>
        <pc:grpChg chg="add mod">
          <ac:chgData name="Murillo Álvaro Borges de Sousa" userId="02386067-c46f-46e6-bf61-8f6a774af0e5" providerId="ADAL" clId="{73C3FE35-BF7E-418C-A7F8-FA0AB4F63A6B}" dt="2026-06-17T12:15:44.341" v="736" actId="164"/>
          <ac:grpSpMkLst>
            <pc:docMk/>
            <pc:sldMk cId="3376657017" sldId="270"/>
            <ac:grpSpMk id="14" creationId="{8304C038-2AD5-74B2-AB55-B67EA164B824}"/>
          </ac:grpSpMkLst>
        </pc:grpChg>
        <pc:grpChg chg="add mod">
          <ac:chgData name="Murillo Álvaro Borges de Sousa" userId="02386067-c46f-46e6-bf61-8f6a774af0e5" providerId="ADAL" clId="{73C3FE35-BF7E-418C-A7F8-FA0AB4F63A6B}" dt="2026-06-17T12:16:13.456" v="742" actId="164"/>
          <ac:grpSpMkLst>
            <pc:docMk/>
            <pc:sldMk cId="3376657017" sldId="270"/>
            <ac:grpSpMk id="16" creationId="{0BD1CE00-12B9-E944-5ABD-5F66294217E4}"/>
          </ac:grpSpMkLst>
        </pc:grpChg>
        <pc:picChg chg="mod">
          <ac:chgData name="Murillo Álvaro Borges de Sousa" userId="02386067-c46f-46e6-bf61-8f6a774af0e5" providerId="ADAL" clId="{73C3FE35-BF7E-418C-A7F8-FA0AB4F63A6B}" dt="2026-06-17T12:13:17.023" v="702" actId="164"/>
          <ac:picMkLst>
            <pc:docMk/>
            <pc:sldMk cId="3376657017" sldId="270"/>
            <ac:picMk id="8" creationId="{07527855-073A-6FE1-41FB-61C5B6045AA1}"/>
          </ac:picMkLst>
        </pc:picChg>
        <pc:picChg chg="mod">
          <ac:chgData name="Murillo Álvaro Borges de Sousa" userId="02386067-c46f-46e6-bf61-8f6a774af0e5" providerId="ADAL" clId="{73C3FE35-BF7E-418C-A7F8-FA0AB4F63A6B}" dt="2026-06-17T12:13:17.023" v="702" actId="164"/>
          <ac:picMkLst>
            <pc:docMk/>
            <pc:sldMk cId="3376657017" sldId="270"/>
            <ac:picMk id="9" creationId="{6B83EF3A-2BD0-6A1F-7FFC-429399F0A62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6D4376-B5AB-A601-5511-86ABEDE70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83" y="241445"/>
            <a:ext cx="7375541" cy="599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35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11DAE65-A657-674B-1D47-FFF5C466848F}"/>
              </a:ext>
            </a:extLst>
          </p:cNvPr>
          <p:cNvGrpSpPr/>
          <p:nvPr/>
        </p:nvGrpSpPr>
        <p:grpSpPr>
          <a:xfrm>
            <a:off x="618616" y="1314967"/>
            <a:ext cx="11214297" cy="4306342"/>
            <a:chOff x="618616" y="1314967"/>
            <a:chExt cx="11214297" cy="430634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F7E3D3-6F53-DC2A-DE3F-1B87454EB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60" t="15857" r="2482" b="20858"/>
            <a:stretch>
              <a:fillRect/>
            </a:stretch>
          </p:blipFill>
          <p:spPr>
            <a:xfrm>
              <a:off x="4936886" y="1314967"/>
              <a:ext cx="6896027" cy="430634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CF144E-1948-CC5D-161E-7A4795286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349" t="17625" r="2123" b="7851"/>
            <a:stretch>
              <a:fillRect/>
            </a:stretch>
          </p:blipFill>
          <p:spPr>
            <a:xfrm>
              <a:off x="618616" y="1314967"/>
              <a:ext cx="4102779" cy="4306342"/>
            </a:xfrm>
            <a:prstGeom prst="rect">
              <a:avLst/>
            </a:prstGeom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7CC1E8A-0BB4-EF73-D38B-D5830B0ABC69}"/>
                </a:ext>
              </a:extLst>
            </p:cNvPr>
            <p:cNvSpPr/>
            <p:nvPr/>
          </p:nvSpPr>
          <p:spPr>
            <a:xfrm>
              <a:off x="5072773" y="2181197"/>
              <a:ext cx="1972604" cy="215096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0F356C-CCA4-9598-AAE2-A79B5112CF83}"/>
                </a:ext>
              </a:extLst>
            </p:cNvPr>
            <p:cNvSpPr/>
            <p:nvPr/>
          </p:nvSpPr>
          <p:spPr>
            <a:xfrm>
              <a:off x="1308100" y="2489201"/>
              <a:ext cx="2750902" cy="270510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041925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8BAE085-46B0-EEF3-B9CD-7B54BCDCE6AE}"/>
              </a:ext>
            </a:extLst>
          </p:cNvPr>
          <p:cNvGrpSpPr/>
          <p:nvPr/>
        </p:nvGrpSpPr>
        <p:grpSpPr>
          <a:xfrm>
            <a:off x="161798" y="3862328"/>
            <a:ext cx="11941584" cy="2575606"/>
            <a:chOff x="220584" y="3862328"/>
            <a:chExt cx="11941584" cy="257560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DC2EF61-AC93-DC37-9F95-6899EEDC9E11}"/>
                </a:ext>
              </a:extLst>
            </p:cNvPr>
            <p:cNvSpPr/>
            <p:nvPr/>
          </p:nvSpPr>
          <p:spPr>
            <a:xfrm>
              <a:off x="220584" y="3862328"/>
              <a:ext cx="11941584" cy="2575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164737-1DF1-7A94-0820-4540B763E114}"/>
                </a:ext>
              </a:extLst>
            </p:cNvPr>
            <p:cNvGrpSpPr/>
            <p:nvPr/>
          </p:nvGrpSpPr>
          <p:grpSpPr>
            <a:xfrm>
              <a:off x="286567" y="3906945"/>
              <a:ext cx="11809618" cy="2486372"/>
              <a:chOff x="161798" y="3862328"/>
              <a:chExt cx="11809618" cy="248637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41B43844-CC90-5180-75F0-4AA34409EB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17" b="517"/>
              <a:stretch/>
            </p:blipFill>
            <p:spPr>
              <a:xfrm>
                <a:off x="6103208" y="3862333"/>
                <a:ext cx="5868208" cy="2486367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E10360D1-C467-A84D-47D2-0D9D571A83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41" b="441"/>
              <a:stretch/>
            </p:blipFill>
            <p:spPr>
              <a:xfrm>
                <a:off x="161798" y="3862328"/>
                <a:ext cx="5868219" cy="2486372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392873" y="349299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5E4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83E536-3009-A0BC-F693-6F715B0624EB}"/>
              </a:ext>
            </a:extLst>
          </p:cNvPr>
          <p:cNvGrpSpPr/>
          <p:nvPr/>
        </p:nvGrpSpPr>
        <p:grpSpPr>
          <a:xfrm>
            <a:off x="125208" y="642606"/>
            <a:ext cx="11941584" cy="2575606"/>
            <a:chOff x="125208" y="642606"/>
            <a:chExt cx="11941584" cy="257560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F74BF6-C754-78FB-3380-E53B2B3A354B}"/>
                </a:ext>
              </a:extLst>
            </p:cNvPr>
            <p:cNvSpPr/>
            <p:nvPr/>
          </p:nvSpPr>
          <p:spPr>
            <a:xfrm>
              <a:off x="125208" y="642606"/>
              <a:ext cx="11941584" cy="2575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5685DFB-180C-F4C8-81BC-2CF5A19D58AE}"/>
                </a:ext>
              </a:extLst>
            </p:cNvPr>
            <p:cNvGrpSpPr/>
            <p:nvPr/>
          </p:nvGrpSpPr>
          <p:grpSpPr>
            <a:xfrm>
              <a:off x="161798" y="684564"/>
              <a:ext cx="11809618" cy="2486372"/>
              <a:chOff x="161798" y="3862328"/>
              <a:chExt cx="11809618" cy="2486372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DC636D5A-6215-6615-0528-B2D56106A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94" r="1494"/>
              <a:stretch/>
            </p:blipFill>
            <p:spPr>
              <a:xfrm>
                <a:off x="6103208" y="3862333"/>
                <a:ext cx="5868208" cy="2486367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412B12D2-0216-833A-DD38-396C88BDFA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7" r="1587"/>
              <a:stretch/>
            </p:blipFill>
            <p:spPr>
              <a:xfrm>
                <a:off x="161798" y="3862328"/>
                <a:ext cx="5868219" cy="248637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38A23-64B5-644A-CECB-9DD85307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304C038-2AD5-74B2-AB55-B67EA164B824}"/>
              </a:ext>
            </a:extLst>
          </p:cNvPr>
          <p:cNvGrpSpPr/>
          <p:nvPr/>
        </p:nvGrpSpPr>
        <p:grpSpPr>
          <a:xfrm>
            <a:off x="125208" y="549502"/>
            <a:ext cx="11941584" cy="2575606"/>
            <a:chOff x="125208" y="549502"/>
            <a:chExt cx="11941584" cy="257560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B8D846-5A55-72B5-5740-954CA706153A}"/>
                </a:ext>
              </a:extLst>
            </p:cNvPr>
            <p:cNvSpPr/>
            <p:nvPr/>
          </p:nvSpPr>
          <p:spPr>
            <a:xfrm>
              <a:off x="125208" y="549502"/>
              <a:ext cx="11941584" cy="2575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7144D70-AF4A-FDF9-C7EC-1B1955D54437}"/>
                </a:ext>
              </a:extLst>
            </p:cNvPr>
            <p:cNvGrpSpPr/>
            <p:nvPr/>
          </p:nvGrpSpPr>
          <p:grpSpPr>
            <a:xfrm>
              <a:off x="191191" y="594119"/>
              <a:ext cx="11809618" cy="2486372"/>
              <a:chOff x="161798" y="3862328"/>
              <a:chExt cx="11809618" cy="248637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D96923AF-8A1C-9068-0322-A398C0E16F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" r="1012"/>
              <a:stretch/>
            </p:blipFill>
            <p:spPr>
              <a:xfrm>
                <a:off x="6103208" y="3862333"/>
                <a:ext cx="5868208" cy="2486367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6B33699-1D56-68AD-8392-B3BB87AC9F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6" r="46"/>
              <a:stretch/>
            </p:blipFill>
            <p:spPr>
              <a:xfrm>
                <a:off x="161798" y="3862328"/>
                <a:ext cx="5868219" cy="2486372"/>
              </a:xfrm>
              <a:prstGeom prst="rect">
                <a:avLst/>
              </a:prstGeom>
            </p:spPr>
          </p:pic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64F5E71-D058-336D-B7C5-67FBADEE2948}"/>
              </a:ext>
            </a:extLst>
          </p:cNvPr>
          <p:cNvSpPr txBox="1"/>
          <p:nvPr/>
        </p:nvSpPr>
        <p:spPr>
          <a:xfrm>
            <a:off x="4429465" y="180170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1E5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D1CE00-12B9-E944-5ABD-5F66294217E4}"/>
              </a:ext>
            </a:extLst>
          </p:cNvPr>
          <p:cNvGrpSpPr/>
          <p:nvPr/>
        </p:nvGrpSpPr>
        <p:grpSpPr>
          <a:xfrm>
            <a:off x="184239" y="3939778"/>
            <a:ext cx="11941584" cy="2575606"/>
            <a:chOff x="184239" y="3939778"/>
            <a:chExt cx="11941584" cy="257560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248AFBD-7617-D640-D424-0CB78DED0931}"/>
                </a:ext>
              </a:extLst>
            </p:cNvPr>
            <p:cNvSpPr/>
            <p:nvPr/>
          </p:nvSpPr>
          <p:spPr>
            <a:xfrm>
              <a:off x="184239" y="3939778"/>
              <a:ext cx="11941584" cy="2575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466ADCD-E9DF-25E3-58B7-9D728374581B}"/>
                </a:ext>
              </a:extLst>
            </p:cNvPr>
            <p:cNvGrpSpPr/>
            <p:nvPr/>
          </p:nvGrpSpPr>
          <p:grpSpPr>
            <a:xfrm>
              <a:off x="227782" y="3984395"/>
              <a:ext cx="11809618" cy="2486372"/>
              <a:chOff x="161798" y="3862328"/>
              <a:chExt cx="11809618" cy="2486372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07527855-073A-6FE1-41FB-61C5B6045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27" b="227"/>
              <a:stretch/>
            </p:blipFill>
            <p:spPr>
              <a:xfrm>
                <a:off x="6103208" y="3862333"/>
                <a:ext cx="5868208" cy="2486367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B83EF3A-2BD0-6A1F-7FFC-429399F0A6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59" r="1559"/>
              <a:stretch/>
            </p:blipFill>
            <p:spPr>
              <a:xfrm>
                <a:off x="161798" y="3862328"/>
                <a:ext cx="5868219" cy="2486372"/>
              </a:xfrm>
              <a:prstGeom prst="rect">
                <a:avLst/>
              </a:prstGeom>
            </p:spPr>
          </p:pic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57C7332-32E6-1C8C-C7B4-288DD4A21447}"/>
              </a:ext>
            </a:extLst>
          </p:cNvPr>
          <p:cNvSpPr txBox="1"/>
          <p:nvPr/>
        </p:nvSpPr>
        <p:spPr>
          <a:xfrm>
            <a:off x="4429465" y="357044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1E4</a:t>
            </a:r>
          </a:p>
        </p:txBody>
      </p:sp>
    </p:spTree>
    <p:extLst>
      <p:ext uri="{BB962C8B-B14F-4D97-AF65-F5344CB8AC3E}">
        <p14:creationId xmlns:p14="http://schemas.microsoft.com/office/powerpoint/2010/main" val="3376657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CF0CA41-3D76-A3AE-E365-80D7DA72A190}"/>
              </a:ext>
            </a:extLst>
          </p:cNvPr>
          <p:cNvGrpSpPr/>
          <p:nvPr/>
        </p:nvGrpSpPr>
        <p:grpSpPr>
          <a:xfrm>
            <a:off x="1694048" y="235390"/>
            <a:ext cx="8519037" cy="6438745"/>
            <a:chOff x="1694048" y="235390"/>
            <a:chExt cx="8519037" cy="64387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6C3281-A026-ECCC-5039-6F2A457E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94048" y="235390"/>
              <a:ext cx="4246893" cy="319361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8178DF-D427-264B-CBA9-55CFD385F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9209" y="235390"/>
              <a:ext cx="3950356" cy="319361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D20D759-DEC0-3752-F272-B62CAA983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19298" y="3429000"/>
              <a:ext cx="4246894" cy="324513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1B1F51B-E81A-16F7-C750-EEF748D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62314" y="3429000"/>
              <a:ext cx="4250771" cy="32451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12713</TotalTime>
  <Words>115</Words>
  <Application>Microsoft Office PowerPoint</Application>
  <PresentationFormat>Widescreen</PresentationFormat>
  <Paragraphs>71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10</cp:revision>
  <dcterms:created xsi:type="dcterms:W3CDTF">2026-05-11T18:50:17Z</dcterms:created>
  <dcterms:modified xsi:type="dcterms:W3CDTF">2026-06-17T12:16:32Z</dcterms:modified>
</cp:coreProperties>
</file>