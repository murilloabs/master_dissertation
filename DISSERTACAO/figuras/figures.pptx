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B72BAE-AB54-495B-86A9-4541991303FD}" v="2" dt="2026-06-08T17:21:25.8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69" autoAdjust="0"/>
  </p:normalViewPr>
  <p:slideViewPr>
    <p:cSldViewPr snapToGrid="0">
      <p:cViewPr varScale="1">
        <p:scale>
          <a:sx n="64" d="100"/>
          <a:sy n="64" d="100"/>
        </p:scale>
        <p:origin x="9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 sldOrd">
      <pc:chgData name="Murillo Álvaro Borges de Sousa" userId="02386067-c46f-46e6-bf61-8f6a774af0e5" providerId="ADAL" clId="{73C3FE35-BF7E-418C-A7F8-FA0AB4F63A6B}" dt="2026-06-08T17:22:09.955" v="684" actId="1076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5-11T19:16:03.560" v="49" actId="1076"/>
        <pc:sldMkLst>
          <pc:docMk/>
          <pc:sldMk cId="817646025" sldId="256"/>
        </pc:sldMkLst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" creationId="{27756945-9C9C-6397-ED0A-A39EC77A773B}"/>
          </ac:spMkLst>
        </pc:spChg>
        <pc:spChg chg="mod">
          <ac:chgData name="Murillo Álvaro Borges de Sousa" userId="02386067-c46f-46e6-bf61-8f6a774af0e5" providerId="ADAL" clId="{73C3FE35-BF7E-418C-A7F8-FA0AB4F63A6B}" dt="2026-05-11T18:51:35.155" v="4" actId="20577"/>
          <ac:spMkLst>
            <pc:docMk/>
            <pc:sldMk cId="817646025" sldId="256"/>
            <ac:spMk id="11" creationId="{FD3D8DC2-0DE9-D62A-2515-C6F8CF62B10D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" creationId="{7E788BA7-8A32-C704-317F-F24A884BEF9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22" creationId="{A231D860-7E67-B631-EC9F-53E30DBC5D92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34" creationId="{969DF101-8951-8DF4-165B-7EB981017614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1" creationId="{D2FBA894-EF1F-7327-7F5D-9C9EB21FFEDE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6" creationId="{AAE1EAD2-A6E5-C952-0C7A-111D9E1FEC3A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7" creationId="{551716F6-F9E6-9D4A-70EB-5A5311C39F81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0" creationId="{7D997586-1195-888B-957D-D9324716BFCC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2" creationId="{4232A545-10BE-2E71-0A00-3A61EE44806E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3" creationId="{0BBA8D42-C0BE-CA2A-546F-A48CBCCD07BD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5" creationId="{21A7698F-D2F3-654F-EFFD-C71FC8E5CE43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8" creationId="{C3FC6E25-7C4D-44FE-F5C4-03B0D05039DB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111" creationId="{7B03FCBB-9B88-7715-A5D4-C2A8ABD2EF6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8" creationId="{10F55FD3-B1B9-2002-B7F9-00450CDB22C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38" creationId="{9B3312CB-3529-A94C-3835-E63BCECEE60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1" creationId="{BB228DE8-E7F3-DE62-A117-9FAF503E95AF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9" creationId="{5DB1E4AD-88AB-D2E3-DF0B-BD616732E35D}"/>
          </ac:spMkLst>
        </pc:spChg>
        <pc:spChg chg="add mod ord">
          <ac:chgData name="Murillo Álvaro Borges de Sousa" userId="02386067-c46f-46e6-bf61-8f6a774af0e5" providerId="ADAL" clId="{73C3FE35-BF7E-418C-A7F8-FA0AB4F63A6B}" dt="2026-05-11T19:15:49.770" v="46" actId="2085"/>
          <ac:spMkLst>
            <pc:docMk/>
            <pc:sldMk cId="817646025" sldId="256"/>
            <ac:spMk id="157" creationId="{DAA0FE4F-788F-D3FE-5B5D-920F8FB00BB9}"/>
          </ac:spMkLst>
        </pc:spChg>
        <pc:grpChg chg="mod">
          <ac:chgData name="Murillo Álvaro Borges de Sousa" userId="02386067-c46f-46e6-bf61-8f6a774af0e5" providerId="ADAL" clId="{73C3FE35-BF7E-418C-A7F8-FA0AB4F63A6B}" dt="2026-05-11T19:15:29.028" v="45" actId="164"/>
          <ac:grpSpMkLst>
            <pc:docMk/>
            <pc:sldMk cId="817646025" sldId="256"/>
            <ac:grpSpMk id="4" creationId="{D905BE86-88F8-913F-5910-BE2F4F26F472}"/>
          </ac:grpSpMkLst>
        </pc:grpChg>
        <pc:grpChg chg="add del 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82" creationId="{4436261A-39E8-63C4-B871-D850D577F64C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18" creationId="{CAA13FC0-2A43-73C3-D7EB-443FC16599D1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0" creationId="{03CE6F4C-484F-5B1D-69B7-319BEF51FA8A}"/>
          </ac:grpSpMkLst>
        </pc:grpChg>
        <pc:grpChg chg="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9" creationId="{7C13BA39-8A6E-3454-23F9-A831AEF58828}"/>
          </ac:grpSpMkLst>
        </pc:grpChg>
        <pc:grpChg chg="add mod">
          <ac:chgData name="Murillo Álvaro Borges de Sousa" userId="02386067-c46f-46e6-bf61-8f6a774af0e5" providerId="ADAL" clId="{73C3FE35-BF7E-418C-A7F8-FA0AB4F63A6B}" dt="2026-05-11T19:16:03.560" v="49" actId="1076"/>
          <ac:grpSpMkLst>
            <pc:docMk/>
            <pc:sldMk cId="817646025" sldId="256"/>
            <ac:grpSpMk id="158" creationId="{E25A32A8-2345-4162-64CF-3DD523D27CC9}"/>
          </ac:grpSpMkLst>
        </pc:grpChg>
        <pc:cxnChg chg="mod topLvl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19" creationId="{6F5A28C8-6ABC-1B95-7EEE-218FFACA966D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2" creationId="{3AE24472-A69F-9C82-0CAD-F6AA1633AFD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4" creationId="{4144C77E-9849-6AF3-9212-9D1231AFD113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6" creationId="{8C0BA61C-638C-AE8F-DAA1-C049B0EC0E5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30" creationId="{16D88D55-E846-6623-6925-EB4583454BFB}"/>
          </ac:cxnSpMkLst>
        </pc:cxnChg>
      </pc:sldChg>
      <pc:sldChg chg="addSp modSp new mod">
        <pc:chgData name="Murillo Álvaro Borges de Sousa" userId="02386067-c46f-46e6-bf61-8f6a774af0e5" providerId="ADAL" clId="{73C3FE35-BF7E-418C-A7F8-FA0AB4F63A6B}" dt="2026-05-11T19:19:02.105" v="75" actId="164"/>
        <pc:sldMkLst>
          <pc:docMk/>
          <pc:sldMk cId="19872681" sldId="257"/>
        </pc:sldMkLst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4" creationId="{8772FE72-F531-2243-A5F5-B78A83223320}"/>
          </ac:spMkLst>
        </pc:spChg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5" creationId="{3BE9D2D0-BD32-E6BE-2D54-F5D725AED3F0}"/>
          </ac:spMkLst>
        </pc:spChg>
        <pc:grpChg chg="add mod">
          <ac:chgData name="Murillo Álvaro Borges de Sousa" userId="02386067-c46f-46e6-bf61-8f6a774af0e5" providerId="ADAL" clId="{73C3FE35-BF7E-418C-A7F8-FA0AB4F63A6B}" dt="2026-05-11T19:19:02.105" v="75" actId="164"/>
          <ac:grpSpMkLst>
            <pc:docMk/>
            <pc:sldMk cId="19872681" sldId="257"/>
            <ac:grpSpMk id="6" creationId="{D13EC567-EC28-8961-ED67-5BDA77A744C0}"/>
          </ac:grpSpMkLst>
        </pc:grpChg>
        <pc:picChg chg="add mod">
          <ac:chgData name="Murillo Álvaro Borges de Sousa" userId="02386067-c46f-46e6-bf61-8f6a774af0e5" providerId="ADAL" clId="{73C3FE35-BF7E-418C-A7F8-FA0AB4F63A6B}" dt="2026-05-11T19:19:02.105" v="75" actId="164"/>
          <ac:picMkLst>
            <pc:docMk/>
            <pc:sldMk cId="19872681" sldId="257"/>
            <ac:picMk id="3" creationId="{56E7E386-A7AE-9421-6A0F-7307670EB8DB}"/>
          </ac:picMkLst>
        </pc:picChg>
      </pc:sldChg>
      <pc:sldChg chg="addSp modSp new mod">
        <pc:chgData name="Murillo Álvaro Borges de Sousa" userId="02386067-c46f-46e6-bf61-8f6a774af0e5" providerId="ADAL" clId="{73C3FE35-BF7E-418C-A7F8-FA0AB4F63A6B}" dt="2026-05-11T20:28:19.103" v="129" actId="164"/>
        <pc:sldMkLst>
          <pc:docMk/>
          <pc:sldMk cId="981275175" sldId="258"/>
        </pc:sldMkLst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4" creationId="{6EBDA981-094C-97CC-30FE-AC55FEDCF1D0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5" creationId="{A32A2DE3-FE65-7291-4809-A32F83CBE615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6" creationId="{14846DD5-102B-ED53-FD06-CB47F901CE43}"/>
          </ac:spMkLst>
        </pc:spChg>
        <pc:grpChg chg="add mod">
          <ac:chgData name="Murillo Álvaro Borges de Sousa" userId="02386067-c46f-46e6-bf61-8f6a774af0e5" providerId="ADAL" clId="{73C3FE35-BF7E-418C-A7F8-FA0AB4F63A6B}" dt="2026-05-11T20:28:19.103" v="129" actId="164"/>
          <ac:grpSpMkLst>
            <pc:docMk/>
            <pc:sldMk cId="981275175" sldId="258"/>
            <ac:grpSpMk id="7" creationId="{B983E2C5-7602-7B88-8549-A15E1E61F2BA}"/>
          </ac:grpSpMkLst>
        </pc:grpChg>
        <pc:picChg chg="add mod">
          <ac:chgData name="Murillo Álvaro Borges de Sousa" userId="02386067-c46f-46e6-bf61-8f6a774af0e5" providerId="ADAL" clId="{73C3FE35-BF7E-418C-A7F8-FA0AB4F63A6B}" dt="2026-05-11T20:28:19.103" v="129" actId="164"/>
          <ac:picMkLst>
            <pc:docMk/>
            <pc:sldMk cId="981275175" sldId="258"/>
            <ac:picMk id="3" creationId="{50251957-5103-8F1E-7205-8FFCB8EF736E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5-11T20:34:18.701" v="212" actId="164"/>
        <pc:sldMkLst>
          <pc:docMk/>
          <pc:sldMk cId="712012867" sldId="259"/>
        </pc:sldMkLst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8" creationId="{6DAC74C6-D3A9-A1A4-98AC-3CBAC9AEE8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9" creationId="{7EB69D80-226D-5D6C-D7B9-3CD632324C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0" creationId="{EAF2B49E-34E1-82F0-6B4A-07EDFC5023A9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1" creationId="{DA688BD9-BF97-934B-37A4-E589084BAF0B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2" creationId="{13848E9A-F1F6-AAEB-8CC8-D13447F243C7}"/>
          </ac:spMkLst>
        </pc:spChg>
        <pc:grpChg chg="add mod">
          <ac:chgData name="Murillo Álvaro Borges de Sousa" userId="02386067-c46f-46e6-bf61-8f6a774af0e5" providerId="ADAL" clId="{73C3FE35-BF7E-418C-A7F8-FA0AB4F63A6B}" dt="2026-05-11T20:34:18.701" v="212" actId="164"/>
          <ac:grpSpMkLst>
            <pc:docMk/>
            <pc:sldMk cId="712012867" sldId="259"/>
            <ac:grpSpMk id="31" creationId="{06EC4F63-524F-D4D3-6C38-4B6354175C18}"/>
          </ac:grpSpMkLst>
        </pc:grpChg>
        <pc:picChg chg="add mod">
          <ac:chgData name="Murillo Álvaro Borges de Sousa" userId="02386067-c46f-46e6-bf61-8f6a774af0e5" providerId="ADAL" clId="{73C3FE35-BF7E-418C-A7F8-FA0AB4F63A6B}" dt="2026-05-11T20:34:18.701" v="212" actId="164"/>
          <ac:picMkLst>
            <pc:docMk/>
            <pc:sldMk cId="712012867" sldId="259"/>
            <ac:picMk id="7" creationId="{27297451-97A2-EADE-0111-5BD94C194E76}"/>
          </ac:picMkLst>
        </pc:pic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14" creationId="{93E4CDA4-4BB6-B4E1-1102-91FF2A57DE2C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5" creationId="{67395EAC-DE11-2389-27D0-D8FCBFA8EFA0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6" creationId="{1A65F0D0-A3EB-53B5-5269-29D7C805881C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1T18:10:53.590" v="259" actId="164"/>
        <pc:sldMkLst>
          <pc:docMk/>
          <pc:sldMk cId="1834618103" sldId="263"/>
        </pc:sldMkLst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4" creationId="{947B6668-CAEF-84E5-7B0C-C28530DEFD5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5" creationId="{58F3A87D-60FA-6F4F-5D39-B6B21632440D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6" creationId="{2983C37A-DAC4-4E5F-1E10-38A88F1A6EB5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7" creationId="{FE88876A-03CD-3617-4066-A09B42AD586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8" creationId="{5095C891-2A26-13DB-1188-82B8DB26BCBA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16" creationId="{BFA4B31B-5F8F-1736-4563-EDD5F7C0980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27" creationId="{13C1F253-17DD-9889-45D5-C26BC3094872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1" creationId="{99655463-26CC-24CE-0926-671569A32E84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6" creationId="{F640234E-0398-1342-0734-87669D5860F6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7" creationId="{7EBE36D6-B11E-E2D4-ECC1-0032655DA74A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8" creationId="{05841053-B5D1-63E1-99D7-4E46DA195B2E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9" creationId="{C7963248-DE4E-B646-3C69-B163B611BA07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0" creationId="{556C9E57-4041-FCFF-37A7-3AF84C0A1602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2" creationId="{046B6F47-DA82-7DD6-0E13-CF12C5F51CA5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3" creationId="{7DC8D8D2-96AA-7DD0-7AEE-C33FB2A88FA8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5" creationId="{71339A56-93E1-765C-C2D1-EBFB56920F55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6" creationId="{6EBDDC76-53D4-1104-2C40-B2062D8FAF8D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7" creationId="{2A8C70C0-AD08-079D-F06D-C2FB7D90B7D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9" creationId="{B7D1909B-D66F-C89D-4BAC-DD4F1ED21EB6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0" creationId="{520E8935-AA66-1B0B-1B31-557CB696D708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53" creationId="{E09CF5EE-8EE2-0971-9A00-A420D77A2A21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9" creationId="{A06382A5-176E-15DB-05D4-BCF1EA26082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0" creationId="{FD2D6E26-5878-C977-2F63-40B04B05282B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3" creationId="{E564DB17-07E3-8072-6BE8-E7DD912EC467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4" creationId="{0FD36958-D4DC-FFC1-65B6-5A2650DE458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65" creationId="{E7684FD0-4D75-F821-F3B2-AA0915DF9C17}"/>
          </ac:spMkLst>
        </pc:spChg>
        <pc:spChg chg="add mod ord">
          <ac:chgData name="Murillo Álvaro Borges de Sousa" userId="02386067-c46f-46e6-bf61-8f6a774af0e5" providerId="ADAL" clId="{73C3FE35-BF7E-418C-A7F8-FA0AB4F63A6B}" dt="2026-06-01T18:10:53.590" v="259" actId="164"/>
          <ac:spMkLst>
            <pc:docMk/>
            <pc:sldMk cId="1834618103" sldId="263"/>
            <ac:spMk id="66" creationId="{60E9778A-3761-C461-64F3-79642AA7D427}"/>
          </ac:spMkLst>
        </pc:spChg>
        <pc:grpChg chg="mod">
          <ac:chgData name="Murillo Álvaro Borges de Sousa" userId="02386067-c46f-46e6-bf61-8f6a774af0e5" providerId="ADAL" clId="{73C3FE35-BF7E-418C-A7F8-FA0AB4F63A6B}" dt="2026-06-01T18:03:38.673" v="248" actId="164"/>
          <ac:grpSpMkLst>
            <pc:docMk/>
            <pc:sldMk cId="1834618103" sldId="263"/>
            <ac:grpSpMk id="3" creationId="{5E4E3FC1-3E88-7A56-F45C-61B2053D3CBB}"/>
          </ac:grpSpMkLst>
        </pc:grpChg>
        <pc:grpChg chg="mod">
          <ac:chgData name="Murillo Álvaro Borges de Sousa" userId="02386067-c46f-46e6-bf61-8f6a774af0e5" providerId="ADAL" clId="{73C3FE35-BF7E-418C-A7F8-FA0AB4F63A6B}" dt="2026-06-01T18:03:30.031" v="247" actId="164"/>
          <ac:grpSpMkLst>
            <pc:docMk/>
            <pc:sldMk cId="1834618103" sldId="263"/>
            <ac:grpSpMk id="35" creationId="{91E6B644-1474-DD30-D9A3-246E2A799F9B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8" creationId="{37B31BF7-5848-4BDC-7C4D-1E89E309FE34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9" creationId="{94D82AB4-D7F7-3A71-B6AD-76DC93815991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71" creationId="{138673CF-4FE2-EFB5-9030-D864907BCDD5}"/>
          </ac:grpSpMkLst>
        </pc:grpChg>
      </pc:sldChg>
      <pc:sldChg chg="addSp delSp modSp new mod">
        <pc:chgData name="Murillo Álvaro Borges de Sousa" userId="02386067-c46f-46e6-bf61-8f6a774af0e5" providerId="ADAL" clId="{73C3FE35-BF7E-418C-A7F8-FA0AB4F63A6B}" dt="2026-06-02T17:04:50.653" v="374" actId="208"/>
        <pc:sldMkLst>
          <pc:docMk/>
          <pc:sldMk cId="1522299716" sldId="264"/>
        </pc:sldMkLst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4" creationId="{52DD1A79-310E-A78E-9BDB-78E99881CC90}"/>
          </ac:spMkLst>
        </pc:spChg>
        <pc:spChg chg="add mod">
          <ac:chgData name="Murillo Álvaro Borges de Sousa" userId="02386067-c46f-46e6-bf61-8f6a774af0e5" providerId="ADAL" clId="{73C3FE35-BF7E-418C-A7F8-FA0AB4F63A6B}" dt="2026-06-02T14:37:13.137" v="358" actId="1076"/>
          <ac:spMkLst>
            <pc:docMk/>
            <pc:sldMk cId="1522299716" sldId="264"/>
            <ac:spMk id="5" creationId="{D3DE5C22-CA75-31F6-D542-30E5945083D9}"/>
          </ac:spMkLst>
        </pc:spChg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6" creationId="{968B5D67-F3CD-C562-F708-B396E50213D8}"/>
          </ac:spMkLst>
        </pc:spChg>
        <pc:spChg chg="add mod ord">
          <ac:chgData name="Murillo Álvaro Borges de Sousa" userId="02386067-c46f-46e6-bf61-8f6a774af0e5" providerId="ADAL" clId="{73C3FE35-BF7E-418C-A7F8-FA0AB4F63A6B}" dt="2026-06-02T17:04:50.653" v="374" actId="208"/>
          <ac:spMkLst>
            <pc:docMk/>
            <pc:sldMk cId="1522299716" sldId="264"/>
            <ac:spMk id="9" creationId="{E6CBC1F0-97FD-DA72-ED5A-E7D463CC8A68}"/>
          </ac:spMkLst>
        </pc:s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7" creationId="{1F7C3375-1F11-3A99-DAFF-60594AFA7427}"/>
          </ac:grpSpMkLst>
        </pc:gr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10" creationId="{FE3EBD89-0E68-3B35-525E-3ABD8515678D}"/>
          </ac:grpSpMkLst>
        </pc:grpChg>
        <pc:picChg chg="add mod">
          <ac:chgData name="Murillo Álvaro Borges de Sousa" userId="02386067-c46f-46e6-bf61-8f6a774af0e5" providerId="ADAL" clId="{73C3FE35-BF7E-418C-A7F8-FA0AB4F63A6B}" dt="2026-06-02T12:41:21.300" v="354" actId="164"/>
          <ac:picMkLst>
            <pc:docMk/>
            <pc:sldMk cId="1522299716" sldId="264"/>
            <ac:picMk id="3" creationId="{C395F624-29E7-EB8D-AA14-ACD11D1DD967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6-02T18:19:11.810" v="442" actId="164"/>
        <pc:sldMkLst>
          <pc:docMk/>
          <pc:sldMk cId="4196720484" sldId="265"/>
        </pc:sldMkLst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3" creationId="{4D6B3DB7-F0C9-6D0A-542E-1958730A76AF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8" creationId="{AF727D3A-E35C-C430-5268-63E56FC4688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9" creationId="{AAD04BC0-2C1B-2626-6C84-5127B3C8A86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20" creationId="{9C6110CC-5413-0C7C-FEDB-4B267FBB0CD7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1" creationId="{D938E15D-0725-97A0-B87C-FBF24A2E4349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5" creationId="{D57C48E2-3B2E-87E9-09A0-FEAD1730A968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6" creationId="{006589A8-8B6E-22A4-F728-3486E191A2F4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7" creationId="{11754AC1-AC6E-3EA1-A814-AECAB43F68FB}"/>
          </ac:spMkLst>
        </pc:spChg>
        <pc:grpChg chg="add mod">
          <ac:chgData name="Murillo Álvaro Borges de Sousa" userId="02386067-c46f-46e6-bf61-8f6a774af0e5" providerId="ADAL" clId="{73C3FE35-BF7E-418C-A7F8-FA0AB4F63A6B}" dt="2026-06-02T18:19:05.993" v="441" actId="164"/>
          <ac:grpSpMkLst>
            <pc:docMk/>
            <pc:sldMk cId="4196720484" sldId="265"/>
            <ac:grpSpMk id="29" creationId="{A0F7F135-52C0-7A7C-B0B9-676E167521BB}"/>
          </ac:grpSpMkLst>
        </pc:grpChg>
        <pc:grpChg chg="add mod">
          <ac:chgData name="Murillo Álvaro Borges de Sousa" userId="02386067-c46f-46e6-bf61-8f6a774af0e5" providerId="ADAL" clId="{73C3FE35-BF7E-418C-A7F8-FA0AB4F63A6B}" dt="2026-06-02T18:19:11.810" v="442" actId="164"/>
          <ac:grpSpMkLst>
            <pc:docMk/>
            <pc:sldMk cId="4196720484" sldId="265"/>
            <ac:grpSpMk id="30" creationId="{3C8191E6-6AC6-E6E4-D076-AE12083ED166}"/>
          </ac:grpSpMkLst>
        </pc:grp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5" creationId="{82A421F8-EFF9-C019-5862-65AF81CB2C68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7" creationId="{00A30EE2-93ED-2A00-E96E-1A9EE6165D49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9" creationId="{FAE0A26F-A4C9-1472-F178-B9D95F19649B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2" creationId="{2079778B-47D1-2666-0861-C16604698386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3" creationId="{347D07DE-B126-74F7-EB5F-1F800BEB3455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4" creationId="{13ECFF32-CA15-F024-7BDE-FEE70F25DBB3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3T18:54:11.602" v="561" actId="403"/>
        <pc:sldMkLst>
          <pc:docMk/>
          <pc:sldMk cId="790095411" sldId="266"/>
        </pc:sldMkLst>
        <pc:spChg chg="add mod or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" creationId="{93B30B1F-CC39-F2A3-F32D-F40C27B31B68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9" creationId="{29C45C26-866A-35EA-383A-AA46AFD9FCC0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7" creationId="{9DE5CBB7-A5B3-3B51-7DD5-157FD84B1D8A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8" creationId="{12B1573A-43F7-FCE5-554F-6291D4A6BDB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9" creationId="{E00EA849-0261-7D16-DECC-A6C6FD51DE4D}"/>
          </ac:spMkLst>
        </pc:spChg>
        <pc:spChg chg="add mod">
          <ac:chgData name="Murillo Álvaro Borges de Sousa" userId="02386067-c46f-46e6-bf61-8f6a774af0e5" providerId="ADAL" clId="{73C3FE35-BF7E-418C-A7F8-FA0AB4F63A6B}" dt="2026-06-03T18:41:39.080" v="512" actId="1076"/>
          <ac:spMkLst>
            <pc:docMk/>
            <pc:sldMk cId="790095411" sldId="266"/>
            <ac:spMk id="20" creationId="{5DD6CD8C-5935-2425-9CEE-1B6FB3AEE85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1" creationId="{910EDAC2-AB1B-CC09-F543-DB67348C62EB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3" creationId="{43494094-AAA7-261B-E947-6330ECCE442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4" creationId="{7C3F8EA1-4DF5-A77C-FB9D-3AC7BC6ADA38}"/>
          </ac:spMkLst>
        </pc:spChg>
        <pc:spChg chg="add mod">
          <ac:chgData name="Murillo Álvaro Borges de Sousa" userId="02386067-c46f-46e6-bf61-8f6a774af0e5" providerId="ADAL" clId="{73C3FE35-BF7E-418C-A7F8-FA0AB4F63A6B}" dt="2026-06-03T18:54:11.602" v="561" actId="403"/>
          <ac:spMkLst>
            <pc:docMk/>
            <pc:sldMk cId="790095411" sldId="266"/>
            <ac:spMk id="25" creationId="{891E813D-1A15-BCF5-0862-7F9D3D26F65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6" creationId="{B731F87B-B38F-8B75-F4A1-DA6636FBCE3B}"/>
          </ac:spMkLst>
        </pc:spChg>
        <pc:cxnChg chg="add mod">
          <ac:chgData name="Murillo Álvaro Borges de Sousa" userId="02386067-c46f-46e6-bf61-8f6a774af0e5" providerId="ADAL" clId="{73C3FE35-BF7E-418C-A7F8-FA0AB4F63A6B}" dt="2026-06-03T18:40:26.049" v="486" actId="14100"/>
          <ac:cxnSpMkLst>
            <pc:docMk/>
            <pc:sldMk cId="790095411" sldId="266"/>
            <ac:cxnSpMk id="4" creationId="{0F0F620D-F3E7-05C4-20C4-8882D19BC6CB}"/>
          </ac:cxnSpMkLst>
        </pc:cxnChg>
        <pc:cxnChg chg="add mod">
          <ac:chgData name="Murillo Álvaro Borges de Sousa" userId="02386067-c46f-46e6-bf61-8f6a774af0e5" providerId="ADAL" clId="{73C3FE35-BF7E-418C-A7F8-FA0AB4F63A6B}" dt="2026-06-03T18:40:22.253" v="485" actId="14100"/>
          <ac:cxnSpMkLst>
            <pc:docMk/>
            <pc:sldMk cId="790095411" sldId="266"/>
            <ac:cxnSpMk id="7" creationId="{DBCD03D0-2EE7-5EE5-B7E5-D9B26FF81C6F}"/>
          </ac:cxnSpMkLst>
        </pc:cxnChg>
        <pc:cxnChg chg="add mod">
          <ac:chgData name="Murillo Álvaro Borges de Sousa" userId="02386067-c46f-46e6-bf61-8f6a774af0e5" providerId="ADAL" clId="{73C3FE35-BF7E-418C-A7F8-FA0AB4F63A6B}" dt="2026-06-03T18:40:08.006" v="482" actId="14100"/>
          <ac:cxnSpMkLst>
            <pc:docMk/>
            <pc:sldMk cId="790095411" sldId="266"/>
            <ac:cxnSpMk id="11" creationId="{987E3B93-086B-B531-D834-A4FC225DFE93}"/>
          </ac:cxnSpMkLst>
        </pc:cxnChg>
      </pc:sldChg>
      <pc:sldChg chg="addSp delSp modSp new mod">
        <pc:chgData name="Murillo Álvaro Borges de Sousa" userId="02386067-c46f-46e6-bf61-8f6a774af0e5" providerId="ADAL" clId="{73C3FE35-BF7E-418C-A7F8-FA0AB4F63A6B}" dt="2026-06-03T20:47:40.220" v="624" actId="14100"/>
        <pc:sldMkLst>
          <pc:docMk/>
          <pc:sldMk cId="1044334470" sldId="267"/>
        </pc:sldMkLst>
        <pc:grpChg chg="add mod">
          <ac:chgData name="Murillo Álvaro Borges de Sousa" userId="02386067-c46f-46e6-bf61-8f6a774af0e5" providerId="ADAL" clId="{73C3FE35-BF7E-418C-A7F8-FA0AB4F63A6B}" dt="2026-06-03T20:47:40.220" v="624" actId="14100"/>
          <ac:grpSpMkLst>
            <pc:docMk/>
            <pc:sldMk cId="1044334470" sldId="267"/>
            <ac:grpSpMk id="4" creationId="{9990C49C-874B-7A88-ED8B-1DDCA56DD1B3}"/>
          </ac:grpSpMkLst>
        </pc:grp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28" creationId="{BA25EC6C-A7CF-0CC7-9D8B-5F1DA4E203BE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0" creationId="{83A2EBEF-30B3-240E-77C7-8912817988B7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2" creationId="{089A9DA7-5790-D882-4C13-50957016F7E3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4" creationId="{BC5F9A05-7C65-2FAB-C9D0-B20E275568F2}"/>
          </ac:picMkLst>
        </pc:picChg>
      </pc:sldChg>
      <pc:sldChg chg="addSp modSp mod">
        <pc:chgData name="Murillo Álvaro Borges de Sousa" userId="02386067-c46f-46e6-bf61-8f6a774af0e5" providerId="ADAL" clId="{73C3FE35-BF7E-418C-A7F8-FA0AB4F63A6B}" dt="2026-06-08T17:22:09.955" v="684" actId="1076"/>
        <pc:sldMkLst>
          <pc:docMk/>
          <pc:sldMk cId="3118575108" sldId="268"/>
        </pc:sldMkLst>
        <pc:spChg chg="add mod">
          <ac:chgData name="Murillo Álvaro Borges de Sousa" userId="02386067-c46f-46e6-bf61-8f6a774af0e5" providerId="ADAL" clId="{73C3FE35-BF7E-418C-A7F8-FA0AB4F63A6B}" dt="2026-06-08T17:22:09.955" v="684" actId="1076"/>
          <ac:spMkLst>
            <pc:docMk/>
            <pc:sldMk cId="3118575108" sldId="268"/>
            <ac:spMk id="2" creationId="{66DB9167-9389-860C-3053-C44E9CAEBB1A}"/>
          </ac:spMkLst>
        </pc:spChg>
        <pc:spChg chg="add mod">
          <ac:chgData name="Murillo Álvaro Borges de Sousa" userId="02386067-c46f-46e6-bf61-8f6a774af0e5" providerId="ADAL" clId="{73C3FE35-BF7E-418C-A7F8-FA0AB4F63A6B}" dt="2026-06-08T17:21:53.982" v="670" actId="1076"/>
          <ac:spMkLst>
            <pc:docMk/>
            <pc:sldMk cId="3118575108" sldId="268"/>
            <ac:spMk id="4" creationId="{FE379F07-E5FD-A65B-5C09-A440B15930B1}"/>
          </ac:spMkLst>
        </pc:spChg>
        <pc:grpChg chg="mod">
          <ac:chgData name="Murillo Álvaro Borges de Sousa" userId="02386067-c46f-46e6-bf61-8f6a774af0e5" providerId="ADAL" clId="{73C3FE35-BF7E-418C-A7F8-FA0AB4F63A6B}" dt="2026-06-08T17:20:48.627" v="626" actId="1076"/>
          <ac:grpSpMkLst>
            <pc:docMk/>
            <pc:sldMk cId="3118575108" sldId="268"/>
            <ac:grpSpMk id="12" creationId="{85203010-2883-0EA3-11F8-BF1A310C001F}"/>
          </ac:grpSpMkLst>
        </pc:grpChg>
      </pc:sldChg>
      <pc:sldChg chg="new">
        <pc:chgData name="Murillo Álvaro Borges de Sousa" userId="02386067-c46f-46e6-bf61-8f6a774af0e5" providerId="ADAL" clId="{73C3FE35-BF7E-418C-A7F8-FA0AB4F63A6B}" dt="2026-06-08T17:16:51.694" v="625" actId="680"/>
        <pc:sldMkLst>
          <pc:docMk/>
          <pc:sldMk cId="543279352" sldId="26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10/06/2026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1377" y="3526566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b="1" dirty="0"/>
                  <a:t>h</a:t>
                </a:r>
                <a:endParaRPr lang="en-GB" sz="2800" b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F780C-BF8F-4E93-CA27-1593B9B65785}"/>
              </a:ext>
            </a:extLst>
          </p:cNvPr>
          <p:cNvGrpSpPr/>
          <p:nvPr/>
        </p:nvGrpSpPr>
        <p:grpSpPr>
          <a:xfrm>
            <a:off x="979714" y="756138"/>
            <a:ext cx="10668000" cy="5505335"/>
            <a:chOff x="979714" y="756138"/>
            <a:chExt cx="10668000" cy="550533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650C8F3-FDCD-5993-1BD0-AD03CFE969F9}"/>
                </a:ext>
              </a:extLst>
            </p:cNvPr>
            <p:cNvSpPr/>
            <p:nvPr/>
          </p:nvSpPr>
          <p:spPr>
            <a:xfrm>
              <a:off x="979714" y="756138"/>
              <a:ext cx="10668000" cy="550533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26B5C1-15E8-C5D2-48F0-6016E809AA13}"/>
                </a:ext>
              </a:extLst>
            </p:cNvPr>
            <p:cNvGrpSpPr/>
            <p:nvPr/>
          </p:nvGrpSpPr>
          <p:grpSpPr>
            <a:xfrm>
              <a:off x="1156636" y="756138"/>
              <a:ext cx="10208050" cy="5345723"/>
              <a:chOff x="1156636" y="756138"/>
              <a:chExt cx="10208050" cy="5345723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2B7DF96-7E2A-C2E9-22C9-7154B8CB6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047" r="10714"/>
              <a:stretch>
                <a:fillRect/>
              </a:stretch>
            </p:blipFill>
            <p:spPr>
              <a:xfrm>
                <a:off x="1712686" y="756138"/>
                <a:ext cx="9173028" cy="5345723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20F21-828F-AE4C-2B26-FB16AAE470EC}"/>
                  </a:ext>
                </a:extLst>
              </p:cNvPr>
              <p:cNvSpPr txBox="1"/>
              <p:nvPr/>
            </p:nvSpPr>
            <p:spPr>
              <a:xfrm>
                <a:off x="7561943" y="1045029"/>
                <a:ext cx="1527200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Espessura</a:t>
                </a:r>
                <a:endParaRPr lang="en-GB" sz="2000" b="1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5FC484-7F21-88D9-07D5-800DCFD54D82}"/>
                  </a:ext>
                </a:extLst>
              </p:cNvPr>
              <p:cNvSpPr txBox="1"/>
              <p:nvPr/>
            </p:nvSpPr>
            <p:spPr>
              <a:xfrm>
                <a:off x="10022114" y="2880601"/>
                <a:ext cx="1342572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Ângulo de Hélice</a:t>
                </a:r>
                <a:endParaRPr lang="en-GB" sz="20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0541A-FE1D-EBE9-945C-7C8A347339A4}"/>
                  </a:ext>
                </a:extLst>
              </p:cNvPr>
              <p:cNvSpPr txBox="1"/>
              <p:nvPr/>
            </p:nvSpPr>
            <p:spPr>
              <a:xfrm>
                <a:off x="9739086" y="3278086"/>
                <a:ext cx="508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/>
                  <a:t>h</a:t>
                </a:r>
                <a:endParaRPr lang="en-GB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A6F059-90C8-720C-8A72-67F81B2B5C79}"/>
                  </a:ext>
                </a:extLst>
              </p:cNvPr>
              <p:cNvSpPr txBox="1"/>
              <p:nvPr/>
            </p:nvSpPr>
            <p:spPr>
              <a:xfrm>
                <a:off x="4615543" y="2235200"/>
                <a:ext cx="2039404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principal</a:t>
                </a:r>
                <a:endParaRPr lang="en-GB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71DE60-5683-7B15-5D2C-9C5835FA6D09}"/>
                  </a:ext>
                </a:extLst>
              </p:cNvPr>
              <p:cNvSpPr txBox="1"/>
              <p:nvPr/>
            </p:nvSpPr>
            <p:spPr>
              <a:xfrm>
                <a:off x="5304972" y="4593772"/>
                <a:ext cx="16498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base</a:t>
                </a:r>
                <a:endParaRPr lang="en-GB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FC1697-B703-D523-813B-9C5C038A1BEF}"/>
                  </a:ext>
                </a:extLst>
              </p:cNvPr>
              <p:cNvSpPr txBox="1"/>
              <p:nvPr/>
            </p:nvSpPr>
            <p:spPr>
              <a:xfrm>
                <a:off x="1156636" y="3049878"/>
                <a:ext cx="55605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i="1" dirty="0"/>
                  <a:t>LOA</a:t>
                </a:r>
                <a:endParaRPr lang="en-GB" i="1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FBFCE7-1394-8257-EC44-8DD829177690}"/>
                  </a:ext>
                </a:extLst>
              </p:cNvPr>
              <p:cNvSpPr txBox="1"/>
              <p:nvPr/>
            </p:nvSpPr>
            <p:spPr>
              <a:xfrm>
                <a:off x="1712686" y="4666342"/>
                <a:ext cx="63688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i="1" dirty="0"/>
                  <a:t>        </a:t>
                </a:r>
                <a:endParaRPr lang="en-GB" i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3BCFBE-A597-2112-73EA-FB5FC16A9E0D}"/>
                  </a:ext>
                </a:extLst>
              </p:cNvPr>
              <p:cNvSpPr txBox="1"/>
              <p:nvPr/>
            </p:nvSpPr>
            <p:spPr>
              <a:xfrm>
                <a:off x="6313714" y="3416585"/>
                <a:ext cx="1016000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Eixo de Rotação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0817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138673CF-4FE2-EFB5-9030-D864907BCDD5}"/>
              </a:ext>
            </a:extLst>
          </p:cNvPr>
          <p:cNvGrpSpPr/>
          <p:nvPr/>
        </p:nvGrpSpPr>
        <p:grpSpPr>
          <a:xfrm>
            <a:off x="609601" y="739971"/>
            <a:ext cx="10796954" cy="5754614"/>
            <a:chOff x="609601" y="739971"/>
            <a:chExt cx="10796954" cy="575461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E9778A-3761-C461-64F3-79642AA7D427}"/>
                </a:ext>
              </a:extLst>
            </p:cNvPr>
            <p:cNvSpPr/>
            <p:nvPr/>
          </p:nvSpPr>
          <p:spPr>
            <a:xfrm>
              <a:off x="609601" y="739971"/>
              <a:ext cx="10796954" cy="57546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4D82AB4-D7F7-3A71-B6AD-76DC93815991}"/>
                </a:ext>
              </a:extLst>
            </p:cNvPr>
            <p:cNvGrpSpPr/>
            <p:nvPr/>
          </p:nvGrpSpPr>
          <p:grpSpPr>
            <a:xfrm>
              <a:off x="892619" y="956448"/>
              <a:ext cx="4734412" cy="5291122"/>
              <a:chOff x="892619" y="956448"/>
              <a:chExt cx="4734412" cy="5291122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4E3FC1-3E88-7A56-F45C-61B2053D3CBB}"/>
                  </a:ext>
                </a:extLst>
              </p:cNvPr>
              <p:cNvGrpSpPr/>
              <p:nvPr/>
            </p:nvGrpSpPr>
            <p:grpSpPr>
              <a:xfrm>
                <a:off x="892619" y="164030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BDD20980-8CE0-60B8-90EC-404A2B72BBB3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805139F0-2790-552B-1C65-898D4264C8A1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AA5DE70-AE01-9051-52FD-E405BFE4A1FD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6D1D7E3D-234F-160C-6463-C5AB54660BA5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5D312AA-A382-7223-46A2-9A670CD14831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4" name="Arrow: Curved Right 13">
                  <a:extLst>
                    <a:ext uri="{FF2B5EF4-FFF2-40B4-BE49-F238E27FC236}">
                      <a16:creationId xmlns:a16="http://schemas.microsoft.com/office/drawing/2014/main" id="{9A02A53E-E9F0-7FA8-23DF-56B2C36EB898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Arrow: Curved Right 14">
                  <a:extLst>
                    <a:ext uri="{FF2B5EF4-FFF2-40B4-BE49-F238E27FC236}">
                      <a16:creationId xmlns:a16="http://schemas.microsoft.com/office/drawing/2014/main" id="{A4DE17FA-178F-CE06-6A7C-00DF633DB4BE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Arrow: Curved Right 15">
                  <a:extLst>
                    <a:ext uri="{FF2B5EF4-FFF2-40B4-BE49-F238E27FC236}">
                      <a16:creationId xmlns:a16="http://schemas.microsoft.com/office/drawing/2014/main" id="{BFA4B31B-5F8F-1736-4563-EDD5F7C09809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Arrow: Curved Right 16">
                  <a:extLst>
                    <a:ext uri="{FF2B5EF4-FFF2-40B4-BE49-F238E27FC236}">
                      <a16:creationId xmlns:a16="http://schemas.microsoft.com/office/drawing/2014/main" id="{D1A9DDC5-EB3A-41BB-0F0A-3BEE31C04203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Arrow: Curved Right 17">
                  <a:extLst>
                    <a:ext uri="{FF2B5EF4-FFF2-40B4-BE49-F238E27FC236}">
                      <a16:creationId xmlns:a16="http://schemas.microsoft.com/office/drawing/2014/main" id="{92E2AF48-162C-ED68-A6BB-76B1C6A1E741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Arrow: Curved Right 18">
                  <a:extLst>
                    <a:ext uri="{FF2B5EF4-FFF2-40B4-BE49-F238E27FC236}">
                      <a16:creationId xmlns:a16="http://schemas.microsoft.com/office/drawing/2014/main" id="{C045DC9E-4985-0FC1-71B9-624F231C63C1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Arrow: Curved Right 19">
                  <a:extLst>
                    <a:ext uri="{FF2B5EF4-FFF2-40B4-BE49-F238E27FC236}">
                      <a16:creationId xmlns:a16="http://schemas.microsoft.com/office/drawing/2014/main" id="{98470598-89D5-399A-CA7C-9E1539E0A529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Arrow: Curved Right 20">
                  <a:extLst>
                    <a:ext uri="{FF2B5EF4-FFF2-40B4-BE49-F238E27FC236}">
                      <a16:creationId xmlns:a16="http://schemas.microsoft.com/office/drawing/2014/main" id="{48B36E8B-8C9D-B331-2869-DD35A74460FD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7ADE500-98EF-56F2-2D6C-129C7B43976E}"/>
                    </a:ext>
                  </a:extLst>
                </p:cNvPr>
                <p:cNvGrpSpPr/>
                <p:nvPr/>
              </p:nvGrpSpPr>
              <p:grpSpPr>
                <a:xfrm>
                  <a:off x="3853863" y="920296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2" name="Arc 31">
                    <a:extLst>
                      <a:ext uri="{FF2B5EF4-FFF2-40B4-BE49-F238E27FC236}">
                        <a16:creationId xmlns:a16="http://schemas.microsoft.com/office/drawing/2014/main" id="{898FD113-75BD-5D41-54E9-C9D2CF3B7D7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3" name="Isosceles Triangle 32">
                    <a:extLst>
                      <a:ext uri="{FF2B5EF4-FFF2-40B4-BE49-F238E27FC236}">
                        <a16:creationId xmlns:a16="http://schemas.microsoft.com/office/drawing/2014/main" id="{703ED48F-50BE-DA20-962B-9AA8E5391DD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695E1CBD-6A4B-1480-013D-58191937A3C9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0" name="Arc 29">
                    <a:extLst>
                      <a:ext uri="{FF2B5EF4-FFF2-40B4-BE49-F238E27FC236}">
                        <a16:creationId xmlns:a16="http://schemas.microsoft.com/office/drawing/2014/main" id="{3D833E17-A953-B284-CB58-3F410D6BB03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99655463-26CC-24CE-0926-671569A32E84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619294F-F796-C7EA-6934-EB003EB9B045}"/>
                    </a:ext>
                  </a:extLst>
                </p:cNvPr>
                <p:cNvGrpSpPr/>
                <p:nvPr/>
              </p:nvGrpSpPr>
              <p:grpSpPr>
                <a:xfrm rot="5802683">
                  <a:off x="5399606" y="955029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8" name="Arc 27">
                    <a:extLst>
                      <a:ext uri="{FF2B5EF4-FFF2-40B4-BE49-F238E27FC236}">
                        <a16:creationId xmlns:a16="http://schemas.microsoft.com/office/drawing/2014/main" id="{78B52DAE-8819-8D12-7B36-B553E645A18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B6EE5621-F4C3-2C87-F15D-5E227216D32C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4CB36ECE-2AAA-2C95-91DA-7719D7FE96F0}"/>
                    </a:ext>
                  </a:extLst>
                </p:cNvPr>
                <p:cNvGrpSpPr/>
                <p:nvPr/>
              </p:nvGrpSpPr>
              <p:grpSpPr>
                <a:xfrm rot="16378641">
                  <a:off x="3851631" y="2479905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6" name="Arc 25">
                    <a:extLst>
                      <a:ext uri="{FF2B5EF4-FFF2-40B4-BE49-F238E27FC236}">
                        <a16:creationId xmlns:a16="http://schemas.microsoft.com/office/drawing/2014/main" id="{1F800AEF-CA4F-56A1-1273-BD21B759E5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7" name="Isosceles Triangle 26">
                    <a:extLst>
                      <a:ext uri="{FF2B5EF4-FFF2-40B4-BE49-F238E27FC236}">
                        <a16:creationId xmlns:a16="http://schemas.microsoft.com/office/drawing/2014/main" id="{13C1F253-17DD-9889-45D5-C26BC309487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7B6668-CAEF-84E5-7B0C-C28530DEFD54}"/>
                  </a:ext>
                </a:extLst>
              </p:cNvPr>
              <p:cNvSpPr txBox="1"/>
              <p:nvPr/>
            </p:nvSpPr>
            <p:spPr>
              <a:xfrm>
                <a:off x="992842" y="956448"/>
                <a:ext cx="45661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0070C0"/>
                    </a:solidFill>
                  </a:rPr>
                  <a:t>FORWARD – PRECESSÃO DIRETA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F3A87D-60FA-6F4F-5D39-B6B21632440D}"/>
                  </a:ext>
                </a:extLst>
              </p:cNvPr>
              <p:cNvSpPr txBox="1"/>
              <p:nvPr/>
            </p:nvSpPr>
            <p:spPr>
              <a:xfrm>
                <a:off x="3535145" y="2541053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83C37A-DAC4-4E5F-1E10-38A88F1A6EB5}"/>
                  </a:ext>
                </a:extLst>
              </p:cNvPr>
              <p:cNvSpPr txBox="1"/>
              <p:nvPr/>
            </p:nvSpPr>
            <p:spPr>
              <a:xfrm>
                <a:off x="1882380" y="3136675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88876A-03CD-3617-4066-A09B42AD5864}"/>
                  </a:ext>
                </a:extLst>
              </p:cNvPr>
              <p:cNvSpPr txBox="1"/>
              <p:nvPr/>
            </p:nvSpPr>
            <p:spPr>
              <a:xfrm>
                <a:off x="2360584" y="497051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5C891-2A26-13DB-1188-82B8DB26BCBA}"/>
                  </a:ext>
                </a:extLst>
              </p:cNvPr>
              <p:cNvSpPr txBox="1"/>
              <p:nvPr/>
            </p:nvSpPr>
            <p:spPr>
              <a:xfrm>
                <a:off x="4185709" y="438476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7B31BF7-5848-4BDC-7C4D-1E89E309FE34}"/>
                </a:ext>
              </a:extLst>
            </p:cNvPr>
            <p:cNvGrpSpPr/>
            <p:nvPr/>
          </p:nvGrpSpPr>
          <p:grpSpPr>
            <a:xfrm>
              <a:off x="6206886" y="972002"/>
              <a:ext cx="4962256" cy="5290338"/>
              <a:chOff x="6206886" y="972002"/>
              <a:chExt cx="4962256" cy="52903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1E6B644-1474-DD30-D9A3-246E2A799F9B}"/>
                  </a:ext>
                </a:extLst>
              </p:cNvPr>
              <p:cNvGrpSpPr/>
              <p:nvPr/>
            </p:nvGrpSpPr>
            <p:grpSpPr>
              <a:xfrm>
                <a:off x="6350598" y="165507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307C2628-8643-6D21-DB74-EC0368A48475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046B6F47-DA82-7DD6-0E13-CF12C5F51CA5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7DC8D8D2-96AA-7DD0-7AEE-C33FB2A88FA8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5419599F-C9CA-13EC-2012-EB03B52651E3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1339A56-93E1-765C-C2D1-EBFB56920F55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6" name="Arrow: Curved Right 45">
                  <a:extLst>
                    <a:ext uri="{FF2B5EF4-FFF2-40B4-BE49-F238E27FC236}">
                      <a16:creationId xmlns:a16="http://schemas.microsoft.com/office/drawing/2014/main" id="{6EBDDC76-53D4-1104-2C40-B2062D8FAF8D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Arrow: Curved Right 46">
                  <a:extLst>
                    <a:ext uri="{FF2B5EF4-FFF2-40B4-BE49-F238E27FC236}">
                      <a16:creationId xmlns:a16="http://schemas.microsoft.com/office/drawing/2014/main" id="{2A8C70C0-AD08-079D-F06D-C2FB7D90B7D3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Arrow: Curved Right 47">
                  <a:extLst>
                    <a:ext uri="{FF2B5EF4-FFF2-40B4-BE49-F238E27FC236}">
                      <a16:creationId xmlns:a16="http://schemas.microsoft.com/office/drawing/2014/main" id="{AF096836-0E2C-58B3-1784-5FCD6D24EDD0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Arrow: Curved Right 48">
                  <a:extLst>
                    <a:ext uri="{FF2B5EF4-FFF2-40B4-BE49-F238E27FC236}">
                      <a16:creationId xmlns:a16="http://schemas.microsoft.com/office/drawing/2014/main" id="{B7D1909B-D66F-C89D-4BAC-DD4F1ED21EB6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Arrow: Curved Right 49">
                  <a:extLst>
                    <a:ext uri="{FF2B5EF4-FFF2-40B4-BE49-F238E27FC236}">
                      <a16:creationId xmlns:a16="http://schemas.microsoft.com/office/drawing/2014/main" id="{520E8935-AA66-1B0B-1B31-557CB696D708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Arrow: Curved Right 50">
                  <a:extLst>
                    <a:ext uri="{FF2B5EF4-FFF2-40B4-BE49-F238E27FC236}">
                      <a16:creationId xmlns:a16="http://schemas.microsoft.com/office/drawing/2014/main" id="{E0BB5A97-A770-97B0-31CB-B573A2326176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Arrow: Curved Right 51">
                  <a:extLst>
                    <a:ext uri="{FF2B5EF4-FFF2-40B4-BE49-F238E27FC236}">
                      <a16:creationId xmlns:a16="http://schemas.microsoft.com/office/drawing/2014/main" id="{96A7DEB9-2882-DCEB-FF27-75A2C9BE0448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Arrow: Curved Right 52">
                  <a:extLst>
                    <a:ext uri="{FF2B5EF4-FFF2-40B4-BE49-F238E27FC236}">
                      <a16:creationId xmlns:a16="http://schemas.microsoft.com/office/drawing/2014/main" id="{E09CF5EE-8EE2-0971-9A00-A420D77A2A21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E0CBAD50-B2E0-A4E2-2774-707FA84042CD}"/>
                    </a:ext>
                  </a:extLst>
                </p:cNvPr>
                <p:cNvGrpSpPr/>
                <p:nvPr/>
              </p:nvGrpSpPr>
              <p:grpSpPr>
                <a:xfrm>
                  <a:off x="3988277" y="776296"/>
                  <a:ext cx="2520000" cy="2664000"/>
                  <a:chOff x="3952252" y="765000"/>
                  <a:chExt cx="2520000" cy="2664000"/>
                </a:xfrm>
              </p:grpSpPr>
              <p:sp>
                <p:nvSpPr>
                  <p:cNvPr id="64" name="Arc 63">
                    <a:extLst>
                      <a:ext uri="{FF2B5EF4-FFF2-40B4-BE49-F238E27FC236}">
                        <a16:creationId xmlns:a16="http://schemas.microsoft.com/office/drawing/2014/main" id="{0FD36958-D4DC-FFC1-65B6-5A2650DE458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5" name="Isosceles Triangle 64">
                    <a:extLst>
                      <a:ext uri="{FF2B5EF4-FFF2-40B4-BE49-F238E27FC236}">
                        <a16:creationId xmlns:a16="http://schemas.microsoft.com/office/drawing/2014/main" id="{E7684FD0-4D75-F821-F3B2-AA0915DF9C17}"/>
                      </a:ext>
                    </a:extLst>
                  </p:cNvPr>
                  <p:cNvSpPr/>
                  <p:nvPr/>
                </p:nvSpPr>
                <p:spPr>
                  <a:xfrm rot="4447299">
                    <a:off x="4889042" y="765000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1F7F26E-DBD9-667F-9CA3-14D754EC7123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520000" cy="2676224"/>
                  <a:chOff x="3952252" y="752776"/>
                  <a:chExt cx="2520000" cy="2676224"/>
                </a:xfrm>
              </p:grpSpPr>
              <p:sp>
                <p:nvSpPr>
                  <p:cNvPr id="62" name="Arc 61">
                    <a:extLst>
                      <a:ext uri="{FF2B5EF4-FFF2-40B4-BE49-F238E27FC236}">
                        <a16:creationId xmlns:a16="http://schemas.microsoft.com/office/drawing/2014/main" id="{43B1B338-7C1A-1ACD-DC46-54FF9D1A97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E564DB17-07E3-8072-6BE8-E7DD912EC467}"/>
                      </a:ext>
                    </a:extLst>
                  </p:cNvPr>
                  <p:cNvSpPr/>
                  <p:nvPr/>
                </p:nvSpPr>
                <p:spPr>
                  <a:xfrm rot="4571183">
                    <a:off x="4917550" y="752776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B775C34-6F81-30E8-3BF6-77537CDEF719}"/>
                    </a:ext>
                  </a:extLst>
                </p:cNvPr>
                <p:cNvGrpSpPr/>
                <p:nvPr/>
              </p:nvGrpSpPr>
              <p:grpSpPr>
                <a:xfrm rot="5802683">
                  <a:off x="5403400" y="883168"/>
                  <a:ext cx="2520000" cy="2671189"/>
                  <a:chOff x="3896164" y="895947"/>
                  <a:chExt cx="2520000" cy="2671189"/>
                </a:xfrm>
              </p:grpSpPr>
              <p:sp>
                <p:nvSpPr>
                  <p:cNvPr id="60" name="Arc 59">
                    <a:extLst>
                      <a:ext uri="{FF2B5EF4-FFF2-40B4-BE49-F238E27FC236}">
                        <a16:creationId xmlns:a16="http://schemas.microsoft.com/office/drawing/2014/main" id="{FD2D6E26-5878-C977-2F63-40B04B05282B}"/>
                      </a:ext>
                    </a:extLst>
                  </p:cNvPr>
                  <p:cNvSpPr/>
                  <p:nvPr/>
                </p:nvSpPr>
                <p:spPr>
                  <a:xfrm rot="15797317">
                    <a:off x="3896164" y="1047136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1" name="Isosceles Triangle 60">
                    <a:extLst>
                      <a:ext uri="{FF2B5EF4-FFF2-40B4-BE49-F238E27FC236}">
                        <a16:creationId xmlns:a16="http://schemas.microsoft.com/office/drawing/2014/main" id="{B46CBDE0-9822-DB5D-F797-A1507A01780B}"/>
                      </a:ext>
                    </a:extLst>
                  </p:cNvPr>
                  <p:cNvSpPr/>
                  <p:nvPr/>
                </p:nvSpPr>
                <p:spPr>
                  <a:xfrm rot="5222525">
                    <a:off x="4786280" y="895947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980FC966-C032-CA59-182D-398649B7697F}"/>
                    </a:ext>
                  </a:extLst>
                </p:cNvPr>
                <p:cNvGrpSpPr/>
                <p:nvPr/>
              </p:nvGrpSpPr>
              <p:grpSpPr>
                <a:xfrm rot="16378641">
                  <a:off x="3952828" y="2428558"/>
                  <a:ext cx="2520000" cy="2624423"/>
                  <a:chOff x="3885948" y="890778"/>
                  <a:chExt cx="2520000" cy="2624423"/>
                </a:xfrm>
              </p:grpSpPr>
              <p:sp>
                <p:nvSpPr>
                  <p:cNvPr id="58" name="Arc 57">
                    <a:extLst>
                      <a:ext uri="{FF2B5EF4-FFF2-40B4-BE49-F238E27FC236}">
                        <a16:creationId xmlns:a16="http://schemas.microsoft.com/office/drawing/2014/main" id="{47332A0A-A31D-CBA4-A19A-DC9E2DEFB4C3}"/>
                      </a:ext>
                    </a:extLst>
                  </p:cNvPr>
                  <p:cNvSpPr/>
                  <p:nvPr/>
                </p:nvSpPr>
                <p:spPr>
                  <a:xfrm rot="15597623">
                    <a:off x="3885948" y="995201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A06382A5-176E-15DB-05D4-BCF1EA260829}"/>
                      </a:ext>
                    </a:extLst>
                  </p:cNvPr>
                  <p:cNvSpPr/>
                  <p:nvPr/>
                </p:nvSpPr>
                <p:spPr>
                  <a:xfrm rot="4970851">
                    <a:off x="4753613" y="890778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640234E-0398-1342-0734-87669D5860F6}"/>
                  </a:ext>
                </a:extLst>
              </p:cNvPr>
              <p:cNvSpPr txBox="1"/>
              <p:nvPr/>
            </p:nvSpPr>
            <p:spPr>
              <a:xfrm>
                <a:off x="6206886" y="972002"/>
                <a:ext cx="49622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FF0000"/>
                    </a:solidFill>
                  </a:rPr>
                  <a:t>BACKWARD – PRECESSÃO INVERSA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BE36D6-B11E-E2D4-ECC1-0032655DA74A}"/>
                  </a:ext>
                </a:extLst>
              </p:cNvPr>
              <p:cNvSpPr txBox="1"/>
              <p:nvPr/>
            </p:nvSpPr>
            <p:spPr>
              <a:xfrm>
                <a:off x="9117880" y="246562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841053-B5D1-63E1-99D7-4E46DA195B2E}"/>
                  </a:ext>
                </a:extLst>
              </p:cNvPr>
              <p:cNvSpPr txBox="1"/>
              <p:nvPr/>
            </p:nvSpPr>
            <p:spPr>
              <a:xfrm>
                <a:off x="7465115" y="306124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963248-DE4E-B646-3C69-B163B611BA07}"/>
                  </a:ext>
                </a:extLst>
              </p:cNvPr>
              <p:cNvSpPr txBox="1"/>
              <p:nvPr/>
            </p:nvSpPr>
            <p:spPr>
              <a:xfrm>
                <a:off x="7943319" y="4895091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6C9E57-4041-FCFF-37A7-3AF84C0A1602}"/>
                  </a:ext>
                </a:extLst>
              </p:cNvPr>
              <p:cNvSpPr txBox="1"/>
              <p:nvPr/>
            </p:nvSpPr>
            <p:spPr>
              <a:xfrm>
                <a:off x="9768444" y="4309339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4618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E3EBD89-0E68-3B35-525E-3ABD8515678D}"/>
              </a:ext>
            </a:extLst>
          </p:cNvPr>
          <p:cNvGrpSpPr/>
          <p:nvPr/>
        </p:nvGrpSpPr>
        <p:grpSpPr>
          <a:xfrm>
            <a:off x="1793099" y="1028539"/>
            <a:ext cx="8704687" cy="5170380"/>
            <a:chOff x="1793099" y="1028539"/>
            <a:chExt cx="8704687" cy="517038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CBC1F0-97FD-DA72-ED5A-E7D463CC8A68}"/>
                </a:ext>
              </a:extLst>
            </p:cNvPr>
            <p:cNvSpPr/>
            <p:nvPr/>
          </p:nvSpPr>
          <p:spPr>
            <a:xfrm>
              <a:off x="1793099" y="1028539"/>
              <a:ext cx="8704687" cy="5170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F7C3375-1F11-3A99-DAFF-60594AFA7427}"/>
                </a:ext>
              </a:extLst>
            </p:cNvPr>
            <p:cNvGrpSpPr/>
            <p:nvPr/>
          </p:nvGrpSpPr>
          <p:grpSpPr>
            <a:xfrm>
              <a:off x="1868120" y="1103541"/>
              <a:ext cx="8554644" cy="5020376"/>
              <a:chOff x="1818678" y="1028540"/>
              <a:chExt cx="8554644" cy="502037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395F624-29E7-EB8D-AA14-ACD11D1DD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18678" y="1028540"/>
                <a:ext cx="8554644" cy="5020376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DD1A79-310E-A78E-9BDB-78E99881CC90}"/>
                  </a:ext>
                </a:extLst>
              </p:cNvPr>
              <p:cNvSpPr txBox="1"/>
              <p:nvPr/>
            </p:nvSpPr>
            <p:spPr>
              <a:xfrm>
                <a:off x="8607552" y="3755136"/>
                <a:ext cx="116224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Torcional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DE5C22-CA75-31F6-D542-30E5945083D9}"/>
                  </a:ext>
                </a:extLst>
              </p:cNvPr>
              <p:cNvSpPr txBox="1"/>
              <p:nvPr/>
            </p:nvSpPr>
            <p:spPr>
              <a:xfrm>
                <a:off x="4845218" y="5589067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Velocidade de Rotação [rpm]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B5D67-F3CD-C562-F708-B396E50213D8}"/>
                  </a:ext>
                </a:extLst>
              </p:cNvPr>
              <p:cNvSpPr txBox="1"/>
              <p:nvPr/>
            </p:nvSpPr>
            <p:spPr>
              <a:xfrm rot="16200000">
                <a:off x="644004" y="2919354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Frequência Natural [Hz]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22997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A0F7F135-52C0-7A7C-B0B9-676E167521BB}"/>
              </a:ext>
            </a:extLst>
          </p:cNvPr>
          <p:cNvGrpSpPr/>
          <p:nvPr/>
        </p:nvGrpSpPr>
        <p:grpSpPr>
          <a:xfrm>
            <a:off x="5798508" y="2994963"/>
            <a:ext cx="2717800" cy="1317874"/>
            <a:chOff x="5798508" y="2994963"/>
            <a:chExt cx="2717800" cy="1317874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4D6B3DB7-F0C9-6D0A-542E-1958730A76AF}"/>
                </a:ext>
              </a:extLst>
            </p:cNvPr>
            <p:cNvSpPr/>
            <p:nvPr/>
          </p:nvSpPr>
          <p:spPr>
            <a:xfrm rot="5400000">
              <a:off x="6664866" y="3250266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2A421F8-EFF9-C019-5862-65AF81CB2C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49642" y="3364296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0A30EE2-93ED-2A00-E96E-1A9EE6165D4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643" y="4139163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AE0A26F-A4C9-1472-F178-B9D95F1964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9642" y="3705711"/>
              <a:ext cx="317132" cy="433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727D3A-E35C-C430-5268-63E56FC4688E}"/>
                </a:ext>
              </a:extLst>
            </p:cNvPr>
            <p:cNvSpPr txBox="1"/>
            <p:nvPr/>
          </p:nvSpPr>
          <p:spPr>
            <a:xfrm>
              <a:off x="5798508" y="2994963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AD04BC0-2C1B-2626-6C84-5127B3C8A86E}"/>
                </a:ext>
              </a:extLst>
            </p:cNvPr>
            <p:cNvSpPr txBox="1"/>
            <p:nvPr/>
          </p:nvSpPr>
          <p:spPr>
            <a:xfrm>
              <a:off x="6152908" y="334737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6110CC-5413-0C7C-FEDB-4B267FBB0CD7}"/>
                </a:ext>
              </a:extLst>
            </p:cNvPr>
            <p:cNvSpPr txBox="1"/>
            <p:nvPr/>
          </p:nvSpPr>
          <p:spPr>
            <a:xfrm>
              <a:off x="8190578" y="3922437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8191E6-6AC6-E6E4-D076-AE12083ED166}"/>
              </a:ext>
            </a:extLst>
          </p:cNvPr>
          <p:cNvGrpSpPr/>
          <p:nvPr/>
        </p:nvGrpSpPr>
        <p:grpSpPr>
          <a:xfrm>
            <a:off x="1821005" y="2999412"/>
            <a:ext cx="3127978" cy="1914008"/>
            <a:chOff x="1821005" y="2999412"/>
            <a:chExt cx="3127978" cy="1914008"/>
          </a:xfrm>
        </p:grpSpPr>
        <p:sp>
          <p:nvSpPr>
            <p:cNvPr id="21" name="Cylinder 20">
              <a:extLst>
                <a:ext uri="{FF2B5EF4-FFF2-40B4-BE49-F238E27FC236}">
                  <a16:creationId xmlns:a16="http://schemas.microsoft.com/office/drawing/2014/main" id="{D938E15D-0725-97A0-B87C-FBF24A2E4349}"/>
                </a:ext>
              </a:extLst>
            </p:cNvPr>
            <p:cNvSpPr/>
            <p:nvPr/>
          </p:nvSpPr>
          <p:spPr>
            <a:xfrm rot="5400000">
              <a:off x="3063295" y="3243721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079778B-47D1-2666-0861-C166046983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8071" y="3357751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47D07DE-B126-74F7-EB5F-1F800BEB3455}"/>
                </a:ext>
              </a:extLst>
            </p:cNvPr>
            <p:cNvCxnSpPr>
              <a:cxnSpLocks/>
            </p:cNvCxnSpPr>
            <p:nvPr/>
          </p:nvCxnSpPr>
          <p:spPr>
            <a:xfrm>
              <a:off x="2348072" y="4132618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3ECFF32-CA15-F024-7BDE-FEE70F25DB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0940" y="4132618"/>
              <a:ext cx="317131" cy="4224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57C48E2-3B2E-87E9-09A0-FEAD1730A968}"/>
                </a:ext>
              </a:extLst>
            </p:cNvPr>
            <p:cNvSpPr txBox="1"/>
            <p:nvPr/>
          </p:nvSpPr>
          <p:spPr>
            <a:xfrm>
              <a:off x="4597605" y="3915891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06589A8-8B6E-22A4-F728-3486E191A2F4}"/>
                </a:ext>
              </a:extLst>
            </p:cNvPr>
            <p:cNvSpPr txBox="1"/>
            <p:nvPr/>
          </p:nvSpPr>
          <p:spPr>
            <a:xfrm>
              <a:off x="1821005" y="454408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1754AC1-AC6E-3EA1-A814-AECAB43F68FB}"/>
                </a:ext>
              </a:extLst>
            </p:cNvPr>
            <p:cNvSpPr txBox="1"/>
            <p:nvPr/>
          </p:nvSpPr>
          <p:spPr>
            <a:xfrm>
              <a:off x="2189505" y="2999412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6720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9C3FF780-2588-6F1E-6683-CE307416E5F4}"/>
              </a:ext>
            </a:extLst>
          </p:cNvPr>
          <p:cNvGrpSpPr/>
          <p:nvPr/>
        </p:nvGrpSpPr>
        <p:grpSpPr>
          <a:xfrm>
            <a:off x="4335584" y="714345"/>
            <a:ext cx="4805160" cy="4418664"/>
            <a:chOff x="4335584" y="714345"/>
            <a:chExt cx="4805160" cy="4418664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3B30B1F-CC39-F2A3-F32D-F40C27B31B68}"/>
                </a:ext>
              </a:extLst>
            </p:cNvPr>
            <p:cNvSpPr/>
            <p:nvPr/>
          </p:nvSpPr>
          <p:spPr>
            <a:xfrm>
              <a:off x="4335584" y="1533009"/>
              <a:ext cx="3600000" cy="3600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F0F620D-F3E7-05C4-20C4-8882D19BC6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05694" y="914400"/>
              <a:ext cx="29890" cy="26066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CD03D0-2EE7-5EE5-B7E5-D9B26FF81C6F}"/>
                </a:ext>
              </a:extLst>
            </p:cNvPr>
            <p:cNvCxnSpPr>
              <a:cxnSpLocks/>
            </p:cNvCxnSpPr>
            <p:nvPr/>
          </p:nvCxnSpPr>
          <p:spPr>
            <a:xfrm>
              <a:off x="6135584" y="3524991"/>
              <a:ext cx="256902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9C45C26-866A-35EA-383A-AA46AFD9FCC0}"/>
                </a:ext>
              </a:extLst>
            </p:cNvPr>
            <p:cNvSpPr/>
            <p:nvPr/>
          </p:nvSpPr>
          <p:spPr>
            <a:xfrm>
              <a:off x="6874723" y="2253343"/>
              <a:ext cx="180000" cy="18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87E3B93-086B-B531-D834-A4FC225DFE93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H="1">
              <a:off x="6135584" y="2406983"/>
              <a:ext cx="765499" cy="111405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DE5CBB7-A5B3-3B51-7DD5-157FD84B1D8A}"/>
                </a:ext>
              </a:extLst>
            </p:cNvPr>
            <p:cNvSpPr txBox="1"/>
            <p:nvPr/>
          </p:nvSpPr>
          <p:spPr>
            <a:xfrm>
              <a:off x="5715693" y="714345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2B1573A-43F7-FCE5-554F-6291D4A6BDB2}"/>
                </a:ext>
              </a:extLst>
            </p:cNvPr>
            <p:cNvSpPr txBox="1"/>
            <p:nvPr/>
          </p:nvSpPr>
          <p:spPr>
            <a:xfrm>
              <a:off x="8770130" y="3333009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00EA849-0261-7D16-DECC-A6C6FD51DE4D}"/>
                </a:ext>
              </a:extLst>
            </p:cNvPr>
            <p:cNvSpPr txBox="1"/>
            <p:nvPr/>
          </p:nvSpPr>
          <p:spPr>
            <a:xfrm>
              <a:off x="6319846" y="2563898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5DD6CD8C-5935-2425-9CEE-1B6FB3AEE852}"/>
                </a:ext>
              </a:extLst>
            </p:cNvPr>
            <p:cNvSpPr/>
            <p:nvPr/>
          </p:nvSpPr>
          <p:spPr>
            <a:xfrm rot="1666246">
              <a:off x="6081657" y="3177662"/>
              <a:ext cx="460501" cy="413545"/>
            </a:xfrm>
            <a:prstGeom prst="arc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/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/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7C3F8EA1-4DF5-A77C-FB9D-3AC7BC6ADA38}"/>
                </a:ext>
              </a:extLst>
            </p:cNvPr>
            <p:cNvSpPr/>
            <p:nvPr/>
          </p:nvSpPr>
          <p:spPr>
            <a:xfrm>
              <a:off x="4730183" y="1195709"/>
              <a:ext cx="3600000" cy="3600000"/>
            </a:xfrm>
            <a:prstGeom prst="arc">
              <a:avLst>
                <a:gd name="adj1" fmla="val 17495328"/>
                <a:gd name="adj2" fmla="val 2053913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1E813D-1A15-BCF5-0862-7F9D3D26F653}"/>
                </a:ext>
              </a:extLst>
            </p:cNvPr>
            <p:cNvSpPr txBox="1"/>
            <p:nvPr/>
          </p:nvSpPr>
          <p:spPr>
            <a:xfrm>
              <a:off x="7283724" y="977032"/>
              <a:ext cx="4603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Ω</a:t>
              </a:r>
              <a:r>
                <a:rPr lang="pt-B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pt-BR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B731F87B-B38F-8B75-F4A1-DA6636FBCE3B}"/>
                </a:ext>
              </a:extLst>
            </p:cNvPr>
            <p:cNvSpPr/>
            <p:nvPr/>
          </p:nvSpPr>
          <p:spPr>
            <a:xfrm rot="16815210">
              <a:off x="7107993" y="1254213"/>
              <a:ext cx="106878" cy="12588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900954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990C49C-874B-7A88-ED8B-1DDCA56DD1B3}"/>
              </a:ext>
            </a:extLst>
          </p:cNvPr>
          <p:cNvGrpSpPr/>
          <p:nvPr/>
        </p:nvGrpSpPr>
        <p:grpSpPr>
          <a:xfrm>
            <a:off x="574360" y="296574"/>
            <a:ext cx="8346901" cy="6233180"/>
            <a:chOff x="574361" y="296574"/>
            <a:chExt cx="7770447" cy="5246598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BA25EC6C-A7CF-0CC7-9D8B-5F1DA4E203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3115057"/>
              <a:ext cx="3963199" cy="242811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83A2EBEF-30B3-240E-77C7-8912817988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49" y="3115056"/>
              <a:ext cx="3697458" cy="24254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89A9DA7-5790-D882-4C13-50957016F7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50" y="296574"/>
              <a:ext cx="3697458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BC5F9A05-7C65-2FAB-C9D0-B20E275568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296574"/>
              <a:ext cx="3963199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44334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C164737-1DF1-7A94-0820-4540B763E114}"/>
              </a:ext>
            </a:extLst>
          </p:cNvPr>
          <p:cNvGrpSpPr/>
          <p:nvPr/>
        </p:nvGrpSpPr>
        <p:grpSpPr>
          <a:xfrm>
            <a:off x="161798" y="3862328"/>
            <a:ext cx="11809618" cy="2486372"/>
            <a:chOff x="161798" y="3862328"/>
            <a:chExt cx="11809618" cy="248637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1B43844-CC90-5180-75F0-4AA34409E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17" b="517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10360D1-C467-A84D-47D2-0D9D571A8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41" b="441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6DB9167-9389-860C-3053-C44E9CAEBB1A}"/>
              </a:ext>
            </a:extLst>
          </p:cNvPr>
          <p:cNvSpPr txBox="1"/>
          <p:nvPr/>
        </p:nvSpPr>
        <p:spPr>
          <a:xfrm>
            <a:off x="4618090" y="278593"/>
            <a:ext cx="2970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sem Suavização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79F07-E5FD-A65B-5C09-A440B15930B1}"/>
              </a:ext>
            </a:extLst>
          </p:cNvPr>
          <p:cNvSpPr txBox="1"/>
          <p:nvPr/>
        </p:nvSpPr>
        <p:spPr>
          <a:xfrm>
            <a:off x="4392873" y="3492996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5E4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5685DFB-180C-F4C8-81BC-2CF5A19D58AE}"/>
              </a:ext>
            </a:extLst>
          </p:cNvPr>
          <p:cNvGrpSpPr/>
          <p:nvPr/>
        </p:nvGrpSpPr>
        <p:grpSpPr>
          <a:xfrm>
            <a:off x="125208" y="642606"/>
            <a:ext cx="11809618" cy="2486372"/>
            <a:chOff x="161798" y="3862328"/>
            <a:chExt cx="11809618" cy="248637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C636D5A-6215-6615-0528-B2D56106AB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94" r="1494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12B12D2-0216-833A-DD38-396C88BDFA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7" r="1587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8575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38A23-64B5-644A-CECB-9DD853073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7144D70-AF4A-FDF9-C7EC-1B1955D54437}"/>
              </a:ext>
            </a:extLst>
          </p:cNvPr>
          <p:cNvGrpSpPr/>
          <p:nvPr/>
        </p:nvGrpSpPr>
        <p:grpSpPr>
          <a:xfrm>
            <a:off x="191191" y="549502"/>
            <a:ext cx="11809618" cy="2486372"/>
            <a:chOff x="161798" y="3862328"/>
            <a:chExt cx="11809618" cy="248637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96923AF-8A1C-9068-0322-A398C0E16F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" r="1012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6B33699-1D56-68AD-8392-B3BB87AC9F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" r="46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64F5E71-D058-336D-B7C5-67FBADEE2948}"/>
              </a:ext>
            </a:extLst>
          </p:cNvPr>
          <p:cNvSpPr txBox="1"/>
          <p:nvPr/>
        </p:nvSpPr>
        <p:spPr>
          <a:xfrm>
            <a:off x="4429465" y="180170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1E5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66ADCD-E9DF-25E3-58B7-9D728374581B}"/>
              </a:ext>
            </a:extLst>
          </p:cNvPr>
          <p:cNvGrpSpPr/>
          <p:nvPr/>
        </p:nvGrpSpPr>
        <p:grpSpPr>
          <a:xfrm>
            <a:off x="191191" y="3939778"/>
            <a:ext cx="11809618" cy="2486372"/>
            <a:chOff x="161798" y="3862328"/>
            <a:chExt cx="11809618" cy="248637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7527855-073A-6FE1-41FB-61C5B6045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7" b="227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B83EF3A-2BD0-6A1F-7FFC-429399F0A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59" r="1559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57C7332-32E6-1C8C-C7B4-288DD4A21447}"/>
              </a:ext>
            </a:extLst>
          </p:cNvPr>
          <p:cNvSpPr txBox="1"/>
          <p:nvPr/>
        </p:nvSpPr>
        <p:spPr>
          <a:xfrm>
            <a:off x="4429465" y="3570446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1E4</a:t>
            </a:r>
          </a:p>
        </p:txBody>
      </p:sp>
    </p:spTree>
    <p:extLst>
      <p:ext uri="{BB962C8B-B14F-4D97-AF65-F5344CB8AC3E}">
        <p14:creationId xmlns:p14="http://schemas.microsoft.com/office/powerpoint/2010/main" val="33766570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CF0CA41-3D76-A3AE-E365-80D7DA72A190}"/>
              </a:ext>
            </a:extLst>
          </p:cNvPr>
          <p:cNvGrpSpPr/>
          <p:nvPr/>
        </p:nvGrpSpPr>
        <p:grpSpPr>
          <a:xfrm>
            <a:off x="1694048" y="235390"/>
            <a:ext cx="8519037" cy="6438745"/>
            <a:chOff x="1694048" y="235390"/>
            <a:chExt cx="8519037" cy="643874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86C3281-A026-ECCC-5039-6F2A457E0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94048" y="235390"/>
              <a:ext cx="4246893" cy="319361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68178DF-D427-264B-CBA9-55CFD385F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89209" y="235390"/>
              <a:ext cx="3950356" cy="319361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D20D759-DEC0-3752-F272-B62CAA9837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19298" y="3429000"/>
              <a:ext cx="4246894" cy="3245135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1B1F51B-E81A-16F7-C750-EEF748DD7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62314" y="3429000"/>
              <a:ext cx="4250771" cy="32451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432793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10794</TotalTime>
  <Words>115</Words>
  <Application>Microsoft Office PowerPoint</Application>
  <PresentationFormat>Widescreen</PresentationFormat>
  <Paragraphs>71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9</cp:revision>
  <dcterms:created xsi:type="dcterms:W3CDTF">2026-05-11T18:50:17Z</dcterms:created>
  <dcterms:modified xsi:type="dcterms:W3CDTF">2026-06-11T21:40:52Z</dcterms:modified>
</cp:coreProperties>
</file>