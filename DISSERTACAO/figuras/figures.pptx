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71" r:id="rId3"/>
    <p:sldId id="272" r:id="rId4"/>
    <p:sldId id="257" r:id="rId5"/>
    <p:sldId id="258" r:id="rId6"/>
    <p:sldId id="259" r:id="rId7"/>
    <p:sldId id="261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69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>
        <p:scale>
          <a:sx n="75" d="100"/>
          <a:sy n="75" d="100"/>
        </p:scale>
        <p:origin x="516" y="-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12/06/2026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6D4376-B5AB-A601-5511-86ABEDE70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83" y="241445"/>
            <a:ext cx="7375541" cy="599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35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11DAE65-A657-674B-1D47-FFF5C466848F}"/>
              </a:ext>
            </a:extLst>
          </p:cNvPr>
          <p:cNvGrpSpPr/>
          <p:nvPr/>
        </p:nvGrpSpPr>
        <p:grpSpPr>
          <a:xfrm>
            <a:off x="618616" y="1314967"/>
            <a:ext cx="11214297" cy="4306342"/>
            <a:chOff x="618616" y="1314967"/>
            <a:chExt cx="11214297" cy="430634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F7E3D3-6F53-DC2A-DE3F-1B87454EB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60" t="15857" r="2482" b="20858"/>
            <a:stretch>
              <a:fillRect/>
            </a:stretch>
          </p:blipFill>
          <p:spPr>
            <a:xfrm>
              <a:off x="4936886" y="1314967"/>
              <a:ext cx="6896027" cy="430634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CF144E-1948-CC5D-161E-7A4795286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349" t="17625" r="2123" b="7851"/>
            <a:stretch>
              <a:fillRect/>
            </a:stretch>
          </p:blipFill>
          <p:spPr>
            <a:xfrm>
              <a:off x="618616" y="1314967"/>
              <a:ext cx="4102779" cy="4306342"/>
            </a:xfrm>
            <a:prstGeom prst="rect">
              <a:avLst/>
            </a:prstGeom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7CC1E8A-0BB4-EF73-D38B-D5830B0ABC69}"/>
                </a:ext>
              </a:extLst>
            </p:cNvPr>
            <p:cNvSpPr/>
            <p:nvPr/>
          </p:nvSpPr>
          <p:spPr>
            <a:xfrm>
              <a:off x="5072773" y="2181197"/>
              <a:ext cx="1972604" cy="215096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0F356C-CCA4-9598-AAE2-A79B5112CF83}"/>
                </a:ext>
              </a:extLst>
            </p:cNvPr>
            <p:cNvSpPr/>
            <p:nvPr/>
          </p:nvSpPr>
          <p:spPr>
            <a:xfrm>
              <a:off x="1308100" y="2489201"/>
              <a:ext cx="2750902" cy="270510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041925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C164737-1DF1-7A94-0820-4540B763E114}"/>
              </a:ext>
            </a:extLst>
          </p:cNvPr>
          <p:cNvGrpSpPr/>
          <p:nvPr/>
        </p:nvGrpSpPr>
        <p:grpSpPr>
          <a:xfrm>
            <a:off x="161798" y="3862328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B43844-CC90-5180-75F0-4AA34409E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7" b="51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1" b="441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85DFB-180C-F4C8-81BC-2CF5A19D58AE}"/>
              </a:ext>
            </a:extLst>
          </p:cNvPr>
          <p:cNvGrpSpPr/>
          <p:nvPr/>
        </p:nvGrpSpPr>
        <p:grpSpPr>
          <a:xfrm>
            <a:off x="125208" y="642606"/>
            <a:ext cx="11809618" cy="2486372"/>
            <a:chOff x="161798" y="3862328"/>
            <a:chExt cx="11809618" cy="24863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C636D5A-6215-6615-0528-B2D56106A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94" r="1494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12B12D2-0216-833A-DD38-396C88BDF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 r="1587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7144D70-AF4A-FDF9-C7EC-1B1955D54437}"/>
              </a:ext>
            </a:extLst>
          </p:cNvPr>
          <p:cNvGrpSpPr/>
          <p:nvPr/>
        </p:nvGrpSpPr>
        <p:grpSpPr>
          <a:xfrm>
            <a:off x="191191" y="549502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6923AF-8A1C-9068-0322-A398C0E16F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" r="1012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6B33699-1D56-68AD-8392-B3BB87AC9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" r="46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6ADCD-E9DF-25E3-58B7-9D728374581B}"/>
              </a:ext>
            </a:extLst>
          </p:cNvPr>
          <p:cNvGrpSpPr/>
          <p:nvPr/>
        </p:nvGrpSpPr>
        <p:grpSpPr>
          <a:xfrm>
            <a:off x="191191" y="3939778"/>
            <a:ext cx="11809618" cy="2486372"/>
            <a:chOff x="161798" y="3862328"/>
            <a:chExt cx="11809618" cy="2486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7527855-073A-6FE1-41FB-61C5B6045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7" b="22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83EF3A-2BD0-6A1F-7FFC-429399F0A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59" r="1559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57C7332-32E6-1C8C-C7B4-288DD4A21447}"/>
              </a:ext>
            </a:extLst>
          </p:cNvPr>
          <p:cNvSpPr txBox="1"/>
          <p:nvPr/>
        </p:nvSpPr>
        <p:spPr>
          <a:xfrm>
            <a:off x="4429465" y="357044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1E4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CF0CA41-3D76-A3AE-E365-80D7DA72A190}"/>
              </a:ext>
            </a:extLst>
          </p:cNvPr>
          <p:cNvGrpSpPr/>
          <p:nvPr/>
        </p:nvGrpSpPr>
        <p:grpSpPr>
          <a:xfrm>
            <a:off x="1694048" y="235390"/>
            <a:ext cx="8519037" cy="6438745"/>
            <a:chOff x="1694048" y="235390"/>
            <a:chExt cx="8519037" cy="64387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6C3281-A026-ECCC-5039-6F2A457E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94048" y="235390"/>
              <a:ext cx="4246893" cy="319361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8178DF-D427-264B-CBA9-55CFD385F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9209" y="235390"/>
              <a:ext cx="3950356" cy="319361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20D759-DEC0-3752-F272-B62CAA983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19298" y="3429000"/>
              <a:ext cx="4246894" cy="324513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1B1F51B-E81A-16F7-C750-EEF748D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62314" y="3429000"/>
              <a:ext cx="4250771" cy="32451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11233</TotalTime>
  <Words>115</Words>
  <Application>Microsoft Office PowerPoint</Application>
  <PresentationFormat>Widescreen</PresentationFormat>
  <Paragraphs>71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10</cp:revision>
  <dcterms:created xsi:type="dcterms:W3CDTF">2026-05-11T18:50:17Z</dcterms:created>
  <dcterms:modified xsi:type="dcterms:W3CDTF">2026-06-12T21:14:12Z</dcterms:modified>
</cp:coreProperties>
</file>