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B72BAE-AB54-495B-86A9-4541991303FD}" v="13" dt="2026-06-02T12:41:21.3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830" autoAdjust="0"/>
  </p:normalViewPr>
  <p:slideViewPr>
    <p:cSldViewPr snapToGrid="0">
      <p:cViewPr varScale="1">
        <p:scale>
          <a:sx n="81" d="100"/>
          <a:sy n="81" d="100"/>
        </p:scale>
        <p:origin x="96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6-02T14:37:18.113" v="359" actId="478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1T18:10:53.590" v="259" actId="164"/>
        <pc:sldMkLst>
          <pc:docMk/>
          <pc:sldMk cId="1834618103" sldId="263"/>
        </pc:sldMkLst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4" creationId="{947B6668-CAEF-84E5-7B0C-C28530DEFD5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5" creationId="{58F3A87D-60FA-6F4F-5D39-B6B21632440D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6" creationId="{2983C37A-DAC4-4E5F-1E10-38A88F1A6EB5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7" creationId="{FE88876A-03CD-3617-4066-A09B42AD586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8" creationId="{5095C891-2A26-13DB-1188-82B8DB26BCBA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16" creationId="{BFA4B31B-5F8F-1736-4563-EDD5F7C0980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27" creationId="{13C1F253-17DD-9889-45D5-C26BC3094872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1" creationId="{99655463-26CC-24CE-0926-671569A32E84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6" creationId="{F640234E-0398-1342-0734-87669D5860F6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7" creationId="{7EBE36D6-B11E-E2D4-ECC1-0032655DA74A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8" creationId="{05841053-B5D1-63E1-99D7-4E46DA195B2E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9" creationId="{C7963248-DE4E-B646-3C69-B163B611BA07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0" creationId="{556C9E57-4041-FCFF-37A7-3AF84C0A1602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2" creationId="{046B6F47-DA82-7DD6-0E13-CF12C5F51CA5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3" creationId="{7DC8D8D2-96AA-7DD0-7AEE-C33FB2A88FA8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5" creationId="{71339A56-93E1-765C-C2D1-EBFB56920F55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6" creationId="{6EBDDC76-53D4-1104-2C40-B2062D8FAF8D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7" creationId="{2A8C70C0-AD08-079D-F06D-C2FB7D90B7D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9" creationId="{B7D1909B-D66F-C89D-4BAC-DD4F1ED21EB6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0" creationId="{520E8935-AA66-1B0B-1B31-557CB696D708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53" creationId="{E09CF5EE-8EE2-0971-9A00-A420D77A2A21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9" creationId="{A06382A5-176E-15DB-05D4-BCF1EA26082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0" creationId="{FD2D6E26-5878-C977-2F63-40B04B05282B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3" creationId="{E564DB17-07E3-8072-6BE8-E7DD912EC467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4" creationId="{0FD36958-D4DC-FFC1-65B6-5A2650DE458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65" creationId="{E7684FD0-4D75-F821-F3B2-AA0915DF9C17}"/>
          </ac:spMkLst>
        </pc:spChg>
        <pc:spChg chg="add mod ord">
          <ac:chgData name="Murillo Álvaro Borges de Sousa" userId="02386067-c46f-46e6-bf61-8f6a774af0e5" providerId="ADAL" clId="{73C3FE35-BF7E-418C-A7F8-FA0AB4F63A6B}" dt="2026-06-01T18:10:53.590" v="259" actId="164"/>
          <ac:spMkLst>
            <pc:docMk/>
            <pc:sldMk cId="1834618103" sldId="263"/>
            <ac:spMk id="66" creationId="{60E9778A-3761-C461-64F3-79642AA7D427}"/>
          </ac:spMkLst>
        </pc:spChg>
        <pc:grpChg chg="mod">
          <ac:chgData name="Murillo Álvaro Borges de Sousa" userId="02386067-c46f-46e6-bf61-8f6a774af0e5" providerId="ADAL" clId="{73C3FE35-BF7E-418C-A7F8-FA0AB4F63A6B}" dt="2026-06-01T17:59:08.477" v="243" actId="164"/>
          <ac:grpSpMkLst>
            <pc:docMk/>
            <pc:sldMk cId="1834618103" sldId="263"/>
            <ac:grpSpMk id="2" creationId="{06E81DF3-7D76-29AB-97CF-A8B53F2D8ED0}"/>
          </ac:grpSpMkLst>
        </pc:grpChg>
        <pc:grpChg chg="mod">
          <ac:chgData name="Murillo Álvaro Borges de Sousa" userId="02386067-c46f-46e6-bf61-8f6a774af0e5" providerId="ADAL" clId="{73C3FE35-BF7E-418C-A7F8-FA0AB4F63A6B}" dt="2026-06-01T18:03:38.673" v="248" actId="164"/>
          <ac:grpSpMkLst>
            <pc:docMk/>
            <pc:sldMk cId="1834618103" sldId="263"/>
            <ac:grpSpMk id="3" creationId="{5E4E3FC1-3E88-7A56-F45C-61B2053D3CBB}"/>
          </ac:grpSpMkLst>
        </pc:grpChg>
        <pc:grpChg chg="mod">
          <ac:chgData name="Murillo Álvaro Borges de Sousa" userId="02386067-c46f-46e6-bf61-8f6a774af0e5" providerId="ADAL" clId="{73C3FE35-BF7E-418C-A7F8-FA0AB4F63A6B}" dt="2026-06-01T17:59:08.477" v="243" actId="164"/>
          <ac:grpSpMkLst>
            <pc:docMk/>
            <pc:sldMk cId="1834618103" sldId="263"/>
            <ac:grpSpMk id="34" creationId="{BF02EA0B-FC7B-8F43-7233-A7650864F8E7}"/>
          </ac:grpSpMkLst>
        </pc:grpChg>
        <pc:grpChg chg="mod">
          <ac:chgData name="Murillo Álvaro Borges de Sousa" userId="02386067-c46f-46e6-bf61-8f6a774af0e5" providerId="ADAL" clId="{73C3FE35-BF7E-418C-A7F8-FA0AB4F63A6B}" dt="2026-06-01T18:03:30.031" v="247" actId="164"/>
          <ac:grpSpMkLst>
            <pc:docMk/>
            <pc:sldMk cId="1834618103" sldId="263"/>
            <ac:grpSpMk id="35" creationId="{91E6B644-1474-DD30-D9A3-246E2A799F9B}"/>
          </ac:grpSpMkLst>
        </pc:grpChg>
        <pc:grpChg chg="add mod">
          <ac:chgData name="Murillo Álvaro Borges de Sousa" userId="02386067-c46f-46e6-bf61-8f6a774af0e5" providerId="ADAL" clId="{73C3FE35-BF7E-418C-A7F8-FA0AB4F63A6B}" dt="2026-06-01T17:59:08.477" v="243" actId="164"/>
          <ac:grpSpMkLst>
            <pc:docMk/>
            <pc:sldMk cId="1834618103" sldId="263"/>
            <ac:grpSpMk id="67" creationId="{0784DB73-6013-98E4-FC95-B2D8BEF1FE2E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8" creationId="{37B31BF7-5848-4BDC-7C4D-1E89E309FE34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9" creationId="{94D82AB4-D7F7-3A71-B6AD-76DC93815991}"/>
          </ac:grpSpMkLst>
        </pc:grpChg>
        <pc:grpChg chg="add mod">
          <ac:chgData name="Murillo Álvaro Borges de Sousa" userId="02386067-c46f-46e6-bf61-8f6a774af0e5" providerId="ADAL" clId="{73C3FE35-BF7E-418C-A7F8-FA0AB4F63A6B}" dt="2026-06-01T18:03:47.628" v="249" actId="164"/>
          <ac:grpSpMkLst>
            <pc:docMk/>
            <pc:sldMk cId="1834618103" sldId="263"/>
            <ac:grpSpMk id="70" creationId="{1BAF1C5D-DD18-3276-45AB-A46DF417AD86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71" creationId="{138673CF-4FE2-EFB5-9030-D864907BCDD5}"/>
          </ac:grpSpMkLst>
        </pc:grpChg>
      </pc:sldChg>
      <pc:sldChg chg="addSp delSp modSp new mod">
        <pc:chgData name="Murillo Álvaro Borges de Sousa" userId="02386067-c46f-46e6-bf61-8f6a774af0e5" providerId="ADAL" clId="{73C3FE35-BF7E-418C-A7F8-FA0AB4F63A6B}" dt="2026-06-02T14:37:18.113" v="359" actId="478"/>
        <pc:sldMkLst>
          <pc:docMk/>
          <pc:sldMk cId="1522299716" sldId="264"/>
        </pc:sldMkLst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4" creationId="{52DD1A79-310E-A78E-9BDB-78E99881CC90}"/>
          </ac:spMkLst>
        </pc:spChg>
        <pc:spChg chg="add mod">
          <ac:chgData name="Murillo Álvaro Borges de Sousa" userId="02386067-c46f-46e6-bf61-8f6a774af0e5" providerId="ADAL" clId="{73C3FE35-BF7E-418C-A7F8-FA0AB4F63A6B}" dt="2026-06-02T14:37:13.137" v="358" actId="1076"/>
          <ac:spMkLst>
            <pc:docMk/>
            <pc:sldMk cId="1522299716" sldId="264"/>
            <ac:spMk id="5" creationId="{D3DE5C22-CA75-31F6-D542-30E5945083D9}"/>
          </ac:spMkLst>
        </pc:spChg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6" creationId="{968B5D67-F3CD-C562-F708-B396E50213D8}"/>
          </ac:spMkLst>
        </pc:spChg>
        <pc:spChg chg="add del mod ord">
          <ac:chgData name="Murillo Álvaro Borges de Sousa" userId="02386067-c46f-46e6-bf61-8f6a774af0e5" providerId="ADAL" clId="{73C3FE35-BF7E-418C-A7F8-FA0AB4F63A6B}" dt="2026-06-02T14:37:18.113" v="359" actId="478"/>
          <ac:spMkLst>
            <pc:docMk/>
            <pc:sldMk cId="1522299716" sldId="264"/>
            <ac:spMk id="8" creationId="{847CC85F-1B1D-54D3-04B1-F79DCF1CC49E}"/>
          </ac:spMkLst>
        </pc:spChg>
        <pc:grpChg chg="add mod">
          <ac:chgData name="Murillo Álvaro Borges de Sousa" userId="02386067-c46f-46e6-bf61-8f6a774af0e5" providerId="ADAL" clId="{73C3FE35-BF7E-418C-A7F8-FA0AB4F63A6B}" dt="2026-06-02T12:41:21.300" v="354" actId="164"/>
          <ac:grpSpMkLst>
            <pc:docMk/>
            <pc:sldMk cId="1522299716" sldId="264"/>
            <ac:grpSpMk id="7" creationId="{1F7C3375-1F11-3A99-DAFF-60594AFA7427}"/>
          </ac:grpSpMkLst>
        </pc:grpChg>
        <pc:picChg chg="add mod">
          <ac:chgData name="Murillo Álvaro Borges de Sousa" userId="02386067-c46f-46e6-bf61-8f6a774af0e5" providerId="ADAL" clId="{73C3FE35-BF7E-418C-A7F8-FA0AB4F63A6B}" dt="2026-06-02T12:41:21.300" v="354" actId="164"/>
          <ac:picMkLst>
            <pc:docMk/>
            <pc:sldMk cId="1522299716" sldId="264"/>
            <ac:picMk id="3" creationId="{C395F624-29E7-EB8D-AA14-ACD11D1DD96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1377" y="3526566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b="1" dirty="0"/>
                  <a:t>h</a:t>
                </a:r>
                <a:endParaRPr lang="en-GB" sz="2800" b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F780C-BF8F-4E93-CA27-1593B9B65785}"/>
              </a:ext>
            </a:extLst>
          </p:cNvPr>
          <p:cNvGrpSpPr/>
          <p:nvPr/>
        </p:nvGrpSpPr>
        <p:grpSpPr>
          <a:xfrm>
            <a:off x="979714" y="756138"/>
            <a:ext cx="10668000" cy="5505335"/>
            <a:chOff x="979714" y="756138"/>
            <a:chExt cx="10668000" cy="55053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50C8F3-FDCD-5993-1BD0-AD03CFE969F9}"/>
                </a:ext>
              </a:extLst>
            </p:cNvPr>
            <p:cNvSpPr/>
            <p:nvPr/>
          </p:nvSpPr>
          <p:spPr>
            <a:xfrm>
              <a:off x="979714" y="756138"/>
              <a:ext cx="10668000" cy="55053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26B5C1-15E8-C5D2-48F0-6016E809AA13}"/>
                </a:ext>
              </a:extLst>
            </p:cNvPr>
            <p:cNvGrpSpPr/>
            <p:nvPr/>
          </p:nvGrpSpPr>
          <p:grpSpPr>
            <a:xfrm>
              <a:off x="1156636" y="756138"/>
              <a:ext cx="10208050" cy="5345723"/>
              <a:chOff x="1156636" y="756138"/>
              <a:chExt cx="10208050" cy="534572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2B7DF96-7E2A-C2E9-22C9-7154B8CB6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047" r="10714"/>
              <a:stretch>
                <a:fillRect/>
              </a:stretch>
            </p:blipFill>
            <p:spPr>
              <a:xfrm>
                <a:off x="1712686" y="756138"/>
                <a:ext cx="9173028" cy="5345723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20F21-828F-AE4C-2B26-FB16AAE470EC}"/>
                  </a:ext>
                </a:extLst>
              </p:cNvPr>
              <p:cNvSpPr txBox="1"/>
              <p:nvPr/>
            </p:nvSpPr>
            <p:spPr>
              <a:xfrm>
                <a:off x="7561943" y="1045029"/>
                <a:ext cx="1527200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Espessura</a:t>
                </a:r>
                <a:endParaRPr lang="en-GB" sz="2000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5FC484-7F21-88D9-07D5-800DCFD54D82}"/>
                  </a:ext>
                </a:extLst>
              </p:cNvPr>
              <p:cNvSpPr txBox="1"/>
              <p:nvPr/>
            </p:nvSpPr>
            <p:spPr>
              <a:xfrm>
                <a:off x="10022114" y="2880601"/>
                <a:ext cx="1342572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Ângulo de Hélice</a:t>
                </a:r>
                <a:endParaRPr lang="en-GB" sz="20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0541A-FE1D-EBE9-945C-7C8A347339A4}"/>
                  </a:ext>
                </a:extLst>
              </p:cNvPr>
              <p:cNvSpPr txBox="1"/>
              <p:nvPr/>
            </p:nvSpPr>
            <p:spPr>
              <a:xfrm>
                <a:off x="9739086" y="3278086"/>
                <a:ext cx="50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/>
                  <a:t>h</a:t>
                </a:r>
                <a:endParaRPr lang="en-GB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A6F059-90C8-720C-8A72-67F81B2B5C79}"/>
                  </a:ext>
                </a:extLst>
              </p:cNvPr>
              <p:cNvSpPr txBox="1"/>
              <p:nvPr/>
            </p:nvSpPr>
            <p:spPr>
              <a:xfrm>
                <a:off x="4615543" y="2235200"/>
                <a:ext cx="2039404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principal</a:t>
                </a:r>
                <a:endParaRPr lang="en-GB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1DE60-5683-7B15-5D2C-9C5835FA6D09}"/>
                  </a:ext>
                </a:extLst>
              </p:cNvPr>
              <p:cNvSpPr txBox="1"/>
              <p:nvPr/>
            </p:nvSpPr>
            <p:spPr>
              <a:xfrm>
                <a:off x="5304972" y="4593772"/>
                <a:ext cx="16498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base</a:t>
                </a:r>
                <a:endParaRPr lang="en-GB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FC1697-B703-D523-813B-9C5C038A1BEF}"/>
                  </a:ext>
                </a:extLst>
              </p:cNvPr>
              <p:cNvSpPr txBox="1"/>
              <p:nvPr/>
            </p:nvSpPr>
            <p:spPr>
              <a:xfrm>
                <a:off x="1156636" y="3049878"/>
                <a:ext cx="55605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i="1" dirty="0"/>
                  <a:t>LOA</a:t>
                </a:r>
                <a:endParaRPr lang="en-GB" i="1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FBFCE7-1394-8257-EC44-8DD829177690}"/>
                  </a:ext>
                </a:extLst>
              </p:cNvPr>
              <p:cNvSpPr txBox="1"/>
              <p:nvPr/>
            </p:nvSpPr>
            <p:spPr>
              <a:xfrm>
                <a:off x="1712686" y="4666342"/>
                <a:ext cx="63688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i="1" dirty="0"/>
                  <a:t>        </a:t>
                </a:r>
                <a:endParaRPr lang="en-GB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3BCFBE-A597-2112-73EA-FB5FC16A9E0D}"/>
                  </a:ext>
                </a:extLst>
              </p:cNvPr>
              <p:cNvSpPr txBox="1"/>
              <p:nvPr/>
            </p:nvSpPr>
            <p:spPr>
              <a:xfrm>
                <a:off x="6313714" y="3416585"/>
                <a:ext cx="1016000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Eixo de Rotação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081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38673CF-4FE2-EFB5-9030-D864907BCDD5}"/>
              </a:ext>
            </a:extLst>
          </p:cNvPr>
          <p:cNvGrpSpPr/>
          <p:nvPr/>
        </p:nvGrpSpPr>
        <p:grpSpPr>
          <a:xfrm>
            <a:off x="609601" y="739971"/>
            <a:ext cx="10796954" cy="5754614"/>
            <a:chOff x="609601" y="739971"/>
            <a:chExt cx="10796954" cy="575461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E9778A-3761-C461-64F3-79642AA7D427}"/>
                </a:ext>
              </a:extLst>
            </p:cNvPr>
            <p:cNvSpPr/>
            <p:nvPr/>
          </p:nvSpPr>
          <p:spPr>
            <a:xfrm>
              <a:off x="609601" y="739971"/>
              <a:ext cx="10796954" cy="57546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4D82AB4-D7F7-3A71-B6AD-76DC93815991}"/>
                </a:ext>
              </a:extLst>
            </p:cNvPr>
            <p:cNvGrpSpPr/>
            <p:nvPr/>
          </p:nvGrpSpPr>
          <p:grpSpPr>
            <a:xfrm>
              <a:off x="892619" y="956448"/>
              <a:ext cx="4734412" cy="5291122"/>
              <a:chOff x="892619" y="956448"/>
              <a:chExt cx="4734412" cy="5291122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4E3FC1-3E88-7A56-F45C-61B2053D3CBB}"/>
                  </a:ext>
                </a:extLst>
              </p:cNvPr>
              <p:cNvGrpSpPr/>
              <p:nvPr/>
            </p:nvGrpSpPr>
            <p:grpSpPr>
              <a:xfrm>
                <a:off x="892619" y="164030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BDD20980-8CE0-60B8-90EC-404A2B72BBB3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05139F0-2790-552B-1C65-898D4264C8A1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AA5DE70-AE01-9051-52FD-E405BFE4A1FD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D1D7E3D-234F-160C-6463-C5AB54660BA5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5D312AA-A382-7223-46A2-9A670CD14831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4" name="Arrow: Curved Right 13">
                  <a:extLst>
                    <a:ext uri="{FF2B5EF4-FFF2-40B4-BE49-F238E27FC236}">
                      <a16:creationId xmlns:a16="http://schemas.microsoft.com/office/drawing/2014/main" id="{9A02A53E-E9F0-7FA8-23DF-56B2C36EB898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Arrow: Curved Right 14">
                  <a:extLst>
                    <a:ext uri="{FF2B5EF4-FFF2-40B4-BE49-F238E27FC236}">
                      <a16:creationId xmlns:a16="http://schemas.microsoft.com/office/drawing/2014/main" id="{A4DE17FA-178F-CE06-6A7C-00DF633DB4BE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Arrow: Curved Right 15">
                  <a:extLst>
                    <a:ext uri="{FF2B5EF4-FFF2-40B4-BE49-F238E27FC236}">
                      <a16:creationId xmlns:a16="http://schemas.microsoft.com/office/drawing/2014/main" id="{BFA4B31B-5F8F-1736-4563-EDD5F7C09809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Right 16">
                  <a:extLst>
                    <a:ext uri="{FF2B5EF4-FFF2-40B4-BE49-F238E27FC236}">
                      <a16:creationId xmlns:a16="http://schemas.microsoft.com/office/drawing/2014/main" id="{D1A9DDC5-EB3A-41BB-0F0A-3BEE31C04203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Right 17">
                  <a:extLst>
                    <a:ext uri="{FF2B5EF4-FFF2-40B4-BE49-F238E27FC236}">
                      <a16:creationId xmlns:a16="http://schemas.microsoft.com/office/drawing/2014/main" id="{92E2AF48-162C-ED68-A6BB-76B1C6A1E741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Arrow: Curved Right 18">
                  <a:extLst>
                    <a:ext uri="{FF2B5EF4-FFF2-40B4-BE49-F238E27FC236}">
                      <a16:creationId xmlns:a16="http://schemas.microsoft.com/office/drawing/2014/main" id="{C045DC9E-4985-0FC1-71B9-624F231C63C1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Arrow: Curved Right 19">
                  <a:extLst>
                    <a:ext uri="{FF2B5EF4-FFF2-40B4-BE49-F238E27FC236}">
                      <a16:creationId xmlns:a16="http://schemas.microsoft.com/office/drawing/2014/main" id="{98470598-89D5-399A-CA7C-9E1539E0A529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Arrow: Curved Right 20">
                  <a:extLst>
                    <a:ext uri="{FF2B5EF4-FFF2-40B4-BE49-F238E27FC236}">
                      <a16:creationId xmlns:a16="http://schemas.microsoft.com/office/drawing/2014/main" id="{48B36E8B-8C9D-B331-2869-DD35A74460FD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7ADE500-98EF-56F2-2D6C-129C7B43976E}"/>
                    </a:ext>
                  </a:extLst>
                </p:cNvPr>
                <p:cNvGrpSpPr/>
                <p:nvPr/>
              </p:nvGrpSpPr>
              <p:grpSpPr>
                <a:xfrm>
                  <a:off x="3853863" y="920296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2" name="Arc 31">
                    <a:extLst>
                      <a:ext uri="{FF2B5EF4-FFF2-40B4-BE49-F238E27FC236}">
                        <a16:creationId xmlns:a16="http://schemas.microsoft.com/office/drawing/2014/main" id="{898FD113-75BD-5D41-54E9-C9D2CF3B7D7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Isosceles Triangle 32">
                    <a:extLst>
                      <a:ext uri="{FF2B5EF4-FFF2-40B4-BE49-F238E27FC236}">
                        <a16:creationId xmlns:a16="http://schemas.microsoft.com/office/drawing/2014/main" id="{703ED48F-50BE-DA20-962B-9AA8E5391DD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695E1CBD-6A4B-1480-013D-58191937A3C9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0" name="Arc 29">
                    <a:extLst>
                      <a:ext uri="{FF2B5EF4-FFF2-40B4-BE49-F238E27FC236}">
                        <a16:creationId xmlns:a16="http://schemas.microsoft.com/office/drawing/2014/main" id="{3D833E17-A953-B284-CB58-3F410D6BB03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9655463-26CC-24CE-0926-671569A32E84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619294F-F796-C7EA-6934-EB003EB9B045}"/>
                    </a:ext>
                  </a:extLst>
                </p:cNvPr>
                <p:cNvGrpSpPr/>
                <p:nvPr/>
              </p:nvGrpSpPr>
              <p:grpSpPr>
                <a:xfrm rot="5802683">
                  <a:off x="5399606" y="955029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8" name="Arc 27">
                    <a:extLst>
                      <a:ext uri="{FF2B5EF4-FFF2-40B4-BE49-F238E27FC236}">
                        <a16:creationId xmlns:a16="http://schemas.microsoft.com/office/drawing/2014/main" id="{78B52DAE-8819-8D12-7B36-B553E645A18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B6EE5621-F4C3-2C87-F15D-5E227216D32C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4CB36ECE-2AAA-2C95-91DA-7719D7FE96F0}"/>
                    </a:ext>
                  </a:extLst>
                </p:cNvPr>
                <p:cNvGrpSpPr/>
                <p:nvPr/>
              </p:nvGrpSpPr>
              <p:grpSpPr>
                <a:xfrm rot="16378641">
                  <a:off x="3851631" y="2479905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6" name="Arc 25">
                    <a:extLst>
                      <a:ext uri="{FF2B5EF4-FFF2-40B4-BE49-F238E27FC236}">
                        <a16:creationId xmlns:a16="http://schemas.microsoft.com/office/drawing/2014/main" id="{1F800AEF-CA4F-56A1-1273-BD21B759E5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7" name="Isosceles Triangle 26">
                    <a:extLst>
                      <a:ext uri="{FF2B5EF4-FFF2-40B4-BE49-F238E27FC236}">
                        <a16:creationId xmlns:a16="http://schemas.microsoft.com/office/drawing/2014/main" id="{13C1F253-17DD-9889-45D5-C26BC309487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7B6668-CAEF-84E5-7B0C-C28530DEFD54}"/>
                  </a:ext>
                </a:extLst>
              </p:cNvPr>
              <p:cNvSpPr txBox="1"/>
              <p:nvPr/>
            </p:nvSpPr>
            <p:spPr>
              <a:xfrm>
                <a:off x="992842" y="956448"/>
                <a:ext cx="45661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0070C0"/>
                    </a:solidFill>
                  </a:rPr>
                  <a:t>FORWARD – PRECESSÃO DIRETA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F3A87D-60FA-6F4F-5D39-B6B21632440D}"/>
                  </a:ext>
                </a:extLst>
              </p:cNvPr>
              <p:cNvSpPr txBox="1"/>
              <p:nvPr/>
            </p:nvSpPr>
            <p:spPr>
              <a:xfrm>
                <a:off x="3535145" y="2541053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83C37A-DAC4-4E5F-1E10-38A88F1A6EB5}"/>
                  </a:ext>
                </a:extLst>
              </p:cNvPr>
              <p:cNvSpPr txBox="1"/>
              <p:nvPr/>
            </p:nvSpPr>
            <p:spPr>
              <a:xfrm>
                <a:off x="1882380" y="3136675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88876A-03CD-3617-4066-A09B42AD5864}"/>
                  </a:ext>
                </a:extLst>
              </p:cNvPr>
              <p:cNvSpPr txBox="1"/>
              <p:nvPr/>
            </p:nvSpPr>
            <p:spPr>
              <a:xfrm>
                <a:off x="2360584" y="497051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5C891-2A26-13DB-1188-82B8DB26BCBA}"/>
                  </a:ext>
                </a:extLst>
              </p:cNvPr>
              <p:cNvSpPr txBox="1"/>
              <p:nvPr/>
            </p:nvSpPr>
            <p:spPr>
              <a:xfrm>
                <a:off x="4185709" y="438476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B31BF7-5848-4BDC-7C4D-1E89E309FE34}"/>
                </a:ext>
              </a:extLst>
            </p:cNvPr>
            <p:cNvGrpSpPr/>
            <p:nvPr/>
          </p:nvGrpSpPr>
          <p:grpSpPr>
            <a:xfrm>
              <a:off x="6206886" y="972002"/>
              <a:ext cx="4962256" cy="5290338"/>
              <a:chOff x="6206886" y="972002"/>
              <a:chExt cx="4962256" cy="52903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1E6B644-1474-DD30-D9A3-246E2A799F9B}"/>
                  </a:ext>
                </a:extLst>
              </p:cNvPr>
              <p:cNvGrpSpPr/>
              <p:nvPr/>
            </p:nvGrpSpPr>
            <p:grpSpPr>
              <a:xfrm>
                <a:off x="6350598" y="165507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07C2628-8643-6D21-DB74-EC0368A48475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46B6F47-DA82-7DD6-0E13-CF12C5F51CA5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7DC8D8D2-96AA-7DD0-7AEE-C33FB2A88FA8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5419599F-C9CA-13EC-2012-EB03B52651E3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1339A56-93E1-765C-C2D1-EBFB56920F55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Arrow: Curved Right 45">
                  <a:extLst>
                    <a:ext uri="{FF2B5EF4-FFF2-40B4-BE49-F238E27FC236}">
                      <a16:creationId xmlns:a16="http://schemas.microsoft.com/office/drawing/2014/main" id="{6EBDDC76-53D4-1104-2C40-B2062D8FAF8D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Arrow: Curved Right 46">
                  <a:extLst>
                    <a:ext uri="{FF2B5EF4-FFF2-40B4-BE49-F238E27FC236}">
                      <a16:creationId xmlns:a16="http://schemas.microsoft.com/office/drawing/2014/main" id="{2A8C70C0-AD08-079D-F06D-C2FB7D90B7D3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Arrow: Curved Right 47">
                  <a:extLst>
                    <a:ext uri="{FF2B5EF4-FFF2-40B4-BE49-F238E27FC236}">
                      <a16:creationId xmlns:a16="http://schemas.microsoft.com/office/drawing/2014/main" id="{AF096836-0E2C-58B3-1784-5FCD6D24EDD0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Arrow: Curved Right 48">
                  <a:extLst>
                    <a:ext uri="{FF2B5EF4-FFF2-40B4-BE49-F238E27FC236}">
                      <a16:creationId xmlns:a16="http://schemas.microsoft.com/office/drawing/2014/main" id="{B7D1909B-D66F-C89D-4BAC-DD4F1ED21EB6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Arrow: Curved Right 49">
                  <a:extLst>
                    <a:ext uri="{FF2B5EF4-FFF2-40B4-BE49-F238E27FC236}">
                      <a16:creationId xmlns:a16="http://schemas.microsoft.com/office/drawing/2014/main" id="{520E8935-AA66-1B0B-1B31-557CB696D708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Arrow: Curved Right 50">
                  <a:extLst>
                    <a:ext uri="{FF2B5EF4-FFF2-40B4-BE49-F238E27FC236}">
                      <a16:creationId xmlns:a16="http://schemas.microsoft.com/office/drawing/2014/main" id="{E0BB5A97-A770-97B0-31CB-B573A2326176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Arrow: Curved Right 51">
                  <a:extLst>
                    <a:ext uri="{FF2B5EF4-FFF2-40B4-BE49-F238E27FC236}">
                      <a16:creationId xmlns:a16="http://schemas.microsoft.com/office/drawing/2014/main" id="{96A7DEB9-2882-DCEB-FF27-75A2C9BE0448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Arrow: Curved Right 52">
                  <a:extLst>
                    <a:ext uri="{FF2B5EF4-FFF2-40B4-BE49-F238E27FC236}">
                      <a16:creationId xmlns:a16="http://schemas.microsoft.com/office/drawing/2014/main" id="{E09CF5EE-8EE2-0971-9A00-A420D77A2A21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CBAD50-B2E0-A4E2-2774-707FA84042CD}"/>
                    </a:ext>
                  </a:extLst>
                </p:cNvPr>
                <p:cNvGrpSpPr/>
                <p:nvPr/>
              </p:nvGrpSpPr>
              <p:grpSpPr>
                <a:xfrm>
                  <a:off x="3988277" y="776296"/>
                  <a:ext cx="2520000" cy="2664000"/>
                  <a:chOff x="3952252" y="765000"/>
                  <a:chExt cx="2520000" cy="2664000"/>
                </a:xfrm>
              </p:grpSpPr>
              <p:sp>
                <p:nvSpPr>
                  <p:cNvPr id="64" name="Arc 63">
                    <a:extLst>
                      <a:ext uri="{FF2B5EF4-FFF2-40B4-BE49-F238E27FC236}">
                        <a16:creationId xmlns:a16="http://schemas.microsoft.com/office/drawing/2014/main" id="{0FD36958-D4DC-FFC1-65B6-5A2650DE458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7684FD0-4D75-F821-F3B2-AA0915DF9C17}"/>
                      </a:ext>
                    </a:extLst>
                  </p:cNvPr>
                  <p:cNvSpPr/>
                  <p:nvPr/>
                </p:nvSpPr>
                <p:spPr>
                  <a:xfrm rot="4447299">
                    <a:off x="4889042" y="765000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1F7F26E-DBD9-667F-9CA3-14D754EC7123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520000" cy="2676224"/>
                  <a:chOff x="3952252" y="752776"/>
                  <a:chExt cx="2520000" cy="2676224"/>
                </a:xfrm>
              </p:grpSpPr>
              <p:sp>
                <p:nvSpPr>
                  <p:cNvPr id="62" name="Arc 61">
                    <a:extLst>
                      <a:ext uri="{FF2B5EF4-FFF2-40B4-BE49-F238E27FC236}">
                        <a16:creationId xmlns:a16="http://schemas.microsoft.com/office/drawing/2014/main" id="{43B1B338-7C1A-1ACD-DC46-54FF9D1A97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E564DB17-07E3-8072-6BE8-E7DD912EC467}"/>
                      </a:ext>
                    </a:extLst>
                  </p:cNvPr>
                  <p:cNvSpPr/>
                  <p:nvPr/>
                </p:nvSpPr>
                <p:spPr>
                  <a:xfrm rot="4571183">
                    <a:off x="4917550" y="752776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B775C34-6F81-30E8-3BF6-77537CDEF719}"/>
                    </a:ext>
                  </a:extLst>
                </p:cNvPr>
                <p:cNvGrpSpPr/>
                <p:nvPr/>
              </p:nvGrpSpPr>
              <p:grpSpPr>
                <a:xfrm rot="5802683">
                  <a:off x="5403400" y="883168"/>
                  <a:ext cx="2520000" cy="2671189"/>
                  <a:chOff x="3896164" y="895947"/>
                  <a:chExt cx="2520000" cy="2671189"/>
                </a:xfrm>
              </p:grpSpPr>
              <p:sp>
                <p:nvSpPr>
                  <p:cNvPr id="60" name="Arc 59">
                    <a:extLst>
                      <a:ext uri="{FF2B5EF4-FFF2-40B4-BE49-F238E27FC236}">
                        <a16:creationId xmlns:a16="http://schemas.microsoft.com/office/drawing/2014/main" id="{FD2D6E26-5878-C977-2F63-40B04B05282B}"/>
                      </a:ext>
                    </a:extLst>
                  </p:cNvPr>
                  <p:cNvSpPr/>
                  <p:nvPr/>
                </p:nvSpPr>
                <p:spPr>
                  <a:xfrm rot="15797317">
                    <a:off x="3896164" y="1047136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B46CBDE0-9822-DB5D-F797-A1507A01780B}"/>
                      </a:ext>
                    </a:extLst>
                  </p:cNvPr>
                  <p:cNvSpPr/>
                  <p:nvPr/>
                </p:nvSpPr>
                <p:spPr>
                  <a:xfrm rot="5222525">
                    <a:off x="4786280" y="895947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980FC966-C032-CA59-182D-398649B7697F}"/>
                    </a:ext>
                  </a:extLst>
                </p:cNvPr>
                <p:cNvGrpSpPr/>
                <p:nvPr/>
              </p:nvGrpSpPr>
              <p:grpSpPr>
                <a:xfrm rot="16378641">
                  <a:off x="3952828" y="2428558"/>
                  <a:ext cx="2520000" cy="2624423"/>
                  <a:chOff x="3885948" y="890778"/>
                  <a:chExt cx="2520000" cy="2624423"/>
                </a:xfrm>
              </p:grpSpPr>
              <p:sp>
                <p:nvSpPr>
                  <p:cNvPr id="58" name="Arc 57">
                    <a:extLst>
                      <a:ext uri="{FF2B5EF4-FFF2-40B4-BE49-F238E27FC236}">
                        <a16:creationId xmlns:a16="http://schemas.microsoft.com/office/drawing/2014/main" id="{47332A0A-A31D-CBA4-A19A-DC9E2DEFB4C3}"/>
                      </a:ext>
                    </a:extLst>
                  </p:cNvPr>
                  <p:cNvSpPr/>
                  <p:nvPr/>
                </p:nvSpPr>
                <p:spPr>
                  <a:xfrm rot="15597623">
                    <a:off x="3885948" y="995201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A06382A5-176E-15DB-05D4-BCF1EA260829}"/>
                      </a:ext>
                    </a:extLst>
                  </p:cNvPr>
                  <p:cNvSpPr/>
                  <p:nvPr/>
                </p:nvSpPr>
                <p:spPr>
                  <a:xfrm rot="4970851">
                    <a:off x="4753613" y="890778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640234E-0398-1342-0734-87669D5860F6}"/>
                  </a:ext>
                </a:extLst>
              </p:cNvPr>
              <p:cNvSpPr txBox="1"/>
              <p:nvPr/>
            </p:nvSpPr>
            <p:spPr>
              <a:xfrm>
                <a:off x="6206886" y="972002"/>
                <a:ext cx="49622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FF0000"/>
                    </a:solidFill>
                  </a:rPr>
                  <a:t>BACKWARD – PRECESSÃO INVERSA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BE36D6-B11E-E2D4-ECC1-0032655DA74A}"/>
                  </a:ext>
                </a:extLst>
              </p:cNvPr>
              <p:cNvSpPr txBox="1"/>
              <p:nvPr/>
            </p:nvSpPr>
            <p:spPr>
              <a:xfrm>
                <a:off x="9117880" y="246562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841053-B5D1-63E1-99D7-4E46DA195B2E}"/>
                  </a:ext>
                </a:extLst>
              </p:cNvPr>
              <p:cNvSpPr txBox="1"/>
              <p:nvPr/>
            </p:nvSpPr>
            <p:spPr>
              <a:xfrm>
                <a:off x="7465115" y="306124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963248-DE4E-B646-3C69-B163B611BA07}"/>
                  </a:ext>
                </a:extLst>
              </p:cNvPr>
              <p:cNvSpPr txBox="1"/>
              <p:nvPr/>
            </p:nvSpPr>
            <p:spPr>
              <a:xfrm>
                <a:off x="7943319" y="4895091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6C9E57-4041-FCFF-37A7-3AF84C0A1602}"/>
                  </a:ext>
                </a:extLst>
              </p:cNvPr>
              <p:cNvSpPr txBox="1"/>
              <p:nvPr/>
            </p:nvSpPr>
            <p:spPr>
              <a:xfrm>
                <a:off x="9768444" y="4309339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4618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1F7C3375-1F11-3A99-DAFF-60594AFA7427}"/>
              </a:ext>
            </a:extLst>
          </p:cNvPr>
          <p:cNvGrpSpPr/>
          <p:nvPr/>
        </p:nvGrpSpPr>
        <p:grpSpPr>
          <a:xfrm>
            <a:off x="1818678" y="1028540"/>
            <a:ext cx="8554644" cy="5020376"/>
            <a:chOff x="1818678" y="1028540"/>
            <a:chExt cx="8554644" cy="502037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395F624-29E7-EB8D-AA14-ACD11D1DD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18678" y="1028540"/>
              <a:ext cx="8554644" cy="5020376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2DD1A79-310E-A78E-9BDB-78E99881CC90}"/>
                </a:ext>
              </a:extLst>
            </p:cNvPr>
            <p:cNvSpPr txBox="1"/>
            <p:nvPr/>
          </p:nvSpPr>
          <p:spPr>
            <a:xfrm>
              <a:off x="8607552" y="3755136"/>
              <a:ext cx="116224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Torcional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3DE5C22-CA75-31F6-D542-30E5945083D9}"/>
                </a:ext>
              </a:extLst>
            </p:cNvPr>
            <p:cNvSpPr txBox="1"/>
            <p:nvPr/>
          </p:nvSpPr>
          <p:spPr>
            <a:xfrm>
              <a:off x="4845218" y="5589067"/>
              <a:ext cx="3212592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pt-B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Velocidade de Rotação [rpm]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68B5D67-F3CD-C562-F708-B396E50213D8}"/>
                </a:ext>
              </a:extLst>
            </p:cNvPr>
            <p:cNvSpPr txBox="1"/>
            <p:nvPr/>
          </p:nvSpPr>
          <p:spPr>
            <a:xfrm rot="16200000">
              <a:off x="644004" y="2919354"/>
              <a:ext cx="3212592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pt-B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Frequência Natural [Hz]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2299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8219</TotalTime>
  <Words>87</Words>
  <Application>Microsoft Office PowerPoint</Application>
  <PresentationFormat>Widescreen</PresentationFormat>
  <Paragraphs>55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4</cp:revision>
  <dcterms:created xsi:type="dcterms:W3CDTF">2026-05-11T18:50:17Z</dcterms:created>
  <dcterms:modified xsi:type="dcterms:W3CDTF">2026-06-02T14:37:26Z</dcterms:modified>
</cp:coreProperties>
</file>