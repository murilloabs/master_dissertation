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BEDCF5-FCE9-4B80-9F82-448D29BC2142}" v="2" dt="2026-06-01T17:53:32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Álvaro Borges de Sousa" userId="02386067-c46f-46e6-bf61-8f6a774af0e5" providerId="ADAL" clId="{73C3FE35-BF7E-418C-A7F8-FA0AB4F63A6B}"/>
    <pc:docChg chg="modSld">
      <pc:chgData name="Murillo Álvaro Borges de Sousa" userId="02386067-c46f-46e6-bf61-8f6a774af0e5" providerId="ADAL" clId="{73C3FE35-BF7E-418C-A7F8-FA0AB4F63A6B}" dt="2026-06-01T17:53:32.886" v="3" actId="164"/>
      <pc:docMkLst>
        <pc:docMk/>
      </pc:docMkLst>
      <pc:sldChg chg="addSp modSp mod">
        <pc:chgData name="Murillo Álvaro Borges de Sousa" userId="02386067-c46f-46e6-bf61-8f6a774af0e5" providerId="ADAL" clId="{73C3FE35-BF7E-418C-A7F8-FA0AB4F63A6B}" dt="2026-06-01T17:53:32.886" v="3" actId="164"/>
        <pc:sldMkLst>
          <pc:docMk/>
          <pc:sldMk cId="2173824647" sldId="256"/>
        </pc:sldMkLst>
        <pc:spChg chg="mod">
          <ac:chgData name="Murillo Álvaro Borges de Sousa" userId="02386067-c46f-46e6-bf61-8f6a774af0e5" providerId="ADAL" clId="{73C3FE35-BF7E-418C-A7F8-FA0AB4F63A6B}" dt="2026-06-01T17:53:25.823" v="2" actId="164"/>
          <ac:spMkLst>
            <pc:docMk/>
            <pc:sldMk cId="2173824647" sldId="256"/>
            <ac:spMk id="2" creationId="{C967F5D7-A6EC-5B54-85C5-E37CB553D97D}"/>
          </ac:spMkLst>
        </pc:spChg>
        <pc:spChg chg="mod">
          <ac:chgData name="Murillo Álvaro Borges de Sousa" userId="02386067-c46f-46e6-bf61-8f6a774af0e5" providerId="ADAL" clId="{73C3FE35-BF7E-418C-A7F8-FA0AB4F63A6B}" dt="2026-06-01T17:53:32.886" v="3" actId="164"/>
          <ac:spMkLst>
            <pc:docMk/>
            <pc:sldMk cId="2173824647" sldId="256"/>
            <ac:spMk id="3" creationId="{863BADEB-4161-77AF-0EC4-FEF7DFDCB62B}"/>
          </ac:spMkLst>
        </pc:spChg>
        <pc:spChg chg="mod">
          <ac:chgData name="Murillo Álvaro Borges de Sousa" userId="02386067-c46f-46e6-bf61-8f6a774af0e5" providerId="ADAL" clId="{73C3FE35-BF7E-418C-A7F8-FA0AB4F63A6B}" dt="2026-06-01T17:53:25.823" v="2" actId="164"/>
          <ac:spMkLst>
            <pc:docMk/>
            <pc:sldMk cId="2173824647" sldId="256"/>
            <ac:spMk id="4" creationId="{4D0FB12A-573E-86E5-FC79-8000FD6D434F}"/>
          </ac:spMkLst>
        </pc:spChg>
        <pc:spChg chg="mod">
          <ac:chgData name="Murillo Álvaro Borges de Sousa" userId="02386067-c46f-46e6-bf61-8f6a774af0e5" providerId="ADAL" clId="{73C3FE35-BF7E-418C-A7F8-FA0AB4F63A6B}" dt="2026-06-01T17:53:25.823" v="2" actId="164"/>
          <ac:spMkLst>
            <pc:docMk/>
            <pc:sldMk cId="2173824647" sldId="256"/>
            <ac:spMk id="11" creationId="{32847150-200E-46C7-6ADB-EAF93563BF9D}"/>
          </ac:spMkLst>
        </pc:spChg>
        <pc:spChg chg="mod">
          <ac:chgData name="Murillo Álvaro Borges de Sousa" userId="02386067-c46f-46e6-bf61-8f6a774af0e5" providerId="ADAL" clId="{73C3FE35-BF7E-418C-A7F8-FA0AB4F63A6B}" dt="2026-06-01T17:53:25.823" v="2" actId="164"/>
          <ac:spMkLst>
            <pc:docMk/>
            <pc:sldMk cId="2173824647" sldId="256"/>
            <ac:spMk id="12" creationId="{B8919B18-2ACB-3676-9F23-5AA769B2AA4C}"/>
          </ac:spMkLst>
        </pc:spChg>
        <pc:spChg chg="mod">
          <ac:chgData name="Murillo Álvaro Borges de Sousa" userId="02386067-c46f-46e6-bf61-8f6a774af0e5" providerId="ADAL" clId="{73C3FE35-BF7E-418C-A7F8-FA0AB4F63A6B}" dt="2026-06-01T17:53:25.823" v="2" actId="164"/>
          <ac:spMkLst>
            <pc:docMk/>
            <pc:sldMk cId="2173824647" sldId="256"/>
            <ac:spMk id="13" creationId="{74AA9E6E-4DD3-E76F-3BB4-7088786D9AFC}"/>
          </ac:spMkLst>
        </pc:spChg>
        <pc:spChg chg="mod">
          <ac:chgData name="Murillo Álvaro Borges de Sousa" userId="02386067-c46f-46e6-bf61-8f6a774af0e5" providerId="ADAL" clId="{73C3FE35-BF7E-418C-A7F8-FA0AB4F63A6B}" dt="2026-06-01T17:53:32.886" v="3" actId="164"/>
          <ac:spMkLst>
            <pc:docMk/>
            <pc:sldMk cId="2173824647" sldId="256"/>
            <ac:spMk id="14" creationId="{0C171EBD-3CBD-42BA-B350-7BC09AD483C6}"/>
          </ac:spMkLst>
        </pc:spChg>
        <pc:spChg chg="mod">
          <ac:chgData name="Murillo Álvaro Borges de Sousa" userId="02386067-c46f-46e6-bf61-8f6a774af0e5" providerId="ADAL" clId="{73C3FE35-BF7E-418C-A7F8-FA0AB4F63A6B}" dt="2026-06-01T17:53:32.886" v="3" actId="164"/>
          <ac:spMkLst>
            <pc:docMk/>
            <pc:sldMk cId="2173824647" sldId="256"/>
            <ac:spMk id="15" creationId="{3B13AE1F-7220-3B41-C68F-DBE229177FC4}"/>
          </ac:spMkLst>
        </pc:spChg>
        <pc:spChg chg="mod">
          <ac:chgData name="Murillo Álvaro Borges de Sousa" userId="02386067-c46f-46e6-bf61-8f6a774af0e5" providerId="ADAL" clId="{73C3FE35-BF7E-418C-A7F8-FA0AB4F63A6B}" dt="2026-06-01T17:53:32.886" v="3" actId="164"/>
          <ac:spMkLst>
            <pc:docMk/>
            <pc:sldMk cId="2173824647" sldId="256"/>
            <ac:spMk id="16" creationId="{A43A0D7B-79ED-5F63-2299-595EBD68972C}"/>
          </ac:spMkLst>
        </pc:spChg>
        <pc:spChg chg="mod">
          <ac:chgData name="Murillo Álvaro Borges de Sousa" userId="02386067-c46f-46e6-bf61-8f6a774af0e5" providerId="ADAL" clId="{73C3FE35-BF7E-418C-A7F8-FA0AB4F63A6B}" dt="2026-06-01T17:53:32.886" v="3" actId="164"/>
          <ac:spMkLst>
            <pc:docMk/>
            <pc:sldMk cId="2173824647" sldId="256"/>
            <ac:spMk id="17" creationId="{5D8D14B4-A23B-9C93-4C7F-E6ED81975B56}"/>
          </ac:spMkLst>
        </pc:spChg>
        <pc:grpChg chg="add mod">
          <ac:chgData name="Murillo Álvaro Borges de Sousa" userId="02386067-c46f-46e6-bf61-8f6a774af0e5" providerId="ADAL" clId="{73C3FE35-BF7E-418C-A7F8-FA0AB4F63A6B}" dt="2026-06-01T17:53:25.823" v="2" actId="164"/>
          <ac:grpSpMkLst>
            <pc:docMk/>
            <pc:sldMk cId="2173824647" sldId="256"/>
            <ac:grpSpMk id="7" creationId="{195644BD-50E5-0075-9D6D-9F29D449A7B5}"/>
          </ac:grpSpMkLst>
        </pc:grpChg>
        <pc:grpChg chg="add mod">
          <ac:chgData name="Murillo Álvaro Borges de Sousa" userId="02386067-c46f-46e6-bf61-8f6a774af0e5" providerId="ADAL" clId="{73C3FE35-BF7E-418C-A7F8-FA0AB4F63A6B}" dt="2026-06-01T17:53:32.886" v="3" actId="164"/>
          <ac:grpSpMkLst>
            <pc:docMk/>
            <pc:sldMk cId="2173824647" sldId="256"/>
            <ac:grpSpMk id="18" creationId="{2EB66280-2F2D-8B8F-D3A6-8118FF74AB6D}"/>
          </ac:grpSpMkLst>
        </pc:grpChg>
        <pc:grpChg chg="mod">
          <ac:chgData name="Murillo Álvaro Borges de Sousa" userId="02386067-c46f-46e6-bf61-8f6a774af0e5" providerId="ADAL" clId="{73C3FE35-BF7E-418C-A7F8-FA0AB4F63A6B}" dt="2026-06-01T17:53:25.823" v="2" actId="164"/>
          <ac:grpSpMkLst>
            <pc:docMk/>
            <pc:sldMk cId="2173824647" sldId="256"/>
            <ac:grpSpMk id="53" creationId="{E89FB2AB-17C5-E11D-2040-AC3A383C7FD3}"/>
          </ac:grpSpMkLst>
        </pc:grpChg>
        <pc:grpChg chg="mod">
          <ac:chgData name="Murillo Álvaro Borges de Sousa" userId="02386067-c46f-46e6-bf61-8f6a774af0e5" providerId="ADAL" clId="{73C3FE35-BF7E-418C-A7F8-FA0AB4F63A6B}" dt="2026-06-01T17:53:32.886" v="3" actId="164"/>
          <ac:grpSpMkLst>
            <pc:docMk/>
            <pc:sldMk cId="2173824647" sldId="256"/>
            <ac:grpSpMk id="54" creationId="{21409D0B-430B-1640-02FC-A11375A14BC2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DF9F1-2679-DF11-D71F-10725E39F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B4915-3AD7-AF4F-0530-73E26323C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AD1FB-E56A-4454-4E24-8E919936E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EDB50-5EB2-124E-43C5-B600AC1A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7F5B6-3542-BFE7-CFBC-DE6C6DF29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10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AA5F-596D-B655-8CF9-169134A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BF591-F223-C625-582D-B0101455C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93A02-252E-07C6-A175-34304DD4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2A921-D681-0589-F821-E5595B90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03231-4244-54C3-EC67-45BF936C9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086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FFD1-447E-F9A4-F59E-D23C61E6C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471AA-B869-B85B-E75C-FD1A86EDA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CDFC3-6FEF-B6EF-BFC5-8A59F280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A59C2-6DA4-57F4-BC3B-DADB3ABA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5C459-145C-2561-92D0-DC61FE1A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681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F46E5-AC5E-3C94-46AE-20BA0997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4E50A-ECD9-8436-9C5F-B3A713F53C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DDFB7-D901-2025-231D-2F1C143E0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8D01B-8363-597C-1057-B38C306AF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4D96E-0DC0-353E-3647-AD7FC56D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165DB-23B6-DA87-224D-A7B71A43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437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3336-948A-AEFF-1F08-8425D8E3E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8B84C-1A1B-265A-99A0-D968F6499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50490-5E7A-A254-1998-66D0DA7CE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FA475-0828-A893-2F19-D0C335109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8AAA12-96A2-4DD1-4A26-357DCB0B7F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9F05E-341A-5C3D-99C1-A6E4187F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E3570-BBD4-1ED4-12CC-2ADC9C53D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609B16-5993-2D3F-ADA6-409FBE97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91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792C-EF65-5882-E2AC-E80270FA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517BE7-3880-D346-7230-3EC56F92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01722F-A516-A3DF-FB61-DB6BF19BE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C717A-DA27-63A6-615E-3BB46969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26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41BA4-5E52-D5E8-A555-BBBB9C79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8DD241-DD16-3FB8-198E-CAE320C3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EFE31-ABCC-5513-FFD5-EBE8AB76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7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EBDB-897F-6ED9-9019-14E307D1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E3F2C-C4F9-1ACB-57AA-7AF743D9D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8C648-6818-1F30-EC2B-E43FF2E87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6C662-F88E-D8C4-560D-44383C7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E23BD-1FB0-9E5C-6A9A-C982F0BB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D4BBA-3D49-4C37-C5D8-62EF48932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71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ECF8-C26D-619D-3B95-86755CB6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0C22FB-93EA-7CA1-1DE4-550FA9A54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7FE7B-9C35-8102-E633-9AA31A131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4CBCB-DFDA-E28B-DC71-47D79D971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A715D6-0571-4D74-E5B1-F4AA1795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BC4E3-805D-6AC9-15CF-8223D7AA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6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0AD0-29C3-7C1A-3F50-9D0A9303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276C2-E69D-9C09-5423-5132574FB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0BEBC-6BAF-15C0-C217-4CAEEB247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398DA-BF42-7531-1287-8B5FB03EE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A31A4-0154-6770-1BEC-5FB62A6F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07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A180A-7EB3-8C9E-71E0-1C511A8646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18D6A-186D-4C2D-A4D2-1F5609ED3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1FA22-B418-20AE-E387-6B43F428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1FE64-8520-7531-E886-1F1FB75BB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991F1-8621-C173-B87E-6FA2050E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52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82EE6-9290-DEED-0CE3-6735E2723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DCA31-3829-7FD4-114B-788FFA0D2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00202-278B-0222-73CA-DF1E77EAF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1C5B6-C922-4E56-8974-A40F9888E1E9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04B78-90DC-518E-8510-D81D0C4A6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CE8C1-6B65-17ED-3930-DB7249434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1BC39-10AD-40F9-80C5-4976F699B52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76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95644BD-50E5-0075-9D6D-9F29D449A7B5}"/>
              </a:ext>
            </a:extLst>
          </p:cNvPr>
          <p:cNvGrpSpPr/>
          <p:nvPr/>
        </p:nvGrpSpPr>
        <p:grpSpPr>
          <a:xfrm>
            <a:off x="656397" y="936855"/>
            <a:ext cx="4734412" cy="5291122"/>
            <a:chOff x="656397" y="936855"/>
            <a:chExt cx="4734412" cy="529112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89FB2AB-17C5-E11D-2040-AC3A383C7FD3}"/>
                </a:ext>
              </a:extLst>
            </p:cNvPr>
            <p:cNvGrpSpPr/>
            <p:nvPr/>
          </p:nvGrpSpPr>
          <p:grpSpPr>
            <a:xfrm>
              <a:off x="656397" y="1620716"/>
              <a:ext cx="4734412" cy="4607261"/>
              <a:chOff x="3571792" y="658339"/>
              <a:chExt cx="4734412" cy="460726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3E5EA30-C1D3-7687-88FA-336F407713B6}"/>
                  </a:ext>
                </a:extLst>
              </p:cNvPr>
              <p:cNvSpPr/>
              <p:nvPr/>
            </p:nvSpPr>
            <p:spPr>
              <a:xfrm>
                <a:off x="5578998" y="805269"/>
                <a:ext cx="720000" cy="720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ABBEDEA-0E62-D9CD-0F04-67186D594741}"/>
                  </a:ext>
                </a:extLst>
              </p:cNvPr>
              <p:cNvSpPr/>
              <p:nvPr/>
            </p:nvSpPr>
            <p:spPr>
              <a:xfrm>
                <a:off x="5578998" y="4416059"/>
                <a:ext cx="720000" cy="720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06061AF-292E-48B9-8900-71023C9C70FB}"/>
                  </a:ext>
                </a:extLst>
              </p:cNvPr>
              <p:cNvSpPr/>
              <p:nvPr/>
            </p:nvSpPr>
            <p:spPr>
              <a:xfrm>
                <a:off x="3781064" y="2605269"/>
                <a:ext cx="720000" cy="720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747DD5A-D077-BF47-FBFF-9EFEDDFBB05F}"/>
                  </a:ext>
                </a:extLst>
              </p:cNvPr>
              <p:cNvSpPr/>
              <p:nvPr/>
            </p:nvSpPr>
            <p:spPr>
              <a:xfrm>
                <a:off x="7376932" y="2605269"/>
                <a:ext cx="720000" cy="720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6D006ED-FAE5-D468-B2E0-3F60A38CF902}"/>
                  </a:ext>
                </a:extLst>
              </p:cNvPr>
              <p:cNvSpPr/>
              <p:nvPr/>
            </p:nvSpPr>
            <p:spPr>
              <a:xfrm>
                <a:off x="4138998" y="1165269"/>
                <a:ext cx="3600000" cy="360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" name="Arrow: Curved Right 21">
                <a:extLst>
                  <a:ext uri="{FF2B5EF4-FFF2-40B4-BE49-F238E27FC236}">
                    <a16:creationId xmlns:a16="http://schemas.microsoft.com/office/drawing/2014/main" id="{7100C90E-942C-5F9A-B297-0A34790A0051}"/>
                  </a:ext>
                </a:extLst>
              </p:cNvPr>
              <p:cNvSpPr/>
              <p:nvPr/>
            </p:nvSpPr>
            <p:spPr>
              <a:xfrm rot="5400000">
                <a:off x="5647250" y="331428"/>
                <a:ext cx="523916" cy="1177737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row: Curved Right 22">
                <a:extLst>
                  <a:ext uri="{FF2B5EF4-FFF2-40B4-BE49-F238E27FC236}">
                    <a16:creationId xmlns:a16="http://schemas.microsoft.com/office/drawing/2014/main" id="{FBA06058-253C-8C6A-4977-9E4CAF879234}"/>
                  </a:ext>
                </a:extLst>
              </p:cNvPr>
              <p:cNvSpPr/>
              <p:nvPr/>
            </p:nvSpPr>
            <p:spPr>
              <a:xfrm rot="16200000">
                <a:off x="5724151" y="950968"/>
                <a:ext cx="429762" cy="1105453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row: Curved Right 23">
                <a:extLst>
                  <a:ext uri="{FF2B5EF4-FFF2-40B4-BE49-F238E27FC236}">
                    <a16:creationId xmlns:a16="http://schemas.microsoft.com/office/drawing/2014/main" id="{4AC0CD79-4C00-5ECF-868D-69000CB7C948}"/>
                  </a:ext>
                </a:extLst>
              </p:cNvPr>
              <p:cNvSpPr/>
              <p:nvPr/>
            </p:nvSpPr>
            <p:spPr>
              <a:xfrm rot="5400000">
                <a:off x="5694328" y="3917739"/>
                <a:ext cx="429762" cy="1013661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row: Curved Right 24">
                <a:extLst>
                  <a:ext uri="{FF2B5EF4-FFF2-40B4-BE49-F238E27FC236}">
                    <a16:creationId xmlns:a16="http://schemas.microsoft.com/office/drawing/2014/main" id="{9F03777A-87AF-480B-E41B-4CBFD2DF2ACC}"/>
                  </a:ext>
                </a:extLst>
              </p:cNvPr>
              <p:cNvSpPr/>
              <p:nvPr/>
            </p:nvSpPr>
            <p:spPr>
              <a:xfrm rot="16200000">
                <a:off x="5693602" y="4451367"/>
                <a:ext cx="523012" cy="1105453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Arrow: Curved Right 25">
                <a:extLst>
                  <a:ext uri="{FF2B5EF4-FFF2-40B4-BE49-F238E27FC236}">
                    <a16:creationId xmlns:a16="http://schemas.microsoft.com/office/drawing/2014/main" id="{5A74D724-BFDB-F948-5376-16C8AECC24C1}"/>
                  </a:ext>
                </a:extLst>
              </p:cNvPr>
              <p:cNvSpPr/>
              <p:nvPr/>
            </p:nvSpPr>
            <p:spPr>
              <a:xfrm>
                <a:off x="3571792" y="2453118"/>
                <a:ext cx="523916" cy="1105454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Arrow: Curved Right 26">
                <a:extLst>
                  <a:ext uri="{FF2B5EF4-FFF2-40B4-BE49-F238E27FC236}">
                    <a16:creationId xmlns:a16="http://schemas.microsoft.com/office/drawing/2014/main" id="{C71CD891-5C0E-E10F-541F-0C8D59F810AB}"/>
                  </a:ext>
                </a:extLst>
              </p:cNvPr>
              <p:cNvSpPr/>
              <p:nvPr/>
            </p:nvSpPr>
            <p:spPr>
              <a:xfrm rot="10800000">
                <a:off x="4234974" y="2412542"/>
                <a:ext cx="523916" cy="1105453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Arrow: Curved Right 27">
                <a:extLst>
                  <a:ext uri="{FF2B5EF4-FFF2-40B4-BE49-F238E27FC236}">
                    <a16:creationId xmlns:a16="http://schemas.microsoft.com/office/drawing/2014/main" id="{17A2C62E-2BBA-EBC0-A11C-564305469999}"/>
                  </a:ext>
                </a:extLst>
              </p:cNvPr>
              <p:cNvSpPr/>
              <p:nvPr/>
            </p:nvSpPr>
            <p:spPr>
              <a:xfrm>
                <a:off x="7167660" y="2493696"/>
                <a:ext cx="432072" cy="1024299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Arrow: Curved Right 28">
                <a:extLst>
                  <a:ext uri="{FF2B5EF4-FFF2-40B4-BE49-F238E27FC236}">
                    <a16:creationId xmlns:a16="http://schemas.microsoft.com/office/drawing/2014/main" id="{A3BD9183-2B18-2963-E4DC-9EDC6608CFB5}"/>
                  </a:ext>
                </a:extLst>
              </p:cNvPr>
              <p:cNvSpPr/>
              <p:nvPr/>
            </p:nvSpPr>
            <p:spPr>
              <a:xfrm rot="10800000">
                <a:off x="7738998" y="2427781"/>
                <a:ext cx="567206" cy="1090213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9B2AA07-5D5F-CC22-47D9-22C7BB54AD65}"/>
                  </a:ext>
                </a:extLst>
              </p:cNvPr>
              <p:cNvGrpSpPr/>
              <p:nvPr/>
            </p:nvGrpSpPr>
            <p:grpSpPr>
              <a:xfrm>
                <a:off x="3853863" y="920296"/>
                <a:ext cx="2654414" cy="2520000"/>
                <a:chOff x="3817838" y="909000"/>
                <a:chExt cx="2654414" cy="2520000"/>
              </a:xfrm>
            </p:grpSpPr>
            <p:sp>
              <p:nvSpPr>
                <p:cNvPr id="32" name="Arc 31">
                  <a:extLst>
                    <a:ext uri="{FF2B5EF4-FFF2-40B4-BE49-F238E27FC236}">
                      <a16:creationId xmlns:a16="http://schemas.microsoft.com/office/drawing/2014/main" id="{78185176-0F6F-9594-43DD-4AB12CD03D5D}"/>
                    </a:ext>
                  </a:extLst>
                </p:cNvPr>
                <p:cNvSpPr/>
                <p:nvPr/>
              </p:nvSpPr>
              <p:spPr>
                <a:xfrm rot="16200000">
                  <a:off x="3952252" y="909000"/>
                  <a:ext cx="2520000" cy="2520000"/>
                </a:xfrm>
                <a:prstGeom prst="arc">
                  <a:avLst>
                    <a:gd name="adj1" fmla="val 16588158"/>
                    <a:gd name="adj2" fmla="val 21192311"/>
                  </a:avLst>
                </a:prstGeom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33" name="Isosceles Triangle 32">
                  <a:extLst>
                    <a:ext uri="{FF2B5EF4-FFF2-40B4-BE49-F238E27FC236}">
                      <a16:creationId xmlns:a16="http://schemas.microsoft.com/office/drawing/2014/main" id="{D5A5CFD5-823E-ABDA-0CB2-C72D3F54145D}"/>
                    </a:ext>
                  </a:extLst>
                </p:cNvPr>
                <p:cNvSpPr/>
                <p:nvPr/>
              </p:nvSpPr>
              <p:spPr>
                <a:xfrm rot="10979888">
                  <a:off x="3817838" y="2024999"/>
                  <a:ext cx="288000" cy="288000"/>
                </a:xfrm>
                <a:prstGeom prst="triangl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6E4BD4D-B5DA-89BA-F09E-DED7B5A217A7}"/>
                  </a:ext>
                </a:extLst>
              </p:cNvPr>
              <p:cNvGrpSpPr/>
              <p:nvPr/>
            </p:nvGrpSpPr>
            <p:grpSpPr>
              <a:xfrm rot="10800000">
                <a:off x="5347108" y="2505921"/>
                <a:ext cx="2654414" cy="2520000"/>
                <a:chOff x="3817838" y="909000"/>
                <a:chExt cx="2654414" cy="2520000"/>
              </a:xfrm>
            </p:grpSpPr>
            <p:sp>
              <p:nvSpPr>
                <p:cNvPr id="45" name="Arc 44">
                  <a:extLst>
                    <a:ext uri="{FF2B5EF4-FFF2-40B4-BE49-F238E27FC236}">
                      <a16:creationId xmlns:a16="http://schemas.microsoft.com/office/drawing/2014/main" id="{16E6A767-96A0-479B-6A4D-82DE404D12D9}"/>
                    </a:ext>
                  </a:extLst>
                </p:cNvPr>
                <p:cNvSpPr/>
                <p:nvPr/>
              </p:nvSpPr>
              <p:spPr>
                <a:xfrm rot="16200000">
                  <a:off x="3952252" y="909000"/>
                  <a:ext cx="2520000" cy="2520000"/>
                </a:xfrm>
                <a:prstGeom prst="arc">
                  <a:avLst>
                    <a:gd name="adj1" fmla="val 16588158"/>
                    <a:gd name="adj2" fmla="val 21192311"/>
                  </a:avLst>
                </a:prstGeom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46" name="Isosceles Triangle 45">
                  <a:extLst>
                    <a:ext uri="{FF2B5EF4-FFF2-40B4-BE49-F238E27FC236}">
                      <a16:creationId xmlns:a16="http://schemas.microsoft.com/office/drawing/2014/main" id="{906F204D-38F2-50D7-1BCC-8C0DCBF0D07E}"/>
                    </a:ext>
                  </a:extLst>
                </p:cNvPr>
                <p:cNvSpPr/>
                <p:nvPr/>
              </p:nvSpPr>
              <p:spPr>
                <a:xfrm rot="10979888">
                  <a:off x="3817838" y="2024999"/>
                  <a:ext cx="288000" cy="288000"/>
                </a:xfrm>
                <a:prstGeom prst="triangl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02F48712-A7F3-BE22-0498-3040BE2F990D}"/>
                  </a:ext>
                </a:extLst>
              </p:cNvPr>
              <p:cNvGrpSpPr/>
              <p:nvPr/>
            </p:nvGrpSpPr>
            <p:grpSpPr>
              <a:xfrm rot="5802683">
                <a:off x="5399606" y="955029"/>
                <a:ext cx="2654414" cy="2520000"/>
                <a:chOff x="3817838" y="909000"/>
                <a:chExt cx="2654414" cy="2520000"/>
              </a:xfrm>
            </p:grpSpPr>
            <p:sp>
              <p:nvSpPr>
                <p:cNvPr id="48" name="Arc 47">
                  <a:extLst>
                    <a:ext uri="{FF2B5EF4-FFF2-40B4-BE49-F238E27FC236}">
                      <a16:creationId xmlns:a16="http://schemas.microsoft.com/office/drawing/2014/main" id="{ADB22329-7387-7790-E030-F01ED2E63F40}"/>
                    </a:ext>
                  </a:extLst>
                </p:cNvPr>
                <p:cNvSpPr/>
                <p:nvPr/>
              </p:nvSpPr>
              <p:spPr>
                <a:xfrm rot="16200000">
                  <a:off x="3952252" y="909000"/>
                  <a:ext cx="2520000" cy="2520000"/>
                </a:xfrm>
                <a:prstGeom prst="arc">
                  <a:avLst>
                    <a:gd name="adj1" fmla="val 16588158"/>
                    <a:gd name="adj2" fmla="val 21192311"/>
                  </a:avLst>
                </a:prstGeom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49" name="Isosceles Triangle 48">
                  <a:extLst>
                    <a:ext uri="{FF2B5EF4-FFF2-40B4-BE49-F238E27FC236}">
                      <a16:creationId xmlns:a16="http://schemas.microsoft.com/office/drawing/2014/main" id="{A4586270-EA15-F586-D744-0C8BE5147B95}"/>
                    </a:ext>
                  </a:extLst>
                </p:cNvPr>
                <p:cNvSpPr/>
                <p:nvPr/>
              </p:nvSpPr>
              <p:spPr>
                <a:xfrm rot="10979888">
                  <a:off x="3817838" y="2024999"/>
                  <a:ext cx="288000" cy="288000"/>
                </a:xfrm>
                <a:prstGeom prst="triangl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35E68EA-0E5D-3DC9-2206-3226A20A754F}"/>
                  </a:ext>
                </a:extLst>
              </p:cNvPr>
              <p:cNvGrpSpPr/>
              <p:nvPr/>
            </p:nvGrpSpPr>
            <p:grpSpPr>
              <a:xfrm rot="16378641">
                <a:off x="3851631" y="2479905"/>
                <a:ext cx="2654414" cy="2520000"/>
                <a:chOff x="3817838" y="909000"/>
                <a:chExt cx="2654414" cy="2520000"/>
              </a:xfrm>
            </p:grpSpPr>
            <p:sp>
              <p:nvSpPr>
                <p:cNvPr id="51" name="Arc 50">
                  <a:extLst>
                    <a:ext uri="{FF2B5EF4-FFF2-40B4-BE49-F238E27FC236}">
                      <a16:creationId xmlns:a16="http://schemas.microsoft.com/office/drawing/2014/main" id="{85247678-6A5C-DE02-7BDA-0FA2E7EE150B}"/>
                    </a:ext>
                  </a:extLst>
                </p:cNvPr>
                <p:cNvSpPr/>
                <p:nvPr/>
              </p:nvSpPr>
              <p:spPr>
                <a:xfrm rot="16200000">
                  <a:off x="3952252" y="909000"/>
                  <a:ext cx="2520000" cy="2520000"/>
                </a:xfrm>
                <a:prstGeom prst="arc">
                  <a:avLst>
                    <a:gd name="adj1" fmla="val 16588158"/>
                    <a:gd name="adj2" fmla="val 21192311"/>
                  </a:avLst>
                </a:prstGeom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52" name="Isosceles Triangle 51">
                  <a:extLst>
                    <a:ext uri="{FF2B5EF4-FFF2-40B4-BE49-F238E27FC236}">
                      <a16:creationId xmlns:a16="http://schemas.microsoft.com/office/drawing/2014/main" id="{51289876-B460-48DD-BF0A-4B4301AFE102}"/>
                    </a:ext>
                  </a:extLst>
                </p:cNvPr>
                <p:cNvSpPr/>
                <p:nvPr/>
              </p:nvSpPr>
              <p:spPr>
                <a:xfrm rot="10979888">
                  <a:off x="3817838" y="2024999"/>
                  <a:ext cx="288000" cy="288000"/>
                </a:xfrm>
                <a:prstGeom prst="triangl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967F5D7-A6EC-5B54-85C5-E37CB553D97D}"/>
                </a:ext>
              </a:extLst>
            </p:cNvPr>
            <p:cNvSpPr txBox="1"/>
            <p:nvPr/>
          </p:nvSpPr>
          <p:spPr>
            <a:xfrm>
              <a:off x="756620" y="936855"/>
              <a:ext cx="45661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0070C0"/>
                  </a:solidFill>
                </a:rPr>
                <a:t>FORWARD – PRECESSÃO DIRETA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D0FB12A-573E-86E5-FC79-8000FD6D434F}"/>
                </a:ext>
              </a:extLst>
            </p:cNvPr>
            <p:cNvSpPr txBox="1"/>
            <p:nvPr/>
          </p:nvSpPr>
          <p:spPr>
            <a:xfrm>
              <a:off x="3298923" y="2521460"/>
              <a:ext cx="4138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b="1" dirty="0"/>
                <a:t>Ω</a:t>
              </a:r>
              <a:endParaRPr lang="pt-BR" sz="2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847150-200E-46C7-6ADB-EAF93563BF9D}"/>
                </a:ext>
              </a:extLst>
            </p:cNvPr>
            <p:cNvSpPr txBox="1"/>
            <p:nvPr/>
          </p:nvSpPr>
          <p:spPr>
            <a:xfrm>
              <a:off x="1646158" y="3117082"/>
              <a:ext cx="4138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b="1" dirty="0"/>
                <a:t>Ω</a:t>
              </a:r>
              <a:endParaRPr lang="pt-BR" sz="24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919B18-2ACB-3676-9F23-5AA769B2AA4C}"/>
                </a:ext>
              </a:extLst>
            </p:cNvPr>
            <p:cNvSpPr txBox="1"/>
            <p:nvPr/>
          </p:nvSpPr>
          <p:spPr>
            <a:xfrm>
              <a:off x="2124362" y="4950925"/>
              <a:ext cx="4138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b="1" dirty="0"/>
                <a:t>Ω</a:t>
              </a:r>
              <a:endParaRPr lang="pt-BR" sz="24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AA9E6E-4DD3-E76F-3BB4-7088786D9AFC}"/>
                </a:ext>
              </a:extLst>
            </p:cNvPr>
            <p:cNvSpPr txBox="1"/>
            <p:nvPr/>
          </p:nvSpPr>
          <p:spPr>
            <a:xfrm>
              <a:off x="3949487" y="4365173"/>
              <a:ext cx="4138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b="1" dirty="0"/>
                <a:t>Ω</a:t>
              </a:r>
              <a:endParaRPr lang="pt-BR" sz="2400" b="1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EB66280-2F2D-8B8F-D3A6-8118FF74AB6D}"/>
              </a:ext>
            </a:extLst>
          </p:cNvPr>
          <p:cNvGrpSpPr/>
          <p:nvPr/>
        </p:nvGrpSpPr>
        <p:grpSpPr>
          <a:xfrm>
            <a:off x="6340454" y="948556"/>
            <a:ext cx="4962256" cy="5290338"/>
            <a:chOff x="6340454" y="948556"/>
            <a:chExt cx="4962256" cy="529033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1409D0B-430B-1640-02FC-A11375A14BC2}"/>
                </a:ext>
              </a:extLst>
            </p:cNvPr>
            <p:cNvGrpSpPr/>
            <p:nvPr/>
          </p:nvGrpSpPr>
          <p:grpSpPr>
            <a:xfrm>
              <a:off x="6484166" y="1631633"/>
              <a:ext cx="4734412" cy="4607261"/>
              <a:chOff x="3571792" y="658339"/>
              <a:chExt cx="4734412" cy="4607261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4776645-A0BC-7E1C-02C9-DF56EF4C72F5}"/>
                  </a:ext>
                </a:extLst>
              </p:cNvPr>
              <p:cNvSpPr/>
              <p:nvPr/>
            </p:nvSpPr>
            <p:spPr>
              <a:xfrm>
                <a:off x="5578998" y="805269"/>
                <a:ext cx="720000" cy="720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AA324511-D9FD-1F14-FFAC-48B737C218E7}"/>
                  </a:ext>
                </a:extLst>
              </p:cNvPr>
              <p:cNvSpPr/>
              <p:nvPr/>
            </p:nvSpPr>
            <p:spPr>
              <a:xfrm>
                <a:off x="5578998" y="4416059"/>
                <a:ext cx="720000" cy="720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54CCD67E-5B82-7B78-3D51-14FA1E2DB6BA}"/>
                  </a:ext>
                </a:extLst>
              </p:cNvPr>
              <p:cNvSpPr/>
              <p:nvPr/>
            </p:nvSpPr>
            <p:spPr>
              <a:xfrm>
                <a:off x="3781064" y="2605269"/>
                <a:ext cx="720000" cy="720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5354410-F49A-00B3-A03C-239E5EA30536}"/>
                  </a:ext>
                </a:extLst>
              </p:cNvPr>
              <p:cNvSpPr/>
              <p:nvPr/>
            </p:nvSpPr>
            <p:spPr>
              <a:xfrm>
                <a:off x="7376932" y="2605269"/>
                <a:ext cx="720000" cy="720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A289F68-6926-A6AA-CC32-719B60868CD3}"/>
                  </a:ext>
                </a:extLst>
              </p:cNvPr>
              <p:cNvSpPr/>
              <p:nvPr/>
            </p:nvSpPr>
            <p:spPr>
              <a:xfrm>
                <a:off x="4138998" y="1165269"/>
                <a:ext cx="3600000" cy="360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60" name="Arrow: Curved Right 59">
                <a:extLst>
                  <a:ext uri="{FF2B5EF4-FFF2-40B4-BE49-F238E27FC236}">
                    <a16:creationId xmlns:a16="http://schemas.microsoft.com/office/drawing/2014/main" id="{84385206-6D45-3D8E-0055-4440F448DE66}"/>
                  </a:ext>
                </a:extLst>
              </p:cNvPr>
              <p:cNvSpPr/>
              <p:nvPr/>
            </p:nvSpPr>
            <p:spPr>
              <a:xfrm rot="5400000">
                <a:off x="5647250" y="331428"/>
                <a:ext cx="523916" cy="1177737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Arrow: Curved Right 60">
                <a:extLst>
                  <a:ext uri="{FF2B5EF4-FFF2-40B4-BE49-F238E27FC236}">
                    <a16:creationId xmlns:a16="http://schemas.microsoft.com/office/drawing/2014/main" id="{DD4C5D56-1AEF-47B8-9435-014B459CC00B}"/>
                  </a:ext>
                </a:extLst>
              </p:cNvPr>
              <p:cNvSpPr/>
              <p:nvPr/>
            </p:nvSpPr>
            <p:spPr>
              <a:xfrm rot="16200000">
                <a:off x="5724151" y="950968"/>
                <a:ext cx="429762" cy="1105453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Arrow: Curved Right 61">
                <a:extLst>
                  <a:ext uri="{FF2B5EF4-FFF2-40B4-BE49-F238E27FC236}">
                    <a16:creationId xmlns:a16="http://schemas.microsoft.com/office/drawing/2014/main" id="{CF4C4257-CA1D-6CC6-F0A8-E4A28B2593C9}"/>
                  </a:ext>
                </a:extLst>
              </p:cNvPr>
              <p:cNvSpPr/>
              <p:nvPr/>
            </p:nvSpPr>
            <p:spPr>
              <a:xfrm rot="5400000">
                <a:off x="5694328" y="3917739"/>
                <a:ext cx="429762" cy="1013661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Arrow: Curved Right 62">
                <a:extLst>
                  <a:ext uri="{FF2B5EF4-FFF2-40B4-BE49-F238E27FC236}">
                    <a16:creationId xmlns:a16="http://schemas.microsoft.com/office/drawing/2014/main" id="{38064A65-E942-07AC-2E0A-A0B809A78B7A}"/>
                  </a:ext>
                </a:extLst>
              </p:cNvPr>
              <p:cNvSpPr/>
              <p:nvPr/>
            </p:nvSpPr>
            <p:spPr>
              <a:xfrm rot="16200000">
                <a:off x="5693602" y="4451367"/>
                <a:ext cx="523012" cy="1105453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Arrow: Curved Right 63">
                <a:extLst>
                  <a:ext uri="{FF2B5EF4-FFF2-40B4-BE49-F238E27FC236}">
                    <a16:creationId xmlns:a16="http://schemas.microsoft.com/office/drawing/2014/main" id="{B3BD8742-A8D7-AFF2-E729-B4DA44FC297E}"/>
                  </a:ext>
                </a:extLst>
              </p:cNvPr>
              <p:cNvSpPr/>
              <p:nvPr/>
            </p:nvSpPr>
            <p:spPr>
              <a:xfrm>
                <a:off x="3571792" y="2453118"/>
                <a:ext cx="523916" cy="1105454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Arrow: Curved Right 64">
                <a:extLst>
                  <a:ext uri="{FF2B5EF4-FFF2-40B4-BE49-F238E27FC236}">
                    <a16:creationId xmlns:a16="http://schemas.microsoft.com/office/drawing/2014/main" id="{8F565378-9A32-F530-0D8B-883E97EB301A}"/>
                  </a:ext>
                </a:extLst>
              </p:cNvPr>
              <p:cNvSpPr/>
              <p:nvPr/>
            </p:nvSpPr>
            <p:spPr>
              <a:xfrm rot="10800000">
                <a:off x="4234974" y="2412542"/>
                <a:ext cx="523916" cy="1105453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Arrow: Curved Right 65">
                <a:extLst>
                  <a:ext uri="{FF2B5EF4-FFF2-40B4-BE49-F238E27FC236}">
                    <a16:creationId xmlns:a16="http://schemas.microsoft.com/office/drawing/2014/main" id="{4A47F47D-600B-1678-B942-F18DD1F42F02}"/>
                  </a:ext>
                </a:extLst>
              </p:cNvPr>
              <p:cNvSpPr/>
              <p:nvPr/>
            </p:nvSpPr>
            <p:spPr>
              <a:xfrm>
                <a:off x="7167660" y="2493696"/>
                <a:ext cx="432072" cy="1024299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Arrow: Curved Right 66">
                <a:extLst>
                  <a:ext uri="{FF2B5EF4-FFF2-40B4-BE49-F238E27FC236}">
                    <a16:creationId xmlns:a16="http://schemas.microsoft.com/office/drawing/2014/main" id="{852232DD-A0CB-8851-02DE-94FC46925618}"/>
                  </a:ext>
                </a:extLst>
              </p:cNvPr>
              <p:cNvSpPr/>
              <p:nvPr/>
            </p:nvSpPr>
            <p:spPr>
              <a:xfrm rot="10800000">
                <a:off x="7738998" y="2427781"/>
                <a:ext cx="567206" cy="1090213"/>
              </a:xfrm>
              <a:prstGeom prst="curvedRightArrow">
                <a:avLst>
                  <a:gd name="adj1" fmla="val 0"/>
                  <a:gd name="adj2" fmla="val 19653"/>
                  <a:gd name="adj3" fmla="val 36076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6EC0F125-74E7-F8F7-FCED-BAA84DABD345}"/>
                  </a:ext>
                </a:extLst>
              </p:cNvPr>
              <p:cNvGrpSpPr/>
              <p:nvPr/>
            </p:nvGrpSpPr>
            <p:grpSpPr>
              <a:xfrm>
                <a:off x="3988277" y="776296"/>
                <a:ext cx="2520000" cy="2664000"/>
                <a:chOff x="3952252" y="765000"/>
                <a:chExt cx="2520000" cy="2664000"/>
              </a:xfrm>
            </p:grpSpPr>
            <p:sp>
              <p:nvSpPr>
                <p:cNvPr id="78" name="Arc 77">
                  <a:extLst>
                    <a:ext uri="{FF2B5EF4-FFF2-40B4-BE49-F238E27FC236}">
                      <a16:creationId xmlns:a16="http://schemas.microsoft.com/office/drawing/2014/main" id="{FB7CA72A-29A6-919B-1D9D-81E8C75500F2}"/>
                    </a:ext>
                  </a:extLst>
                </p:cNvPr>
                <p:cNvSpPr/>
                <p:nvPr/>
              </p:nvSpPr>
              <p:spPr>
                <a:xfrm rot="16200000">
                  <a:off x="3952252" y="909000"/>
                  <a:ext cx="2520000" cy="2520000"/>
                </a:xfrm>
                <a:prstGeom prst="arc">
                  <a:avLst>
                    <a:gd name="adj1" fmla="val 16588158"/>
                    <a:gd name="adj2" fmla="val 21192311"/>
                  </a:avLst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79" name="Isosceles Triangle 78">
                  <a:extLst>
                    <a:ext uri="{FF2B5EF4-FFF2-40B4-BE49-F238E27FC236}">
                      <a16:creationId xmlns:a16="http://schemas.microsoft.com/office/drawing/2014/main" id="{3E37A100-CEC1-F694-E350-AE934DC766E8}"/>
                    </a:ext>
                  </a:extLst>
                </p:cNvPr>
                <p:cNvSpPr/>
                <p:nvPr/>
              </p:nvSpPr>
              <p:spPr>
                <a:xfrm rot="4447299">
                  <a:off x="4889042" y="765000"/>
                  <a:ext cx="288000" cy="288000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8B9888B-A057-8BAF-C84B-15E19C9A446E}"/>
                  </a:ext>
                </a:extLst>
              </p:cNvPr>
              <p:cNvGrpSpPr/>
              <p:nvPr/>
            </p:nvGrpSpPr>
            <p:grpSpPr>
              <a:xfrm rot="10800000">
                <a:off x="5347108" y="2505921"/>
                <a:ext cx="2520000" cy="2676224"/>
                <a:chOff x="3952252" y="752776"/>
                <a:chExt cx="2520000" cy="2676224"/>
              </a:xfrm>
            </p:grpSpPr>
            <p:sp>
              <p:nvSpPr>
                <p:cNvPr id="76" name="Arc 75">
                  <a:extLst>
                    <a:ext uri="{FF2B5EF4-FFF2-40B4-BE49-F238E27FC236}">
                      <a16:creationId xmlns:a16="http://schemas.microsoft.com/office/drawing/2014/main" id="{D4D2117C-B9B6-A1F8-F30E-1F914E46B2E3}"/>
                    </a:ext>
                  </a:extLst>
                </p:cNvPr>
                <p:cNvSpPr/>
                <p:nvPr/>
              </p:nvSpPr>
              <p:spPr>
                <a:xfrm rot="16200000">
                  <a:off x="3952252" y="909000"/>
                  <a:ext cx="2520000" cy="2520000"/>
                </a:xfrm>
                <a:prstGeom prst="arc">
                  <a:avLst>
                    <a:gd name="adj1" fmla="val 16588158"/>
                    <a:gd name="adj2" fmla="val 21192311"/>
                  </a:avLst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77" name="Isosceles Triangle 76">
                  <a:extLst>
                    <a:ext uri="{FF2B5EF4-FFF2-40B4-BE49-F238E27FC236}">
                      <a16:creationId xmlns:a16="http://schemas.microsoft.com/office/drawing/2014/main" id="{2346C150-EDA3-5097-74D8-9332626AE933}"/>
                    </a:ext>
                  </a:extLst>
                </p:cNvPr>
                <p:cNvSpPr/>
                <p:nvPr/>
              </p:nvSpPr>
              <p:spPr>
                <a:xfrm rot="4571183">
                  <a:off x="4917550" y="752776"/>
                  <a:ext cx="288000" cy="288000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643539CB-194F-E336-76CB-01A802FCA11A}"/>
                  </a:ext>
                </a:extLst>
              </p:cNvPr>
              <p:cNvGrpSpPr/>
              <p:nvPr/>
            </p:nvGrpSpPr>
            <p:grpSpPr>
              <a:xfrm rot="5802683">
                <a:off x="5403400" y="883168"/>
                <a:ext cx="2520000" cy="2671189"/>
                <a:chOff x="3896164" y="895947"/>
                <a:chExt cx="2520000" cy="2671189"/>
              </a:xfrm>
            </p:grpSpPr>
            <p:sp>
              <p:nvSpPr>
                <p:cNvPr id="74" name="Arc 73">
                  <a:extLst>
                    <a:ext uri="{FF2B5EF4-FFF2-40B4-BE49-F238E27FC236}">
                      <a16:creationId xmlns:a16="http://schemas.microsoft.com/office/drawing/2014/main" id="{F5FD4AF5-B8FF-CDE9-C4C7-06B6E6DF866B}"/>
                    </a:ext>
                  </a:extLst>
                </p:cNvPr>
                <p:cNvSpPr/>
                <p:nvPr/>
              </p:nvSpPr>
              <p:spPr>
                <a:xfrm rot="15797317">
                  <a:off x="3896164" y="1047136"/>
                  <a:ext cx="2520000" cy="2520000"/>
                </a:xfrm>
                <a:prstGeom prst="arc">
                  <a:avLst>
                    <a:gd name="adj1" fmla="val 16588158"/>
                    <a:gd name="adj2" fmla="val 21192311"/>
                  </a:avLst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75" name="Isosceles Triangle 74">
                  <a:extLst>
                    <a:ext uri="{FF2B5EF4-FFF2-40B4-BE49-F238E27FC236}">
                      <a16:creationId xmlns:a16="http://schemas.microsoft.com/office/drawing/2014/main" id="{463A7605-4D3D-11B2-FF39-E7716E08CC83}"/>
                    </a:ext>
                  </a:extLst>
                </p:cNvPr>
                <p:cNvSpPr/>
                <p:nvPr/>
              </p:nvSpPr>
              <p:spPr>
                <a:xfrm rot="5222525">
                  <a:off x="4786280" y="895947"/>
                  <a:ext cx="288000" cy="288000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29C1B50C-A08B-9BCE-3032-EDBBDDF4D24E}"/>
                  </a:ext>
                </a:extLst>
              </p:cNvPr>
              <p:cNvGrpSpPr/>
              <p:nvPr/>
            </p:nvGrpSpPr>
            <p:grpSpPr>
              <a:xfrm rot="16378641">
                <a:off x="3952828" y="2428558"/>
                <a:ext cx="2520000" cy="2624423"/>
                <a:chOff x="3885948" y="890778"/>
                <a:chExt cx="2520000" cy="2624423"/>
              </a:xfrm>
            </p:grpSpPr>
            <p:sp>
              <p:nvSpPr>
                <p:cNvPr id="72" name="Arc 71">
                  <a:extLst>
                    <a:ext uri="{FF2B5EF4-FFF2-40B4-BE49-F238E27FC236}">
                      <a16:creationId xmlns:a16="http://schemas.microsoft.com/office/drawing/2014/main" id="{E82243E7-1E69-69CB-4702-6687E2E3B9A5}"/>
                    </a:ext>
                  </a:extLst>
                </p:cNvPr>
                <p:cNvSpPr/>
                <p:nvPr/>
              </p:nvSpPr>
              <p:spPr>
                <a:xfrm rot="15597623">
                  <a:off x="3885948" y="995201"/>
                  <a:ext cx="2520000" cy="2520000"/>
                </a:xfrm>
                <a:prstGeom prst="arc">
                  <a:avLst>
                    <a:gd name="adj1" fmla="val 16588158"/>
                    <a:gd name="adj2" fmla="val 21192311"/>
                  </a:avLst>
                </a:prstGeom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sp>
              <p:nvSpPr>
                <p:cNvPr id="73" name="Isosceles Triangle 72">
                  <a:extLst>
                    <a:ext uri="{FF2B5EF4-FFF2-40B4-BE49-F238E27FC236}">
                      <a16:creationId xmlns:a16="http://schemas.microsoft.com/office/drawing/2014/main" id="{C5C1360A-8F04-5B5E-0208-124CD427A764}"/>
                    </a:ext>
                  </a:extLst>
                </p:cNvPr>
                <p:cNvSpPr/>
                <p:nvPr/>
              </p:nvSpPr>
              <p:spPr>
                <a:xfrm rot="4970851">
                  <a:off x="4753613" y="890778"/>
                  <a:ext cx="288000" cy="288000"/>
                </a:xfrm>
                <a:prstGeom prst="triangl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63BADEB-4161-77AF-0EC4-FEF7DFDCB62B}"/>
                </a:ext>
              </a:extLst>
            </p:cNvPr>
            <p:cNvSpPr txBox="1"/>
            <p:nvPr/>
          </p:nvSpPr>
          <p:spPr>
            <a:xfrm>
              <a:off x="6340454" y="948556"/>
              <a:ext cx="4962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dirty="0">
                  <a:solidFill>
                    <a:srgbClr val="FF0000"/>
                  </a:solidFill>
                </a:rPr>
                <a:t>BACKWARD – PRECESSÃO INVERSA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171EBD-3CBD-42BA-B350-7BC09AD483C6}"/>
                </a:ext>
              </a:extLst>
            </p:cNvPr>
            <p:cNvSpPr txBox="1"/>
            <p:nvPr/>
          </p:nvSpPr>
          <p:spPr>
            <a:xfrm>
              <a:off x="9251448" y="2442180"/>
              <a:ext cx="4138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b="1" dirty="0"/>
                <a:t>Ω</a:t>
              </a:r>
              <a:endParaRPr lang="pt-BR" sz="24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B13AE1F-7220-3B41-C68F-DBE229177FC4}"/>
                </a:ext>
              </a:extLst>
            </p:cNvPr>
            <p:cNvSpPr txBox="1"/>
            <p:nvPr/>
          </p:nvSpPr>
          <p:spPr>
            <a:xfrm>
              <a:off x="7598683" y="3037802"/>
              <a:ext cx="4138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b="1" dirty="0"/>
                <a:t>Ω</a:t>
              </a:r>
              <a:endParaRPr lang="pt-BR" sz="2400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3A0D7B-79ED-5F63-2299-595EBD68972C}"/>
                </a:ext>
              </a:extLst>
            </p:cNvPr>
            <p:cNvSpPr txBox="1"/>
            <p:nvPr/>
          </p:nvSpPr>
          <p:spPr>
            <a:xfrm>
              <a:off x="8076887" y="4871645"/>
              <a:ext cx="4138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b="1" dirty="0"/>
                <a:t>Ω</a:t>
              </a:r>
              <a:endParaRPr lang="pt-BR" sz="24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8D14B4-A23B-9C93-4C7F-E6ED81975B56}"/>
                </a:ext>
              </a:extLst>
            </p:cNvPr>
            <p:cNvSpPr txBox="1"/>
            <p:nvPr/>
          </p:nvSpPr>
          <p:spPr>
            <a:xfrm>
              <a:off x="9902012" y="4285893"/>
              <a:ext cx="4138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2400" b="1" dirty="0"/>
                <a:t>Ω</a:t>
              </a:r>
              <a:endParaRPr lang="pt-BR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73824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Murillo Álvaro Borges de Sousa</dc:creator>
  <cp:lastModifiedBy>Murillo Álvaro Borges de Sousa</cp:lastModifiedBy>
  <cp:revision>1</cp:revision>
  <dcterms:created xsi:type="dcterms:W3CDTF">2025-04-04T17:02:56Z</dcterms:created>
  <dcterms:modified xsi:type="dcterms:W3CDTF">2026-06-01T17:53:39Z</dcterms:modified>
</cp:coreProperties>
</file>